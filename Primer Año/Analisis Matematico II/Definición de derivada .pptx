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62" r:id="rId5"/>
    <p:sldId id="261" r:id="rId6"/>
    <p:sldId id="260" r:id="rId7"/>
    <p:sldId id="263" r:id="rId8"/>
    <p:sldId id="259" r:id="rId9"/>
    <p:sldId id="264" r:id="rId10"/>
    <p:sldId id="265" r:id="rId11"/>
    <p:sldId id="267" r:id="rId12"/>
    <p:sldId id="268" r:id="rId13"/>
    <p:sldId id="266" r:id="rId14"/>
    <p:sldId id="270" r:id="rId15"/>
    <p:sldId id="269" r:id="rId16"/>
    <p:sldId id="271" r:id="rId17"/>
    <p:sldId id="273" r:id="rId18"/>
    <p:sldId id="272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8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08:46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24575,'0'3'0,"0"6"0,0 5 0,0 4 0,0 3 0,0 1 0,0 1 0,0 1 0,0-4-8191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1:25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1 24575,'2'17'0,"1"-1"0,1 1 0,0-1 0,1 1 0,1-2 0,1 1 0,0 0 0,1-1 0,0-1 0,1 1 0,1-2 0,16 19 0,-24-30 0,-1 0 0,0-1 0,0 1 0,1-1 0,-1 1 0,1-1 0,-1 1 0,1-1 0,0 0 0,0 0 0,-1 0 0,1 0 0,0 0 0,0 0 0,0-1 0,0 1 0,0-1 0,0 1 0,0-1 0,0 0 0,0 0 0,0 1 0,4-2 0,-5 0 0,1 0 0,0 0 0,0 0 0,0-1 0,-1 1 0,1 0 0,-1-1 0,1 1 0,-1-1 0,0 0 0,1 0 0,-1 1 0,0-1 0,0 0 0,0 0 0,-1 0 0,1 0 0,0-3 0,4-13 0,-1 0 0,-1-1 0,2-34 0,-5 39 0,0 4 0,1-1 0,0 1 0,5-21 0,-6 31 0,0 0 0,0 0 0,0 0 0,0-1 0,0 1 0,0 0 0,0 0 0,0-1 0,0 1 0,0 0 0,0 0 0,0 0 0,0-1 0,0 1 0,0 0 0,1 0 0,-1 0 0,0 0 0,0-1 0,0 1 0,0 0 0,0 0 0,1 0 0,-1 0 0,0 0 0,0 0 0,0-1 0,1 1 0,-1 0 0,0 0 0,0 0 0,0 0 0,1 0 0,-1 0 0,0 0 0,0 0 0,0 0 0,1 0 0,-1 0 0,0 0 0,0 0 0,1 0 0,-1 0 0,0 0 0,0 0 0,0 0 0,1 0 0,-1 0 0,0 1 0,0-1 0,0 0 0,0 0 0,1 0 0,-1 0 0,0 1 0,11 15 0,4 23 0,-2 25 0,11 119 0,-8-45 0,-13-115 0,1 0 0,0 0 0,-2 0 0,-1 0 0,-2 32 0,0-50 0,0 1 0,0 0 0,0-1 0,0 1 0,-1-1 0,0 0 0,0 0 0,0 1 0,-1-1 0,0-1 0,0 1 0,0 0 0,-1-1 0,1 1 0,-1-1 0,0 0 0,0 0 0,-1-1 0,1 1 0,-1-1 0,1 0 0,-1 0 0,-7 2 0,-32 11-341,-1-2 0,-1-2-1,-70 9 1,82-16-6485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1:31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1 213 24575,'19'-17'0,"1"2"0,1 0 0,0 1 0,1 2 0,31-14 0,-24 11 0,10-6 0,71-33 0,-100 49 0,1 1 0,-1 1 0,1 0 0,0 0 0,-1 1 0,1 1 0,0 0 0,15 0 0,-23 1 0,1 1 0,-1 0 0,1 0 0,-1 0 0,1 0 0,-1 0 0,0 1 0,0-1 0,0 1 0,0 0 0,0 0 0,0 0 0,0 0 0,-1 1 0,1-1 0,-1 1 0,0-1 0,1 1 0,-1 0 0,0 0 0,-1 0 0,1 0 0,0 0 0,-1 1 0,0-1 0,0 0 0,0 1 0,0-1 0,0 5 0,2 11 0,0 1 0,-2 0 0,-2 40 0,1-40 0,0-20 0,0 28 0,-2-1 0,-7 45 0,7-62 0,-1-1 0,0 0 0,0 0 0,-1 0 0,0 0 0,-1-1 0,0 0 0,0 1 0,-1-2 0,1 1 0,-11 9 0,-167 150 0,177-163 0,0 1 0,0-1 0,-1 0 0,0-1 0,0 1 0,0-1 0,0-1 0,-13 4 0,17-8 0,10-3 0,14-5 0,25 2-97,1 1 0,-1 3 1,1 1-1,55 5 0,-57-2-784,-12 1-5945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1:11.5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24575,'44'1121'0,"11"-563"0,23 268 0,-33 0 0,-42 810 0,-7-772 0,4-465-1365,0-368-5461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1:13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24575,'1926'0'-1365,"-1894"0"-5461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1:15.8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1 297 24575,'111'2'0,"-41"1"0,0-4 0,132-18 0,-90 5 0,0 4 0,212 9 0,-142 4 0,-81-8 0,159-28 0,-159 17 0,160-6 0,-212 22 0,37 1 0,0-3 0,-1-4 0,100-20 0,-98 10 0,1 4 0,0 4 0,127 4 0,-113 0 0,-1-4 0,176-38 0,-210 36 0,2 4 0,-1 3 0,69 5 0,29 0 0,188-20 0,124-1 0,-257 20-1365,-178-1-5461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1:19.4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24575,'6'6'0,"14"15"0,17 16 0,27 20 0,15 20 0,7 9 0,1-3 0,-8-11 0,-11-10 0,-18-10 0,-10-14 0,-12-12-8191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1:20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519 1 24575,'-18'32'0,"-2"-1"0,-30 39 0,10-14 0,-47 60 0,-152 162 0,234-273-195,0-1 0,1 0 0,-2 0 0,1 0 0,0-1 0,-8 4 0,-8 3-6631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1:37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24575,'7'0'0,"7"0"0,15 0 0,8 0 0,5 0 0,0 0 0,1 0 0,-8 0-8191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1:38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24575,'7'0'0,"7"0"0,9 0 0,6 0 0,5 0 0,2 0 0,2 0 0,0 0 0,0 0 0,-6 0-8191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1:39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154 340 24575,'14'-198'0,"-7"120"0,-6 71 0,-1 0 0,0 0 0,0 0 0,-1 0 0,-1-11 0,2 18 0,0-1 0,0 1 0,-1-1 0,1 1 0,0 0 0,0-1 0,0 1 0,0-1 0,-1 1 0,1-1 0,0 1 0,-1-1 0,1 1 0,0 0 0,-1-1 0,1 1 0,0 0 0,-1-1 0,1 1 0,0 0 0,-1-1 0,1 1 0,-1 0 0,1 0 0,-1 0 0,1-1 0,-1 1 0,1 0 0,-1 0 0,0 0 0,0 0 0,-1 1 0,1 0 0,-1 0 0,1-1 0,-1 1 0,1 0 0,0 0 0,-1 0 0,1 0 0,0 0 0,0 1 0,0-1 0,0 0 0,0 0 0,-1 2 0,-15 19 0,1 1 0,1 1 0,1 0 0,1 1 0,2 0 0,0 1 0,2 0 0,0 1 0,2 0 0,1 0 0,1 1 0,-2 53 0,13 746-1365,-6-797-5461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1:40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36 24575,'0'-6'0,"6"-2"0,8 0 0,9 2 0,6 1 0,-2 2-8191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1:44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0 24575,'0'6'0,"0"9"0,-6 13 0,-9 9 0,-1 5 0,2 7 0,3 8 0,3 0 0,4-2 0,2 1 0,1-3 0,2-4 0,-1-3 0,1-4 0,0-3 0,-1-2 0,0-6-8191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1:45.3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24575,'1'5'0,"-1"0"0,1 0 0,0 0 0,1 0 0,-1 0 0,1-1 0,3 7 0,4 12 0,-4-6 0,13 38 0,1 0 0,44 84 0,-53-122 0,0-1 0,1 0 0,1 0 0,1-1 0,0 0 0,0-1 0,2-1 0,0 0 0,0-1 0,1-1 0,33 18 0,-16-15 0,1-1 0,1-1 0,0-3 0,0 0 0,0-2 0,1-2 0,57 1 0,47 8 72,49 2-1509,-151-16-5389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1:46.7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456 1 24575,'-6'0'0,"-9"0"0,-7 0 0,-14 6 0,1 8 0,-1 3 0,0 3 0,-1 6 0,1 4 0,-1 3 0,0 3 0,6 0 0,3-5 0,5-1 0,1-7 0,4-6-8191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1:47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 0 24575,'13'35'0,"3"-1"0,29 48 0,-15-29 0,33 48 0,7 14 0,-64-102 0,0 1 0,-2 0 0,1 0 0,-2 0 0,0 0 0,-1 1 0,1 17 0,-4 107 0,-2-68 0,2 59 0,-5 205 0,6-321 0,-2 0 0,1 0 0,-2 0 0,0 0 0,-1-1 0,0 0 0,-1 1 0,0-2 0,-1 1 0,-13 20 0,8-18 0,0-1 0,-1 0 0,-1-1 0,-1 0 0,1-1 0,-2-1 0,-24 16 0,-156 86-1365,145-82-5461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2: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25 216 24575,'-2'-39'0,"1"17"0,0 0 0,4-36 0,-3 54 0,1 1 0,-1-1 0,1 1 0,0-1 0,0 0 0,0 1 0,0 0 0,1-1 0,-1 1 0,1 0 0,0 0 0,0 0 0,0 0 0,0 0 0,1 0 0,-1 0 0,1 1 0,-1-1 0,1 1 0,0 0 0,0 0 0,4-2 0,-5 3 0,1 0 0,-1 1 0,1-1 0,-1 1 0,1 0 0,-1-1 0,1 1 0,-1 0 0,1 1 0,-1-1 0,1 0 0,-1 1 0,1-1 0,-1 1 0,1 0 0,-1 0 0,0 0 0,1 0 0,-1 0 0,0 1 0,0-1 0,0 1 0,0-1 0,0 1 0,0 0 0,0-1 0,-1 1 0,1 0 0,0 0 0,-1 1 0,0-1 0,1 0 0,-1 0 0,1 5 0,4 4 0,-2 0 0,1 1 0,-1-1 0,-1 1 0,4 23 0,-3 20 0,-3-1 0,-2 1 0,-2 0 0,-3-1 0,-2 0 0,-2 0 0,-3-1 0,-2 0 0,-27 63 0,39-110 0,0 1 0,-1-1 0,0 0 0,0 0 0,0 0 0,-1-1 0,1 1 0,-1-1 0,-1 0 0,-5 4 0,-15 15 0,155-44 0,-92 17-1365,-4 2-5461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2:10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254 2 24575,'90'-2'0,"71"2"0,-140 1 0,0 2 0,0 0 0,-1 1 0,1 1 0,27 11 0,-43-15 0,-1 1 0,1 0 0,0 0 0,-1 1 0,0-1 0,1 1 0,-1 0 0,0 0 0,-1 0 0,1 1 0,-1 0 0,1-1 0,-1 1 0,0 0 0,0 0 0,-1 1 0,1-1 0,-1 1 0,0-1 0,0 1 0,0 0 0,-1 0 0,0 0 0,0-1 0,0 1 0,0 0 0,-1 0 0,0 1 0,0-1 0,0 0 0,-1 0 0,0 0 0,0 0 0,0-1 0,0 1 0,-1 0 0,0 0 0,0-1 0,0 1 0,0-1 0,-4 5 0,-6 7 0,-1 0 0,-1-1 0,-1 0 0,0-1 0,-1-1 0,0-1 0,-34 20 0,-19 16 0,69-48 0,-1 0 0,0 0 0,1 1 0,-1-1 0,1 0 0,-1 1 0,1-1 0,-1 1 0,1-1 0,-1 1 0,1-1 0,0 1 0,-1-1 0,1 1 0,0-1 0,-1 1 0,1 0 0,0-1 0,-1 1 0,1-1 0,0 1 0,0 0 0,0-1 0,0 1 0,0 0 0,0-1 0,0 2 0,15 6 0,41-6 0,-44-2 0,-5 0 0,0 1 0,1 0 0,-1 1 0,-1 0 0,1 0 0,0 0 0,0 1 0,-1 0 0,1 0 0,-1 0 0,0 1 0,0 0 0,0 1 0,9 9 0,-12-12 0,-1 1 0,0 0 0,0 0 0,0 0 0,0 0 0,-1 0 0,1 0 0,-1 1 0,0-1 0,0 0 0,0 1 0,0-1 0,0 1 0,-1-1 0,0 1 0,0-1 0,0 1 0,0-1 0,0 1 0,-1-1 0,1 1 0,-1-1 0,0 1 0,0-1 0,0 0 0,-1 1 0,1-1 0,-1 0 0,0 0 0,0 0 0,0 0 0,-2 3 0,-1-1 0,0 0 0,0 0 0,-1 0 0,0 0 0,1-1 0,-1 0 0,-1 0 0,1-1 0,0 0 0,-1 0 0,-13 4 0,-11 2 0,-44 6 0,46-10 0,-33 3-19,0-2-1,-1-4 0,-67-5 0,26 0-1266,63 3-5540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2:15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1 24575,'80'-1'0,"92"3"0,-168-2 0,-1 0 0,0 1 0,0-1 0,1 1 0,-1-1 0,0 1 0,0 0 0,0 0 0,0 0 0,0 1 0,0-1 0,0 1 0,0 0 0,-1-1 0,1 1 0,-1 1 0,4 2 0,-5-3 0,0 0 0,0 0 0,0 0 0,-1 0 0,1 1 0,-1-1 0,1 0 0,-1 0 0,0 0 0,0 0 0,0 1 0,0-1 0,-1 0 0,1 0 0,0 0 0,-1 0 0,1 0 0,-1 0 0,0 0 0,0 0 0,0 0 0,0 0 0,0 0 0,0 0 0,0 0 0,-3 2 0,0 1 0,-1 1 0,0-1 0,0 0 0,0 0 0,0-1 0,-9 6 0,-6 5 0,20-15 0,-1 1 0,1-1 0,0 1 0,0-1 0,0 1 0,0-1 0,0 1 0,-1-1 0,1 1 0,0-1 0,0 1 0,0-1 0,0 1 0,1-1 0,-1 1 0,0-1 0,0 1 0,0-1 0,0 1 0,0-1 0,1 1 0,-1-1 0,0 1 0,0-1 0,1 0 0,-1 1 0,0-1 0,1 1 0,-1-1 0,0 0 0,1 1 0,-1-1 0,0 0 0,1 1 0,-1-1 0,1 0 0,-1 0 0,1 0 0,-1 1 0,1-1 0,-1 0 0,1 0 0,32 18 0,-19-11 0,-2 2 0,0 0 0,-1 1 0,0 0 0,0 0 0,-1 2 0,-1-1 0,0 1 0,10 16 0,-14-20 0,0 1 0,-1-1 0,1 1 0,-2 0 0,1 0 0,-1 0 0,-1 0 0,0 1 0,0-1 0,-1 1 0,0 0 0,0-1 0,-2 18 0,0-21 0,-1-1 0,0 0 0,0 0 0,0 0 0,-1 0 0,1 0 0,-1-1 0,0 1 0,0-1 0,-1 0 0,0 0 0,1 0 0,-1 0 0,0 0 0,-7 4 0,-9 5 0,0-1 0,-28 13 0,26-15 0,-12 7-151,-1-2-1,-1-1 0,0-2 0,-1-2 1,0-1-1,-1-2 0,1-1 1,-51 0-1,48-6-6674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2:17.2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24575,'6'7'0,"15"13"0,16 17 0,8 9 0,3 8 0,-1-5 0,-8-4 0,-5-10 0,-7-5 0,-3-1 0,-5-5-8191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2:18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261 1 24575,'0'12'0,"-12"11"0,-11 14 0,-8 7 0,2 2 0,-1-6 0,5-5 0,0-7 0,5 3 0,-1 3 0,4 2 0,3 2 0,6-1 0,3-5-8191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2:19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24575,'0'6'0,"0"9"0,0 13 0,6 22 0,3 8 0,-1 1 0,-1 2 0,3-8 0,1-8 0,-1-5 0,-3-9-8191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2:20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1 148 24575,'6'0'0,"9"0"0,7 0 0,7-7 0,11-7 0,17-3 0,18-3 0,2-6 0,-5 3 0,-9 4 0,-9 6 0,-13 5-8191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2:21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1 24575,'2'132'0,"-5"151"0,1-267 0,0-1 0,-1 1 0,-1-1 0,0 1 0,-1-1 0,0 0 0,-2-1 0,-11 22 0,18-37 0,0 1 0,0 0 0,0-1 0,0 1 0,0-1 0,-1 1 0,1-1 0,0 1 0,0-1 0,0 1 0,0 0 0,-1-1 0,1 1 0,0-1 0,0 1 0,-1 0 0,1-1 0,0 1 0,-1 0 0,1-1 0,0 1 0,-1 0 0,1 0 0,0-1 0,-1 1 0,1 0 0,-1 0 0,1 0 0,0-1 0,-1 1 0,1 0 0,-1 0 0,1 0 0,-1 0 0,1 0 0,-1 0 0,1 0 0,-1 0 0,1 0 0,0 0 0,-1 0 0,1 0 0,-1 0 0,1 1 0,-1-1 0,1 0 0,0 0 0,-1 0 0,1 1 0,-1-1 0,1 0 0,0 0 0,-1 1 0,1-1 0,0 0 0,-1 1 0,1-1 0,0 0 0,0 1 0,-1-1 0,1 1 0,0-1 0,0 0 0,-1 1 0,-3-41 0,4 39 0,-1-34-1365,1 2-5461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2:21.8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2:23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407 1 24575,'24'27'0,"-2"1"0,0 1 0,-2 1 0,23 47 0,-20-35 0,55 76 0,30 11 0,-40-51 0,-4 3 0,58 95 0,-120-172 0,1 0 0,-1 0 0,0 0 0,0 0 0,0 1 0,-1-1 0,0 0 0,0 1 0,0-1 0,0 1 0,0 0 0,-1-1 0,0 7 0,-1-8 0,0-1 0,0 0 0,0 0 0,0 1 0,0-1 0,0 0 0,0 0 0,-1 0 0,1-1 0,-1 1 0,1 0 0,-1 0 0,0-1 0,0 1 0,0-1 0,0 1 0,0-1 0,0 0 0,0 0 0,0 0 0,-1 0 0,1 0 0,0-1 0,0 1 0,-1-1 0,1 1 0,-3-1 0,-27 5-3,-1-1-1,1-1 0,-1-2 1,1-2-1,-1-1 1,1-1-1,-39-9 0,-27-12 74,-94-38-1,115 35-560,-3 3-1,-105-19 0,146 38-6334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2:24.1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24575,'0'12'0,"12"11"0,5 7 0,11 12 0,2 4 0,8 7 0,3 1 0,1-2 0,-6-5 0,-3-9 0,-7-5 0,-9-3 0,-6-5-8191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2:24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514 0 24575,'0'13'0,"-6"22"0,-21 25 0,-12 33 0,-19 25 0,-5 19 0,2-2 0,5-12 0,12-20 0,7-15 0,3-16 0,9-15 0,7-10 0,1-13 0,4-7 0,3-1 0,4-5-8191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2:27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0 24575,'-1'5'0,"0"0"0,0 0 0,0-1 0,-1 1 0,0 0 0,0-1 0,-2 5 0,-10 27 0,6 29 0,3 1 0,7 121 0,1-63 0,-3-112 0,-2 31 0,3 0 0,1 0 0,3 0 0,1 0 0,16 58 0,-17-87-59,9 29 121,1-1 0,25 47 1,-34-78-178,0 0 0,0 0 0,1-1 0,1 0 1,0-1-1,0 1 0,1-2 0,0 1 0,1-1 0,-1-1 1,1 1-1,21 10 0,-9-9-6711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2:29.6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24575,'8'1'0,"0"0"0,-1 0 0,1 1 0,-1 0 0,0 0 0,1 1 0,-1 0 0,0 0 0,-1 1 0,1 0 0,-1 0 0,1 0 0,-1 1 0,0 0 0,-1 0 0,1 1 0,-1-1 0,0 1 0,-1 0 0,1 1 0,3 6 0,3 7 0,0 0 0,-1 0 0,-1 2 0,0-1 0,8 41 0,-1 1 0,-6-29 0,-2 1 0,-2 0 0,4 60 0,-12 346-1365,2-410-5461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3:21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24575,'0'922'-1365,"0"-891"-5461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3:22.8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24575,'6'7'0,"2"7"0,6 3 0,7 3 0,6 6 0,-1 4 0,1 3 0,-5 3 0,2-6 0,1-7 0,4-8 0,3-6 0,2-11 0,-5-12 0,-1-2 0,-4-6 0,-2 1 0,-3 4-8191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4:32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24575,'3'1'0,"1"0"0,-1 1 0,0 0 0,0-1 0,-1 1 0,1 0 0,0 1 0,-1-1 0,1 0 0,-1 1 0,0-1 0,1 1 0,-1 0 0,2 3 0,-3-3 0,78 118 0,-10-14 0,-51-83 0,-2 0 0,0 1 0,-2 1 0,-1 1 0,12 34 0,-22-54 17,0-1 0,0 1 0,1-1 0,0 0 0,0 0 0,8 9 0,10 16-1501,-11-11-5342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4:33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547 0 24575,'-6'0'0,"-9"6"0,-14 22 0,-14 17 0,-13 15 0,-10 8 0,1 0 0,5-5 0,7-8 0,5-13 0,11-7 0,6-10 0,8-2 0,9-6-8191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4:34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24575,'0'445'0,"1"-426"12,1 1 0,1-1 0,8 28 0,0 1-1425,-6-21-5413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4:35.5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24575,'6'0'0,"9"0"0,13 0 0,10 0 0,3 0 0,8 0 0,2 0 0,4 0 0,0 0 0,-4 0 0,-10 0-8191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4:37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269 356 24575,'0'39'0,"0"107"0,-22 185 0,16-304 0,4-35 0,4-50 0,100-586 0,-97 620 0,1 1 0,11-31 0,-14 47 0,0 0 0,0 1 0,0-1 0,1 1 0,-1 0 0,2 0 0,-1 0 0,1 1 0,0-1 0,0 1 0,11-9 0,-14 13 0,0 0 0,0 0 0,0 1 0,1-1 0,-1 0 0,0 1 0,1-1 0,-1 1 0,0 0 0,1 0 0,-1 0 0,1 0 0,-1 0 0,0 1 0,1-1 0,-1 1 0,0-1 0,0 1 0,1 0 0,-1 0 0,0 0 0,0 0 0,0 0 0,0 0 0,0 1 0,0-1 0,0 1 0,-1-1 0,1 1 0,2 3 0,3 2 0,0 2 0,-1-1 0,1 0 0,-2 1 0,8 16 0,59 147 0,-44-100 0,3-2 0,42 72 0,-60-120 0,-1 0 0,14 38 0,-22-49 0,0 0 0,-1 0 0,0 0 0,-1 1 0,0 0 0,-1-1 0,-1 21 0,0-29 0,-1 0 0,0 0 0,0 0 0,0 0 0,-1 0 0,1 0 0,-1 0 0,0 0 0,1 0 0,-1-1 0,-1 1 0,1-1 0,0 1 0,0-1 0,-1 0 0,0 0 0,1 0 0,-1 0 0,0 0 0,-5 2 0,-8 3 0,0 0 0,-29 8 0,33-11 0,-85 20 0,0-4 0,-147 10 0,129-17 0,18-4-1365,64-8-5461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4:38.5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24575,'0'6'0,"6"3"0,9 5 0,7 7 0,13 12 0,7 8 0,9 1 0,1 8 0,-1 0 0,-3-7 0,-4-5 0,-3-9 0,-8-4 0,-10-5-8191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4:39.2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297 1 24575,'-6'0'0,"-9"6"0,-7 8 0,-1 9 0,-2 6 0,-3-2 0,3 1 0,-1-5 0,4 1 0,1-4 0,2 1 0,-1 2 0,-3-1 0,2-6-8191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5:31.4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799 1 24575,'-9'0'0,"1"2"0,0-1 0,-1 1 0,1 0 0,0 0 0,0 1 0,0 0 0,0 1 0,0 0 0,1 0 0,-11 8 0,-10 9 0,-37 36 0,42-35 0,-34 34 0,-94 123 0,-4 4 0,-38 25-1365,174-184-5461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5:32.8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734 0 24575,'-1'21'0,"-1"0"0,0 0 0,-2 0 0,-1 0 0,0-1 0,-16 37 0,-64 111 0,62-126 0,-63 118 0,-92 238 0,-15 31 0,102-241 0,68-136-1365,8-11-5461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5:44.7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1096 0 24575,'-140'543'0,"47"-154"0,64-285 0,-304 953 0,267-896 0,-94 164 0,125-255 0,4 1 0,-33 109 0,26-66 0,25-72 0,-9 53 0,-8 28 0,-1-23-1365,20-59-5461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6:06.7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 24575,'-1'49'0,"0"-18"0,0-1 0,8 56 0,-6-79 0,0-1 0,1 1 0,0 0 0,0 0 0,0-1 0,1 0 0,0 1 0,0-1 0,0 0 0,1 0 0,0-1 0,0 1 0,1-1 0,0 0 0,0 0 0,0 0 0,9 6 0,-12-10 0,-1 0 0,1 0 0,0 0 0,0 0 0,0 0 0,-1 0 0,1-1 0,0 1 0,0-1 0,0 1 0,0-1 0,0 0 0,0 0 0,0 0 0,0 0 0,0 0 0,0 0 0,0-1 0,0 1 0,0-1 0,0 1 0,0-1 0,0 0 0,-1 1 0,1-1 0,0 0 0,0 0 0,-1-1 0,1 1 0,0 0 0,-1 0 0,0-1 0,1 1 0,-1-1 0,0 1 0,2-4 0,4-6 0,0-1 0,-1 0 0,0 0 0,6-20 0,-1 6 0,-1-2 0,-7 21 0,-1 0 0,1 0 0,0 0 0,1 1 0,5-9 0,-9 14 0,1 1 0,-1-1 0,1 1 0,-1-1 0,1 1 0,-1 0 0,1-1 0,0 1 0,-1 0 0,1 0 0,0-1 0,-1 1 0,1 0 0,0 0 0,-1 0 0,1 0 0,0 0 0,-1 0 0,1 0 0,0 0 0,-1 0 0,1 0 0,0 0 0,-1 0 0,1 0 0,0 1 0,-1-1 0,1 0 0,0 0 0,-1 1 0,1-1 0,-1 0 0,1 1 0,0-1 0,-1 1 0,1-1 0,-1 1 0,1-1 0,-1 1 0,0-1 0,1 1 0,-1 0 0,0-1 0,1 1 0,-1-1 0,0 1 0,1 1 0,16 33 0,-4 9 0,-2 1 0,7 72 0,0-7 0,8 12 0,-8-44 0,-3 2 0,8 137 0,-22-213 0,-1 0 0,0 1 0,0-1 0,-1 0 0,1 1 0,-1-1 0,0 0 0,0 0 0,0 0 0,-1 0 0,1 0 0,-1 0 0,0 0 0,0 0 0,-1-1 0,-4 7 0,3-7 0,0 0 0,-1 0 0,1 0 0,-1-1 0,0 1 0,1-1 0,-1 0 0,0 0 0,0-1 0,-1 0 0,1 0 0,0 0 0,-9 0 0,-42 2-110,-73-5 0,83 0-1035,10 0-5681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6:07.4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24575,'6'0'0,"15"0"0,23 0 0,9 0 0,3 0 0,4 0 0,-2 0 0,-11 0-8191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6:08.1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24575,'6'0'0,"9"0"0,8 0 0,5 0 0,6 0 0,2 0 0,2 0 0,-6 0-8191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6:08.8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24575,'0'6'0,"6"15"0,9 17 0,20 20 0,17 25 0,11 5 0,9 6 0,-2 0 0,-7-16 0,-8-15 0,-13-12 0,-8-9 0,-9-11-8191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6:09.6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759 0 24575,'-7'0'0,"-7"6"0,-21 15 0,-17 16 0,-12 21 0,-20 19 0,-9 9 0,0 8 0,8-11 0,14-7 0,11-11 0,17-10 0,9-8 0,11-12-8191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6:11.5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24575,'1'18'0,"0"1"0,1-1 0,1 0 0,0 0 0,2 0 0,0 0 0,1 0 0,1-1 0,0 0 0,1-1 0,1 0 0,1 0 0,0 0 0,1-2 0,1 1 0,0-1 0,1-1 0,24 20 0,9-1 0,56 28 0,-84-50 0,1-2 0,-1 0 0,2-1 0,-1-1 0,1-1 0,31 5 0,-48-10 0,0 0 0,0 1 0,0-1 0,0 0 0,0 0 0,0-1 0,0 1 0,0-1 0,-1 1 0,1-1 0,0 0 0,0 0 0,0 0 0,-1 0 0,1-1 0,0 1 0,-1-1 0,0 0 0,1 1 0,-1-1 0,0 0 0,0 0 0,0-1 0,0 1 0,0 0 0,0-1 0,-1 1 0,2-4 0,0-1 0,0 0 0,-1-1 0,0 1 0,-1-1 0,0 1 0,0-1 0,0 0 0,-1 1 0,-1-12 0,-8 152 0,8 370 0,2-493 0,-1 0 0,-1 0 0,0-1 0,0 1 0,-1 0 0,-1 0 0,-3 12 0,4-18 0,0 0 0,-1 0 0,1-1 0,-1 1 0,1 0 0,-1-1 0,0 0 0,-1 1 0,1-1 0,0-1 0,-1 1 0,0 0 0,1-1 0,-1 0 0,0 0 0,0 0 0,-1 0 0,-6 2 0,-20 2 0,0-1 0,-1-1 0,1-2 0,-1-1 0,0-1 0,-49-8 0,-8 2 0,49 5-1365,6 0-5461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6:12.9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24575,'0'6'0,"0"9"0,0 7 0,0 7 0,0 5 0,0 2 0,0 2 0,0 0 0,0 1 0,0-1 0,0 0 0,0-1 0,0-6-8191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6:14.0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24575,'6'0'0,"21"0"0,12 0 0,6 0 0,2 0 0,-2 0 0,-8 0-8191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6:15.0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24575,'6'0'0,"15"0"0,10 0 0,6 0 0,3 0 0,1 0 0,-1 0 0,0 0 0,-7 0-8191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6:16.8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0 559 24575,'52'-148'0,"77"-261"0,-129 409 0,0 0 0,0 0 0,0 0 0,0 0 0,0 0 0,1 1 0,-1-1 0,0 0 0,0 0 0,0 0 0,0 0 0,0 0 0,1 0 0,-1 0 0,0 0 0,0 0 0,0 0 0,0 0 0,1 0 0,-1 0 0,0 0 0,0 0 0,0 0 0,0 0 0,0 0 0,1 0 0,-1 0 0,0 0 0,0 0 0,0 0 0,0 0 0,0 0 0,1 0 0,-1-1 0,0 1 0,0 0 0,0 0 0,0 0 0,0 0 0,0 0 0,1 0 0,-1 0 0,0-1 0,0 1 0,0 0 0,0 0 0,0 0 0,0 0 0,0-1 0,7 32 0,3 47 0,11 108 0,-2-29 0,-2 164 0,-18-241-1365,1-47-5461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7:11.9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24575,'0'997'-1365,"0"-963"-5461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7:14.3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24575,'2'10'0,"0"1"0,1-1 0,0 0 0,0 0 0,1-1 0,9 17 0,-7-12 0,-1-5 0,0 1 0,0-1 0,1-1 0,1 1 0,-1-1 0,1 0 0,1 0 0,14 11 0,-18-15 0,0-1 0,1 0 0,-1 0 0,1-1 0,0 1 0,0-1 0,0 0 0,0 0 0,0-1 0,1 1 0,-1-1 0,0 0 0,1-1 0,-1 1 0,0-1 0,1 0 0,-1 0 0,10-3 0,-13 3 0,1-1 0,-1 0 0,0 1 0,0-1 0,0 0 0,0 0 0,0-1 0,0 1 0,0 0 0,0-1 0,0 1 0,-1-1 0,1 0 0,-1 1 0,1-1 0,-1 0 0,1 0 0,-1 0 0,1-3 0,10-43 0,-11 42 0,0 0 0,0 1 0,0-1 0,1 0 0,4-10 0,-6 16 0,0-1 0,1 1 0,-1 0 0,0-1 0,0 1 0,0 0 0,0-1 0,1 1 0,-1 0 0,0 0 0,0-1 0,0 1 0,1 0 0,-1 0 0,0-1 0,1 1 0,-1 0 0,0 0 0,0 0 0,1-1 0,-1 1 0,0 0 0,1 0 0,-1 0 0,0 0 0,1 0 0,-1 0 0,0 0 0,1 0 0,-1 0 0,0 0 0,1 0 0,-1 0 0,1 0 0,-1 0 0,0 0 0,1 0 0,-1 0 0,0 0 0,0 1 0,1-1 0,-1 0 0,1 0 0,11 18 0,3 25 0,65 441 0,-73-432 0,-2 0 0,-4 93 0,-1-141 0,0 0 0,-1 0 0,0-1 0,0 1 0,0 0 0,0-1 0,0 1 0,-1-1 0,1 1 0,-1-1 0,0 0 0,0 1 0,-1-1 0,1 0 0,0-1 0,-1 1 0,0 0 0,0-1 0,0 1 0,0-1 0,0 0 0,0 0 0,0 0 0,-1 0 0,1-1 0,-1 0 0,1 1 0,-1-1 0,0 0 0,-5 0 0,-11 2 0,-1-1 0,0-1 0,1-1 0,-33-5 0,12 2 0,-58 0-1365,58 2-5461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7:15.5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24575,'0'6'0,"6"2"0,3 7 0,-1 6 0,-2 6 0,5-2 0,0 2 0,-1 2 0,-4 2 0,-1 3 0,-3 1 0,0-5-8191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7:16.6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24575,'7'0'0,"7"0"0,9 0 0,6 0 0,4 0 0,4 0 0,1 0 0,7 0 0,1 0 0,0 0 0,-2 0 0,-2 0 0,-8 0-8191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7:17.8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24575,'6'0'0,"9"0"0,7 0 0,7 0 0,5 0 0,2 0 0,-5 0-8191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7:19.0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24575,'6'0'0,"9"0"0,14 0 0,8 0 0,10 0 0,4 0 0,-1 0 0,-2 0 0,-4 0 0,-2 0 0,-3 0 0,-7 0-8191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7:20.2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24575,'0'13'0,"0"9"0,0 9 0,0 17 0,0 6 0,0 1 0,0-2 0,0-5 0,0-4 0,0-3 0,0-9-8191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7:22.2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1 408 24575,'0'-12'0,"0"-29"0,7-64 0,-4 91 0,0-1 0,0 1 0,2 0 0,-1 1 0,2-1 0,0 1 0,0 0 0,10-13 0,-10 17 0,1-1 0,0 2 0,0-1 0,1 1 0,0 0 0,0 1 0,1 0 0,0 0 0,0 1 0,0 0 0,1 1 0,0 0 0,14-5 0,-16 8 0,-1 0 0,1 0 0,0 1 0,-1 0 0,1 0 0,0 1 0,0 0 0,0 1 0,-1 0 0,1 0 0,0 0 0,-1 1 0,1 0 0,-1 0 0,0 1 0,1 0 0,-1 1 0,-1-1 0,13 10 0,-13-9 0,-1 1 0,0 0 0,-1 0 0,1 0 0,-1 1 0,0 0 0,0 0 0,-1 0 0,0 0 0,0 0 0,0 1 0,-1-1 0,0 1 0,0 0 0,-1-1 0,2 12 0,-1 2 0,-1 0 0,-1 0 0,0-1 0,-5 30 0,7-82 0,-2 27 0,0 0 0,0 0 0,0-1 0,1 1 0,0 0 0,1 0 0,-1 0 0,1 0 0,0 0 0,1 0 0,-1 0 0,1 1 0,4-6 0,-3 7 0,0-1 0,0 2 0,0-1 0,1 0 0,0 1 0,-1 0 0,1 0 0,0 1 0,0-1 0,1 1 0,-1 0 0,1 0 0,-1 1 0,1 0 0,10-2 0,9 1 0,0 1 0,34 3 0,-30 0 0,-23-3 0,-1 2 0,0-1 0,1 0 0,-1 1 0,1 0 0,-1 1 0,0-1 0,0 1 0,0 0 0,0 0 0,0 1 0,0-1 0,6 6 0,-7-5 0,-1 1 0,1 0 0,-1 0 0,0 0 0,-1 0 0,1 1 0,-1-1 0,0 1 0,0 0 0,0 0 0,-1-1 0,1 1 0,-1 0 0,1 10 0,0 14-455,0 0 0,-3 32 0,0-26-6371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7:24.6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387 35 24575,'-15'9'0,"1"1"0,0 1 0,0 0 0,1 1 0,1 1 0,0 0 0,-15 21 0,-4 4 0,-191 233 0,212-262 0,8-14 0,11-21 0,27-40 0,2 2 0,3 2 0,77-92 0,-110 144 0,1-1 0,0 1 0,0 1 0,1-1 0,1 2 0,14-11 0,-22 17 0,1 0 0,0 1 0,-1 0 0,1-1 0,0 1 0,0 0 0,0 1 0,0-1 0,0 1 0,0-1 0,0 1 0,-1 1 0,1-1 0,0 0 0,0 1 0,0 0 0,0 0 0,0 0 0,0 0 0,-1 1 0,1-1 0,-1 1 0,1 0 0,-1 0 0,4 3 0,20 17 0,0 0 0,-2 2 0,-1 0 0,-1 2 0,36 53 0,42 45 0,-100-123 0,1 0 0,-1 0 0,1 1 0,-1-1 0,0 0 0,0 0 0,0 1 0,0-1 0,0 1 0,0-1 0,0 1 0,0-1 0,0 1 0,-1-1 0,1 1 0,-1 0 0,1-1 0,-1 1 0,0 0 0,1 0 0,-1-1 0,0 1 0,0 0 0,0 0 0,-1-1 0,1 1 0,-1 2 0,-1-2 0,0 0 0,0 0 0,0-1 0,0 1 0,-1-1 0,1 1 0,-1-1 0,1 0 0,-1 0 0,1 0 0,-1 0 0,0 0 0,1-1 0,-1 1 0,0-1 0,0 0 0,-5 0 0,-317 2 49,175-6-1463,112 4-5412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7:25.7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24575,'6'0'0,"9"0"0,7 7 0,7 14 0,11 10 0,-2 6 0,6 3 0,-5 1 0,-3-7 0,-7-2 0,-3-8 0,-5-7-8191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7:26.6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397 0 24575,'-7'19'0,"-14"12"0,-3 8 0,-5 9 0,-3-4 0,4-2 0,6-3 0,1-1 0,4-1 0,-7 5 0,0 3 0,-3 5 0,-2-5 0,4-5 0,6-2 0,-1-8 0,4-2 0,4-7-8191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7:27.6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24575,'6'0'0,"9"0"0,7 0 0,7 0 0,5 0 0,2 0 0,8 0 0,2 0 0,1 0 0,-3 0 0,5 0 0,0 0 0,-9 0-8191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7:29.3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1 24575,'11'18'0,"2"1"0,0-2 0,1 1 0,1-2 0,29 26 0,-8-7 0,-26-26 0,0 0 0,1 0 0,0-1 0,0 0 0,1-1 0,0-1 0,0 0 0,1 0 0,0-1 0,0-1 0,0 0 0,24 4 0,6-4 0,0-1 0,74-5 0,28 2 0,-126 1 0,-1 1 0,0 0 0,1 2 0,-1 0 0,26 11 0,-39-13 0,0 1 0,1 0 0,-1 0 0,0 0 0,0 1 0,-1 0 0,1 0 0,-1 0 0,0 0 0,0 1 0,4 5 0,-7-8 0,0-1 0,0 0 0,-1 1 0,1-1 0,0 1 0,-1-1 0,1 0 0,-1 1 0,0 0 0,1-1 0,-1 1 0,0-1 0,0 1 0,0-1 0,0 1 0,0-1 0,0 1 0,-1-1 0,1 1 0,0-1 0,-1 1 0,1-1 0,-1 1 0,0-1 0,1 1 0,-1-1 0,0 0 0,0 1 0,0-1 0,0 0 0,0 0 0,0 0 0,0 0 0,0 0 0,-1 0 0,1 0 0,0 0 0,-1 0 0,1-1 0,0 1 0,-1 0 0,1-1 0,-1 1 0,1-1 0,-1 0 0,-2 1 0,-18 5 0,-1-1 0,0-2 0,0 0 0,0-1 0,-34-2 0,-41 4 0,26 9 0,1 3 0,0 3 0,1 3 0,1 3 0,-85 44 0,86-31-1365,46-21-5461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7:31.8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5 111 24575,'-2'81'0,"0"-44"0,2 0 0,1 0 0,9 58 0,-9-89 0,1 0 0,0 0 0,0 0 0,1-1 0,-1 1 0,1 0 0,1-1 0,-1 0 0,1 0 0,0 0 0,0 0 0,0 0 0,1-1 0,-1 0 0,1 0 0,0 0 0,1-1 0,-1 1 0,1-1 0,-1 0 0,1-1 0,6 3 0,2-1 0,1 0 0,-1-1 0,1 0 0,0-1 0,0-1 0,0 0 0,0-1 0,18-3 0,-27 3 0,-1-1 0,0 0 0,1-1 0,-1 1 0,0-1 0,0 0 0,0 0 0,0-1 0,-1 1 0,1-1 0,-1 0 0,1 0 0,-1-1 0,0 1 0,0-1 0,0 0 0,-1 0 0,1 0 0,-1-1 0,0 1 0,-1-1 0,1 0 0,-1 0 0,0 1 0,0-2 0,0 1 0,0 0 0,-1 0 0,1-7 0,2-17 0,-1 0 0,-1 0 0,-2 0 0,-4-38 0,2 22 0,2 38 0,-1-1 0,1 1 0,-2 0 0,1-1 0,-1 1 0,0 0 0,0 0 0,-1 0 0,0 0 0,0 1 0,-1-1 0,1 1 0,-2 0 0,-5-7 0,4 6 0,-1 1 0,0 0 0,0 0 0,-1 1 0,1-1 0,-1 2 0,-1-1 0,1 1 0,-1 1 0,1 0 0,-11-3 0,8 3-151,1 0-1,-1 1 0,0 1 0,0-1 1,0 2-1,0 0 0,0 0 1,-15 2-1,-7 6-6674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7:34.6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77 24575,'233'2'0,"268"-5"0,-158-34 0,-73 3 0,164 30 0,-226 6 0,4899-2-1365,-5068 0-5461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8:05.4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0 634 24575,'21'0'0,"58"-4"0,-73 2 0,0 1 0,0-1 0,0 0 0,0 0 0,0-1 0,-1 1 0,1-1 0,-1-1 0,1 1 0,7-7 0,2-5 0,0-1 0,-1 0 0,-1-1 0,0 0 0,-1-1 0,13-27 0,47-121 0,-67 156 0,1-6 0,32-92 0,-36 100 0,0 0 0,0-1 0,-1 1 0,0 0 0,0-1 0,-1 1 0,0-1 0,-1 1 0,1 0 0,-5-16 0,4 22 0,0-1 0,0 1 0,0-1 0,0 1 0,0-1 0,-1 1 0,1 0 0,-1 0 0,0 0 0,0 0 0,0 0 0,0 0 0,0 0 0,0 0 0,0 1 0,-1-1 0,1 1 0,0 0 0,-1 0 0,1 0 0,-1 0 0,0 0 0,1 0 0,-1 1 0,0-1 0,1 1 0,-1 0 0,0-1 0,1 1 0,-1 1 0,0-1 0,0 0 0,1 1 0,-1-1 0,0 1 0,1 0 0,-1 0 0,-4 2 0,0 0 0,-1 0 0,1 1 0,0 0 0,0 0 0,1 1 0,-1-1 0,1 1 0,0 1 0,0-1 0,0 1 0,1 0 0,-6 9 0,-7 22 0,3 1 0,1 0 0,1 0 0,-7 46 0,12-51 0,-40 256 0,45-267 0,-8 120-52,9 164-1,3-166-1207,0-100-5566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8:08.9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24575,'7'0'0,"7"0"0,9 0 0,5 0 0,6 0 0,2 0 0,2 0 0,0 0 0,0 0 0,1 0 0,-8 0-8191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8:10.3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192 1 24575,'-2'0'0,"0"1"0,0-1 0,1 1 0,-1-1 0,0 1 0,1 0 0,-1 0 0,1 0 0,-1 0 0,1 0 0,-1 0 0,1 0 0,0 0 0,-1 1 0,1-1 0,0 1 0,-1 1 0,-22 33 0,17-24 0,-14 24 0,3 1 0,1 1 0,1 0 0,2 1 0,2 0 0,2 1 0,2 0 0,1 1 0,2 0 0,1 0 0,3 0 0,1 0 0,7 43 0,-6-74 6,1-1-1,0 0 1,1 0-1,0 0 0,1 0 1,0 0-1,0-1 1,0 1-1,9 10 1,6 6-168,33 34 1,-19-23-936,-16-18-5729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8:11.5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24575,'6'6'0,"2"15"0,12 10 0,10 12 0,4 12 0,5-5 0,-6 3 0,-2-1 0,-6-4 0,-7-4 0,-1-9 0,-2-4 0,1-8 0,-1-1 0,2-5 0,0 2 0,1-3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8:12.7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474 0 24575,'-6'7'0,"-9"7"0,-7 9 0,-13 19 0,-7 8 0,-15 8 0,-4 8 0,3-3 0,10-4 0,7-14 0,12-7 0,9-4 0,3-8 0,4-2 0,4-5-8191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8:13.8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24575,'0'13'0,"0"16"0,0 16 0,0 7 0,0 0 0,0-2 0,0-3 0,7 2 0,1 6 0,0 0 0,-1-4 0,-2 3 0,-3-2 0,0-4 0,-1-3 0,-1-9-8191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8:15.5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24575,'6'0'0,"9"0"0,7 0 0,7 0 0,5 0 0,2 0 0,2 0 0,0 0 0,1 0 0,-1 0 0,-1 0 0,1 0 0,-1 0 0,-6 0-8191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8:23.6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151 33 24575,'-1'21'0,"-2"1"0,-1-1 0,0 0 0,-2 0 0,-12 29 0,2-1 0,-23 61 0,27-82 0,1 0 0,2 1 0,0 0 0,3 1 0,-6 49 0,12-160 0,-1 35 0,7-56 0,-4 88 0,1 0 0,0 0 0,0 0 0,2 0 0,-1 1 0,2-1 0,0 1 0,10-15 0,-4 9 0,2 0 0,0 2 0,1-1 0,1 2 0,1 0 0,0 1 0,1 0 0,0 2 0,1 0 0,1 1 0,21-9 0,-37 19 0,1 0 0,-1 1 0,1-1 0,-1 1 0,1 1 0,-1-1 0,1 0 0,-1 1 0,1 0 0,0 0 0,-1 0 0,1 1 0,-1 0 0,1 0 0,-1 0 0,1 0 0,-1 1 0,1-1 0,-1 1 0,0 0 0,0 1 0,0-1 0,0 1 0,-1-1 0,1 1 0,-1 0 0,5 5 0,4 7 0,0 1 0,0 0 0,-2 1 0,0 0 0,8 21 0,1 0 0,17 25 0,-3 3 0,33 98 0,-61-153 0,1 1 0,0-1 0,0 0 0,1 0 0,1 0 0,11 13 0,24 35 0,-40-54 0,0 0 0,0 0 0,0 1 0,-1-1 0,0 0 0,0 1 0,-1 0 0,2 6 0,-3-10 0,-1 0 0,1-1 0,0 1 0,-1 0 0,0-1 0,1 1 0,-1 0 0,0-1 0,0 1 0,0-1 0,0 1 0,0-1 0,0 0 0,0 1 0,0-1 0,-1 0 0,1 0 0,0 1 0,-1-1 0,1-1 0,-1 1 0,1 0 0,-1 0 0,0 0 0,1-1 0,-1 1 0,0-1 0,0 1 0,1-1 0,-1 0 0,-2 0 0,-30 6 0,0-1 0,0-2 0,0-2 0,-1-1 0,-37-5 0,-25 1 0,67 5-52,1 1 0,-1 2 0,-32 9 0,22-5-1105,13-4-5669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8:24.9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24575,'0'6'0,"0"15"0,6 10 0,3 6 0,5 3 0,1 1 0,4-7 0,-2-2 0,-3-1 0,3-5 0,3-2 0,6 3 0,4-5 0,-3 2 0,-5 1 0,-2-2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8:26.2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269 0 24575,'0'6'0,"-7"15"0,-7 10 0,-3 6 0,-3-4 0,0 0 0,5 0 0,-2-6 0,2-1 0,-3 2 0,-4 1 0,1 3 0,-1 2 0,2 2 0,-2 0 0,4-6-8191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8:27.2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24575,'9'5'0,"-1"0"0,1 1 0,-1 0 0,-1 0 0,1 1 0,-1 0 0,10 13 0,42 64 0,-38-51 0,41 58 0,75 150 0,-120-206 0,-2 1 0,-1 1 0,-2 0 0,-2 1 0,-1 0 0,-2 1 0,4 74 0,-11-106-26,1 44 76,-2 0-1,-10 64 1,9-100-164,-1-1-1,-1 1 1,0-1-1,-1 0 1,0-1-1,-1 1 1,-1-1-1,0 0 1,-1 0-1,0-1 1,-1 0-1,-16 17 1,5-12-6712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8:28.2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24575,'6'0'0,"8"0"0,9 0 0,18 0 0,9 0 0,9 0 0,6 0 0,-1 0 0,0 0 0,-3 0 0,-7 0 0,-12 0-8191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8:30.1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37 24575,'2301'0'0,"-1956"-18"0,-50 1 0,246 15 29,-308 3-1423,-182-1-5432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8:32.2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333 1300 24575,'2'-33'0,"1"0"0,10-42 0,-6 37 0,4-57 0,-11-583 0,-1 665 0,-10-141 0,9 140 0,-1 0 0,0 0 0,-1 1 0,0-1 0,-1 1 0,0 0 0,-1 0 0,-12-19 0,16 29 0,0 0 0,1 1 0,-1-1 0,0 1 0,0-1 0,-1 1 0,1-1 0,0 1 0,-1 0 0,0 0 0,1 0 0,-1 1 0,0-1 0,0 1 0,0-1 0,0 1 0,0 0 0,0 0 0,0 0 0,0 1 0,0-1 0,-1 1 0,1-1 0,0 1 0,0 0 0,-1 0 0,1 1 0,0-1 0,0 1 0,-1 0 0,1-1 0,0 1 0,0 1 0,0-1 0,0 0 0,0 1 0,1-1 0,-1 1 0,0 0 0,-4 4 0,-2 3 0,0 0 0,0 0 0,0 1 0,1 0 0,1 1 0,0 0 0,0 0 0,1 0 0,-5 16 0,-9 29 0,4 1 0,2 1 0,-12 104 0,2 180 0,23-325 0,-4 657 0,7-443 0,-1-198-273,2-1 0,0 0 0,3 0 0,16 58 0,-9-53-6553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8:33.3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24575,'7'0'0,"7"0"0,9 0 0,6 0 0,4 0 0,4 0 0,1 0 0,-6 0-8191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8:34.3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24575,'7'0'0,"14"12"0,10 11 0,12 8 0,11 4 0,3 10 0,5 2 0,-3 0 0,-5-1 0,-5-10 0,-11-9-8191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8:35.1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556 1 24575,'-21'35'0,"-1"-1"0,-2-1 0,-2-1 0,-43 44 0,-38 47 0,-110 140 0,211-255-273,0-1 0,-1 0 0,0-1 0,-14 12 0,-2-4-6553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8:38.5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494 219 24575,'-6'6'0,"1"1"0,0 0 0,1 0 0,0 0 0,0 1 0,-5 14 0,-6 10 0,-45 85 0,5 2 0,-66 214 0,115-316 0,2-19 0,2-30 0,1 0 0,7-343 0,-3 355 0,0 0 0,1 1 0,0 0 0,2 0 0,0 0 0,18-35 0,67-100 0,-47 85 0,-41 64 0,0-1 0,1 1 0,-1 0 0,1 1 0,1-1 0,-1 1 0,0-1 0,1 1 0,0 1 0,0-1 0,0 1 0,6-4 0,-7 6 0,0 0 0,0-1 0,0 2 0,1-1 0,-1 0 0,0 1 0,0 0 0,0 0 0,0 0 0,1 0 0,-1 1 0,0 0 0,0 0 0,0 0 0,0 0 0,0 0 0,0 1 0,6 3 0,8 5 0,0 1 0,-2 0 0,1 2 0,-1-1 0,-1 2 0,0 0 0,-1 1 0,23 32 0,-3 5 0,44 89 0,-48-84 0,47 70 0,19 28 0,-95-154 0,0 1 0,0 0 0,0-1 0,0 1 0,-1 0 0,1-1 0,0 1 0,-1 0 0,1 0 0,-1-1 0,0 1 0,0 0 0,0 0 0,1 0 0,-2 0 0,1 0 0,0-1 0,0 1 0,-1 0 0,1 0 0,-1 0 0,1-1 0,-1 1 0,-1 3 0,-1-3 0,1 1 0,0-1 0,-1 0 0,1 0 0,-1 0 0,0 0 0,1-1 0,-1 1 0,0-1 0,0 1 0,0-1 0,0 0 0,-5 1 0,-13 2 0,0-1 0,-1-1 0,-32 0 0,41-2 0,-412-2 0,128-1 0,284 3-227,0 1-1,1 0 1,-1 1-1,1 0 1,-19 6-1,9 0-6598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8:39.7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24575,'6'0'0,"9"0"0,8 7 0,6 7 0,4 9 0,3 0 0,-4 2 0,-2-3 0,-6 1 0,-1-3 0,-4 1 0,1 3 0,4 4 0,-4 4 0,3-5 0,3-5 0,-3-2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8:40.8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502 0 24575,'-8'1'0,"1"0"0,-1 0 0,1 0 0,0 1 0,-1 1 0,1-1 0,0 1 0,0 0 0,0 0 0,1 1 0,-1 0 0,-10 9 0,-6 7 0,-39 41 0,42-40 0,-11 11 0,1 2 0,2 0 0,2 2 0,1 1 0,-28 55 0,34-56-455,-1-2 0,-28 35 0,35-50-6371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8:54.9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24575,'6'0'0,"8"6"0,9 3 0,5-1 0,18-2 0,14 5 0,14 0 0,2 5 0,-6-1 0,-9-2 0,-8-4 0,-8-3 0,-10-3-8191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8:55.7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24575,'13'0'0,"22"0"0,31 0 0,23 0 0,15 0 0,2 0 0,-4 0 0,-13 0 0,-16 0 0,-14 0 0,-17 0-8191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8:56.8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24575,'248'0'0,"1590"22"0,-629-8-669,-1072-14-27,-104 0-6130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9:00.0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226 1 24575,'-4'70'0,"-4"1"0,-31 135 0,14-89 0,-6 7 0,20-86 0,1 1 0,2 1 0,2-1 0,-1 43 0,6-39 0,-1 0 0,-1 0 0,-19 78 0,11-95 0,11-26 0,0 0 0,0 1 0,0-1 0,-1 0 0,1 0 0,0 1 0,0-1 0,0 0 0,-1 0 0,1 0 0,0 0 0,-1 0 0,1 1 0,0-1 0,0 0 0,-1 0 0,1 0 0,0 0 0,0 0 0,-1 0 0,1 0 0,0 0 0,-1 0 0,1 0 0,0 0 0,-1 0 0,1 0 0,0 0 0,0 0 0,-1 0 0,1 0 0,0-1 0,0 1 0,-1 0 0,1 0 0,0 0 0,0 0 0,-1-1 0,1 1 0,0 0 0,-2-4 0,0 1 0,0 0 0,0-1 0,1 0 0,-1 1 0,1-1 0,0 0 0,0 0 0,1 0 0,-1-6 0,-8-78 0,5 0 0,10-133 0,-1 194 0,0 0 0,2 1 0,1-1 0,2 1 0,0 1 0,1 0 0,27-41 0,-21 36 0,-1-1 0,-2 0 0,0-1 0,9-36 0,-15 37 0,18-48 0,-24 72 0,2-1 0,-1 1 0,1 0 0,0-1 0,0 2 0,1-1 0,0 0 0,0 1 0,1 0 0,0 0 0,10-7 0,-15 12 0,0 0 0,1 1 0,-1-1 0,1 1 0,-1-1 0,1 1 0,-1-1 0,1 1 0,0 0 0,-1 0 0,1 0 0,-1 0 0,1 0 0,0 0 0,-1 0 0,1 1 0,-1-1 0,1 1 0,-1-1 0,1 1 0,-1-1 0,1 1 0,-1 0 0,0 0 0,1-1 0,-1 1 0,0 0 0,0 0 0,0 0 0,1 1 0,-1-1 0,0 0 0,0 0 0,-1 1 0,1-1 0,0 0 0,1 3 0,4 7 0,0 1 0,0-1 0,5 21 0,-6-20 0,24 82 0,-24-73 0,1 0 0,1-1 0,0 0 0,1 0 0,2-1 0,0 0 0,12 18 0,48 65 0,87 175 0,-153-271 0,-1 0 0,0 0 0,0 0 0,-1 1 0,0-1 0,0 1 0,0 0 0,0 9 0,-2-14 0,0 0 0,0 0 0,-1 0 0,1 0 0,-1 0 0,1 0 0,-1 0 0,0 0 0,0 0 0,0 0 0,0 0 0,0 0 0,0-1 0,0 1 0,0 0 0,-1-1 0,1 1 0,-1-1 0,1 0 0,-1 1 0,0-1 0,0 0 0,1 0 0,-1 0 0,0 0 0,0 0 0,0-1 0,0 1 0,0 0 0,0-1 0,-3 1 0,-22 4 0,0-1 0,0-1 0,-51-1 0,-12 1 0,27 4 0,-1 2 0,-73 21 0,78-18-1365,32-9-5461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9:02.2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106 0 24575,'0'18'0,"1"0"0,1-1 0,1 1 0,1-1 0,0 0 0,1 0 0,1 0 0,12 25 0,-12-31 0,0 0 0,0-1 0,1 1 0,1-1 0,-1-1 0,2 1 0,-1-2 0,1 1 0,1-1 0,0 0 0,0-1 0,0 0 0,12 5 0,-19-10 0,0-1 0,0 0 0,0 0 0,0 0 0,0 0 0,1 0 0,-1-1 0,0 1 0,0-1 0,0 0 0,1 0 0,-1 0 0,0 0 0,0-1 0,0 1 0,1-1 0,-1 0 0,0 0 0,4-2 0,-2 1 0,-1-1 0,1 0 0,-1-1 0,0 1 0,0-1 0,0 0 0,0 0 0,-1 0 0,0 0 0,5-8 0,0-2 0,-1-1 0,0 1 0,-1-1 0,-1-1 0,-1 1 0,6-31 0,-7-10 0,-2 35 0,-1 45 0,-3 107 0,6 0 0,20 132 0,-21-253 0,-1 0 0,0 1 0,0-1 0,-1 1 0,-1-1 0,-1 11 0,1-17 0,0 0 0,0-1 0,-1 1 0,1-1 0,-1 1 0,0-1 0,0 0 0,0 0 0,0 0 0,-1 0 0,1 0 0,-1 0 0,0-1 0,0 1 0,0-1 0,0 1 0,0-1 0,0 0 0,-6 2 0,-26 13-151,-1-1-1,0-2 0,-1-2 0,-1-1 1,0-1-1,0-3 0,0-1 1,-51 1-1,58-6-6674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9:05.1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406 1 24575,'-3'3'0,"0"1"0,1 0 0,-1 0 0,1 0 0,0 0 0,0 1 0,0-1 0,-1 7 0,-6 13 0,-75 143 0,46-96 0,3 1 0,3 1 0,-43 148 0,50-140 0,20-76 0,4-19 0,4-28 0,22-46 0,3 2 0,56-118 0,-11 47 0,-72 153 0,0 0 0,1 1 0,-1 0 0,1-1 0,0 1 0,0 0 0,0 0 0,0 0 0,1 0 0,-1 0 0,1 0 0,-1 1 0,1-1 0,0 1 0,0 0 0,0 0 0,1 0 0,-1 0 0,0 1 0,1-1 0,-1 1 0,1 0 0,-1 0 0,1 0 0,0 0 0,-1 1 0,1-1 0,0 1 0,0 0 0,-1 0 0,1 1 0,0-1 0,-1 1 0,1-1 0,5 3 0,1 0 0,1 1 0,0 1 0,-1-1 0,0 2 0,0-1 0,0 1 0,-1 1 0,0 0 0,0 0 0,12 14 0,53 67 0,104 161 0,-173-242 0,-1 1 0,1 0 0,-1 0 0,-1 0 0,0 1 0,4 13 0,-6-19 0,-1 0 0,1 0 0,-1-1 0,0 1 0,0 0 0,0 0 0,0 0 0,0-1 0,-1 1 0,1 0 0,-1 0 0,0-1 0,0 1 0,0-1 0,0 1 0,0 0 0,0-1 0,-1 0 0,1 1 0,-1-1 0,0 0 0,0 0 0,0 0 0,0 0 0,-2 2 0,-6 2 0,1-1 0,-1 1 0,0-2 0,0 0 0,0 0 0,0-1 0,-14 3 0,-83 11 0,65-11 0,-93 12-71,64-11-252,-1 3-1,2 4 0,-90 29 1,127-30-6503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9:06.0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24575,'0'7'0,"6"14"0,9 10 0,8 6 0,6 3 0,-2 1 0,7-1 0,4 6 0,9 2 0,1-2 0,-6-3 0,-11-7-8191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49:06.9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458 0 24575,'-5'1'0,"-1"0"0,1 0 0,0 0 0,0 0 0,0 1 0,1 0 0,-1 0 0,0 0 0,1 1 0,-1-1 0,1 1 0,0 0 0,0 0 0,-7 7 0,-49 59 0,52-58 0,-53 68 0,3 2 0,3 3 0,-59 124 0,101-185-1365,1-4-5461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3:12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247 1 24575,'2'14'0,"0"1"0,1-1 0,0 0 0,1 0 0,1 0 0,0 0 0,14 25 0,-12-25 0,32 67 0,4-1 0,3-2 0,60 76 0,-101-147 0,1-1 0,0 0 0,1 0 0,0 0 0,-1-1 0,2 0 0,-1 0 0,1-1 0,-1 0 0,1-1 0,0 1 0,0-1 0,1-1 0,-1 0 0,1 0 0,-1 0 0,1-1 0,0 0 0,-1-1 0,1 0 0,0-1 0,-1 1 0,1-2 0,-1 1 0,1-1 0,-1 0 0,13-6 0,-17 6 0,0-1 0,0 0 0,-1 0 0,1 0 0,-1 0 0,0-1 0,0 1 0,0-1 0,0 0 0,-1 0 0,1 0 0,-1 0 0,0 0 0,0-1 0,1-5 0,17-75 0,-17 71 0,42-241 0,-40 234 0,-4 24 0,-6 39 0,3-17 0,-27 1145 0,32-876 0,-1-192 0,1-44 0,-10 107 0,6-161 0,1-1 0,-1 1 0,-1 0 0,1-1 0,0 1 0,-1-1 0,0 1 0,0-1 0,0 0 0,0 0 0,0 0 0,-1 0 0,1 0 0,-1 0 0,0-1 0,0 1 0,0-1 0,0 0 0,0 0 0,0 0 0,-1 0 0,1 0 0,-1-1 0,1 1 0,-6 0 0,-9 2 0,1 0 0,0-2 0,-1 0 0,-20 0 0,31-2 0,-79 1 0,-100-11 0,174 8 0,-1-1 0,1 0 0,0-1 0,0 0 0,0-1 0,0 0 0,1-1 0,0 0 0,0-1 0,1 0 0,-1-1 0,2 0 0,-1 0 0,1-1 0,0-1 0,1 1 0,-10-16 0,-5-11 0,0-1 0,3-1 0,-28-71 0,-9-59 0,51 142 0,0 0 0,2 0 0,0-1 0,1-40 0,4 57 0,1 0 0,0 0 0,1 0 0,-1 0 0,2 1 0,-1 0 0,2 0 0,-1 0 0,1 0 0,0 0 0,1 1 0,0 0 0,0 0 0,1 1 0,0-1 0,0 2 0,11-9 0,15-10 0,2 1 0,64-34 0,-78 47 0,79-43-1365,-64 36-5461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3:13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24575,'7'0'0,"9"0"0,22 0 0,26 0 0,28 0 0,27 0 0,14 0 0,-3 0 0,-16 0 0,-20 0 0,-20 0 0,-22 0-8191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3:13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 24575,'21'0'0,"27"0"0,26 0 0,28-6 0,10-3 0,-7 0 0,-14 2 0,-16 2 0,-14 2 0,-11 2 0,-6 0 0,-4 1 0,-2 0 0,-1 1 0,-7-1-8191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3:17.9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24575,'7'14'0,"15"17"0,32 39 0,55 62 0,43 49 0,16 29 0,-6-8 0,-25-18 0,-28-33 0,-19-29 0,-18-27 0,-22-31-8191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3:18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1382 0 24575,'-2'0'0,"0"1"0,0-1 0,1 0 0,-1 1 0,0 0 0,0-1 0,0 1 0,1 0 0,-1 0 0,0 0 0,1 0 0,-1 0 0,1 0 0,-1 0 0,-1 3 0,-9 5 0,-535 444 0,167-65 0,32 28 0,337-402-341,0 1 0,0 0-1,-10 22 1,9-9-6485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3:20.9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86 24575,'0'-3'0,"1"-1"0,-1 1 0,1 0 0,0-1 0,0 1 0,0 0 0,0-1 0,1 1 0,-1 0 0,1 0 0,-1 0 0,1 0 0,0 0 0,1 1 0,-1-1 0,0 1 0,1-1 0,-1 1 0,1 0 0,0 0 0,0 0 0,0 0 0,0 0 0,0 1 0,0-1 0,0 1 0,1 0 0,-1 0 0,0 0 0,1 0 0,3 1 0,16-4 0,0 1 0,0 1 0,38 2 0,-35 0 0,-3 0 0,-9-1 0,0 1 0,0 0 0,0 2 0,17 2 0,-27-3 0,-1 0 0,0 0 0,1 0 0,-1 1 0,0-1 0,0 1 0,0 0 0,0 0 0,0 0 0,0 0 0,-1 0 0,1 0 0,0 1 0,-1-1 0,0 1 0,0 0 0,0 0 0,0 0 0,0 0 0,-1 0 0,1 0 0,0 4 0,4 20 0,-1 1 0,-1 0 0,-2-1 0,-1 1 0,-1 0 0,-2 0 0,-5 32 0,5-47 0,-1 1 0,-1-1 0,0 0 0,-1-1 0,0 1 0,-1-1 0,-1 0 0,0 0 0,0-1 0,-1 0 0,-12 13 0,10-12 0,9-10-3,0-1 0,-1 0 0,1 1 0,0-1 0,0 1 0,0 0 0,0-1 0,0 1 0,0 0 0,1 0 0,-1-1 0,0 1 0,1 0 0,0 0-1,-1 0 1,1 0 0,0 0 0,0-1 0,0 1 0,0 0 0,0 0 0,1 0 0,-1 0 0,0 0 0,1 0 0,1 2 0,0-1 16,0-1 0,0 0 1,0 0-1,1 0 0,-1 0 1,1 0-1,-1 0 0,1-1 1,0 1-1,0-1 0,-1 0 0,1 0 1,0 0-1,5 1 0,14 2-361,-1 0 0,1-2 1,32-1-1,-52-1 257,36 0-6735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3:22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24575,'0'150'0,"25"204"0,-14-262 0,-8-58 0,0 0 0,3 0 0,1-1 0,19 56 0,-13-56-1365,-1-2-5461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3:23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0 248 24575,'14'0'0,"18"0"0,17 0 0,22-7 0,11-3 0,6-5 0,2-1 0,-1 2 0,-1-3 0,4-6 0,0-5 0,6 1 0,6-1 0,6 5 0,-8 5 0,-9 6 0,-12 6 0,-21 3-8191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3:24.9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488 161 24575,'0'-6'0,"0"1"0,1-1 0,0 0 0,1 0 0,-1 0 0,1 1 0,0-1 0,0 0 0,1 1 0,-1 0 0,1 0 0,1 0 0,-1 0 0,1 0 0,-1 1 0,1-1 0,1 1 0,-1 0 0,0 0 0,1 0 0,0 1 0,0 0 0,0 0 0,7-3 0,-3 1 0,0-1 0,0 2 0,1-1 0,0 1 0,0 1 0,0 0 0,0 0 0,1 1 0,-1 0 0,1 1 0,-1 0 0,1 1 0,0 0 0,-1 1 0,20 3 0,-17 0 0,0 0 0,0 1 0,-1 0 0,1 1 0,-1 0 0,-1 1 0,0 0 0,0 1 0,0 0 0,-1 1 0,18 19 0,-18-17 0,-1 1 0,0-1 0,-1 2 0,0-1 0,-1 1 0,0 0 0,-1 0 0,-1 1 0,0 0 0,-1 0 0,0 0 0,-1 0 0,-1 1 0,1 16 0,-2-8 0,-2 0 0,-1 0 0,0 0 0,-2 0 0,-1 0 0,-1-1 0,0 0 0,-12 25 0,-5 5 0,-2-2 0,-50 77 0,54-97 0,-1-1 0,-1 0 0,-1-2 0,-2-1 0,-30 25 0,53-49 0,0 1 0,0 0 0,-1-1 0,1 1 0,0-1 0,-1 0 0,0 0 0,1-1 0,-1 1 0,0-1 0,0 0 0,0 0 0,0 0 0,0 0 0,0 0 0,0-1 0,-5 0 0,8 0 0,1 0 0,0 0 0,-1 0 0,1 0 0,0 0 0,-1 0 0,1 0 0,0 0 0,-1 0 0,1 0 0,0 0 0,-1-1 0,1 1 0,0 0 0,-1 0 0,1 0 0,0 0 0,-1-1 0,1 1 0,0 0 0,-1 0 0,1-1 0,0 1 0,0 0 0,0-1 0,-1 1 0,1 0 0,0 0 0,0-1 0,0 1 0,0 0 0,-1-1 0,1 1 0,0-1 0,0 1 0,0 0 0,0-1 0,0 1 0,0 0 0,0-1 0,13-11 0,24-6 0,-10 10 0,0 1 0,1 2 0,0 0 0,0 2 0,0 1 0,0 1 0,1 1 0,-1 2 0,32 5 0,-51-4 0,-1 0 0,0 0 0,1 1 0,-1 0 0,0 0 0,-1 0 0,1 1 0,-1 1 0,0-1 0,0 1 0,-1 0 0,0 1 0,0 0 0,0-1 0,-1 2 0,0-1 0,6 12 0,-6-9 0,-1 0 0,0 1 0,0 0 0,-1 0 0,0 0 0,-1 1 0,0-1 0,-1 0 0,0 1 0,-1-1 0,0 1 0,-1-1 0,-3 15 0,3-19 0,-1 0 0,-1 1 0,1-1 0,-1 0 0,0-1 0,-1 1 0,1 0 0,-1-1 0,-1 0 0,1 0 0,-1 0 0,-8 8 0,3-5 0,-1-1 0,0 0 0,0-1 0,0 0 0,-1-1 0,-19 8 0,-2-3 0,0-1 0,0-2 0,-1-1 0,-57 4 0,-394-6 14,284-8-1393,165 3-5447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3:52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1 24575,'738'0'0,"-1443"0"0,699 0 0,0 0 0,-1 0 0,1 1 0,0 0 0,0 0 0,-1 0 0,1 1 0,0-1 0,0 2 0,1-1 0,-7 3 0,9-2 0,0-1 0,0 1 0,0 0 0,0 0 0,1 0 0,-1 0 0,1 0 0,0 1 0,0-1 0,0 1 0,0-1 0,1 1 0,-1 0 0,1 0 0,0-1 0,0 1 0,0 0 0,0 6 0,-3 47 0,3 1 0,2-1 0,2 1 0,3-1 0,25 103 0,56 135 0,-35-129 0,3 12 0,68 267 0,-115-365 0,-8-64 0,0-1 0,2 0 0,0 0 0,1 0 0,5 19 0,-6-31 0,0 1 0,0-1 0,1 1 0,-1-1 0,0 0 0,1 0 0,0 0 0,0 0 0,0 0 0,0-1 0,0 1 0,1-1 0,-1 0 0,1 0 0,-1 0 0,1-1 0,0 1 0,0-1 0,0 0 0,0 0 0,0 0 0,6 0 0,13 2 0,-1-2 0,1-1 0,23-2 0,5 0 0,18 8 0,-1 3 0,69 17 0,-32-5 0,20 7-1365,-79-17-5461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4:21.4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73 199 24575,'-4'72'0,"-4"0"0,-3-1 0,-23 83 0,18-83 0,31-266 0,-9 104 0,-1 26 0,3 0 0,25-101 0,-32 162 0,0 1 0,0-1 0,0 0 0,1 1 0,-1-1 0,1 1 0,0 0 0,0 0 0,1-1 0,-1 1 0,5-5 0,-5 7 0,0 0 0,-1 0 0,1 0 0,0 0 0,0 0 0,0 0 0,0 0 0,-1 1 0,1-1 0,0 1 0,0-1 0,0 1 0,0 0 0,1 0 0,-1 0 0,0 0 0,2 0 0,2 2 0,0-1 0,0 1 0,-1 1 0,1-1 0,0 1 0,-1 0 0,0 0 0,0 1 0,0-1 0,0 1 0,0 0 0,-1 1 0,7 7 0,41 50 0,71 111 0,32 85 0,-93-152 0,-54-92 0,-1-4 0,-1 1 0,0 0 0,0 1 0,-1-1 0,4 15 0,-9-24 0,1 0 0,-1 0 0,1 0 0,-1 0 0,0 0 0,0 0 0,0 0 0,0 0 0,0 0 0,-1 0 0,1 0 0,0 0 0,-1 0 0,0 0 0,1 0 0,-1 0 0,0-1 0,0 1 0,0 0 0,0 0 0,0-1 0,-1 1 0,1-1 0,0 1 0,-1-1 0,1 1 0,-1-1 0,0 0 0,1 0 0,-1 0 0,0 0 0,0 0 0,1 0 0,-1 0 0,0 0 0,0-1 0,0 1 0,-2 0 0,-30 5 0,-1-2 0,0 0 0,0-3 0,0-1 0,-65-8 0,7 2 0,-17 2-1365,64 3-5461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4:23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 24575,'1'8'0,"0"-1"0,0 1 0,1-1 0,0 1 0,0-1 0,1 0 0,-1 1 0,2-1 0,-1-1 0,1 1 0,0 0 0,6 6 0,12 15 0,36 34 0,-22-25 0,-9-6 0,-11-12 0,0-1 0,1 0 0,0-1 0,2-1 0,0-1 0,39 24 0,-57-38 0,1 0 0,0 0 0,-1-1 0,1 1 0,0 0 0,0-1 0,-1 1 0,1-1 0,0 0 0,0 1 0,0-1 0,-1 0 0,1 0 0,0-1 0,0 1 0,0 0 0,0 0 0,-1-1 0,1 1 0,0-1 0,-1 0 0,1 1 0,0-1 0,-1 0 0,1 0 0,-1 0 0,1 0 0,2-2 0,-2 0 0,0 1 0,0-1 0,-1 0 0,1 0 0,-1 0 0,1 0 0,-1 0 0,0 0 0,0 0 0,0 0 0,-1 0 0,1 0 0,0-6 0,-2 58 0,2 0 0,2-1 0,12 58 0,41 146 0,-31-151 0,5 13 0,-15-62 0,-1 1 0,11 106 0,-25-154 0,0 0 0,0-1 0,0 1 0,0 0 0,-1-1 0,0 1 0,0-1 0,0 1 0,-1-1 0,1 1 0,-1-1 0,0 0 0,0 0 0,-1 1 0,1-2 0,-1 1 0,-5 6 0,3-6 0,0 1 0,-1-1 0,0 0 0,0-1 0,0 1 0,0-1 0,-1 0 0,1 0 0,-1-1 0,-11 3 0,-12-1 0,-1 0 0,0-2 0,0-1 0,-39-4 0,50 2 0,-23 0-120,9 0 246,-56-7 1,81 6-263,-1 0-1,1-1 1,0 1 0,0-2 0,0 1 0,1-1 0,-1-1-1,1 1 1,0-1 0,-12-10 0,-5-10-6690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4:24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24575,'7'0'0,"9"0"0,15 0 0,17 0 0,13 0 0,4 0 0,-3 0 0,-5 0 0,-5 0 0,-5 0 0,-3 0 0,-3 0 0,-8 0-8191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4:25.6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24575,'13'0'0,"19"0"0,25 0 0,22 0 0,32 0 0,19 0 0,0 0 0,-15 0 0,-20 0 0,-20 0 0,-22 0-8191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4:47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285 1 24575,'-5'0'0,"-1"1"0,1 1 0,-1-1 0,1 1 0,-1 0 0,1 0 0,0 0 0,0 1 0,0 0 0,0 0 0,0 0 0,1 0 0,-1 1 0,1 0 0,0 0 0,0 0 0,1 0 0,-1 1 0,-5 9 0,-6 9 0,2 1 0,-19 43 0,17-23 0,2-1 0,1 2 0,-9 84 0,-2 6 0,4-21 0,6 0 0,5 0 0,7 134 0,1-238 0,1 0 0,0 0 0,0 0 0,1-1 0,0 1 0,1 0 0,0-1 0,0 0 0,1 0 0,0 0 0,1 0 0,0-1 0,0 1 0,1-1 0,0 0 0,0-1 0,1 0 0,12 11 0,175 176-1365,-172-175-5461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4:51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24575,'4'1'0,"1"1"0,0-1 0,-1 1 0,1 0 0,-1 1 0,0-1 0,1 1 0,-1 0 0,0 0 0,-1 0 0,1 1 0,-1-1 0,1 1 0,-1 0 0,0 0 0,3 6 0,3 1 0,172 227 0,-115-144 0,157 168 0,-62-102-1365,-133-130-5461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4:52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619 1 24575,'-7'0'0,"1"1"0,-1 0 0,1 0 0,-1 1 0,1 0 0,0 0 0,0 0 0,0 1 0,0 0 0,0 0 0,1 1 0,-1-1 0,-8 9 0,-7 7 0,2 0 0,-19 24 0,6-7 0,-182 172 0,55-56 0,137-132-1365,2-4-5461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4:53.9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24575,'0'7'0,"0"16"0,0 32 0,0 47 0,7 27 0,9 19 0,8-2 0,1-19 0,-4-25 0,-6-21 0,2-26 0,-3-15 0,-3-14-8191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4:55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41 24575,'20'0'0,"28"0"0,26 0 0,21 0 0,2 0 0,-10 0 0,-6 0 0,-9 0 0,-10 0 0,-9 0 0,-13-7 0,-7-2 0,-3 0 0,2 2 0,1 2 0,-5 2-8191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4:57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527 585 24575,'-1'8'0,"-1"-1"0,0 1 0,-1-1 0,1 0 0,-1 1 0,-1-1 0,1-1 0,-1 1 0,0 0 0,-7 7 0,-6 12 0,-48 84 0,-12 19 0,-80 186 0,10 22 0,136-316 0,10-20 0,1-1 0,0 0 0,0 0 0,0 0 0,0 0 0,0 0 0,0 1 0,0-1 0,-1 0 0,1 0 0,0 0 0,0 0 0,0 0 0,0 0 0,-1 0 0,1 1 0,0-1 0,0 0 0,0 0 0,0 0 0,-1 0 0,1 0 0,0 0 0,0 0 0,0 0 0,-1 0 0,1 0 0,0 0 0,0 0 0,0 0 0,-1 0 0,1 0 0,0 0 0,0-1 0,0 1 0,0 0 0,-1 0 0,1 0 0,0 0 0,0 0 0,0 0 0,0 0 0,0-1 0,-1 1 0,1 0 0,0 0 0,0 0 0,0 0 0,0-1 0,-2-4 0,1 1 0,0-1 0,1 0 0,-1 0 0,1 0 0,0 0 0,1-9 0,2-23 0,2 0 0,2 0 0,1 1 0,14-39 0,63-139 0,-60 154 0,396-848 0,-412 889 0,0 1 0,2 0 0,0 0 0,1 1 0,0 0 0,26-26 0,-37 43 0,0-1 0,-1 0 0,1 1 0,0-1 0,0 1 0,-1-1 0,1 1 0,0-1 0,0 1 0,0 0 0,0-1 0,0 1 0,0 0 0,-1 0 0,1-1 0,0 1 0,0 0 0,0 0 0,0 0 0,0 0 0,0 0 0,0 0 0,0 1 0,0-1 0,0 0 0,0 0 0,0 1 0,-1-1 0,1 1 0,0-1 0,0 0 0,0 1 0,0 0 0,-1-1 0,1 1 0,1 1 0,19 32 0,-15-23 0,39 83 0,36 110 0,24 53 0,-87-219 0,2-2 0,1 0 0,2-2 0,46 53 0,-64-82 0,-1 0 0,0 0 0,0 1 0,0-1 0,0 1 0,-1 0 0,0 0 0,0 0 0,-1 0 0,2 8 0,-3-11 0,-1 0 0,0 0 0,1 0 0,-1 0 0,-1 0 0,1 0 0,0 0 0,-1 0 0,0 0 0,1 0 0,-1 0 0,0 0 0,0 0 0,-1 0 0,1-1 0,-1 1 0,1 0 0,-1-1 0,0 1 0,0-1 0,0 0 0,0 0 0,-1 0 0,-3 3 0,-20 14 0,-2-1 0,0-2 0,-1-1 0,-50 18 0,12-4 0,-21 10 0,-1-3 0,-2-5 0,-130 27 0,89-28-1365,104-25-5461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4:58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24575,'0'6'0,"7"17"0,16 24 0,18 26 0,8 13 0,11-1 0,-6-8 0,-5-10 0,-11-10 0,-5-14 0,-8-15-8191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4:59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305 1 24575,'-7'7'0,"-9"9"0,-9 9 0,-6 20 0,-6 10 0,-2 2 0,4-1 0,3-11 0,-2-6 0,6-3 0,8-7-8191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4:59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0 459 24575,'0'-7'0,"7"-9"0,10-15 0,14-17 0,10-13 0,-2-4 0,-2 10 0,1 14 0,-7 7 0,-8 2 0,-2 8 0,3-1 0,-3 5-8191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5:01.3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24575,'7'1'0,"-1"1"0,0 0 0,0 0 0,0 1 0,0 0 0,0 0 0,0 0 0,-1 1 0,1 0 0,-1 0 0,0 0 0,0 0 0,-1 1 0,1 0 0,3 5 0,12 11 0,128 125 0,-128-123 0,-2 1 0,0 0 0,-2 2 0,0 0 0,13 32 0,121 373 0,-35 12 0,-29 2 0,-80-395 0,-3 0 0,-1 0 0,-3 0 0,-2 0 0,-3 0 0,-22 95 0,25-137-97,0 0-1,0 0 1,-1 0-1,0-1 1,0 1-1,-1-1 1,0 0-1,0 0 1,-1-1-1,0 0 1,0 0-1,0 0 0,-13 8 1,-3 0-6729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5:03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 24575,'32'-1'0,"-19"0"0,1 1 0,-1 0 0,1 1 0,-1 0 0,26 7 0,-35-7 0,0 1 0,-1 0 0,1-1 0,0 2 0,-1-1 0,0 0 0,0 1 0,1-1 0,-1 1 0,-1 0 0,1 0 0,0 0 0,-1 0 0,1 1 0,-1-1 0,0 0 0,0 1 0,-1 0 0,1 0 0,-1-1 0,0 1 0,0 0 0,0 0 0,1 5 0,2 14 0,-1 1 0,-1-1 0,-1 1 0,-3 27 0,1-39 0,0 0 0,-2 0 0,1-1 0,-1 1 0,-1-1 0,0 0 0,-1 0 0,0 0 0,-1 0 0,-6 10 0,2-9 0,-1 1 0,-1-2 0,1 1 0,-2-2 0,1 1 0,-25 14 0,36-25 0,1 0 0,-1 0 0,1 0 0,-1 0 0,1 0 0,-1 1 0,1-1 0,-1 0 0,1 1 0,-1-1 0,1 0 0,-1 1 0,1-1 0,0 0 0,-1 1 0,1-1 0,-1 1 0,1-1 0,0 1 0,0-1 0,-1 0 0,1 1 0,0 0 0,0-1 0,-1 1 0,1-1 0,0 1 0,0-1 0,0 1 0,0-1 0,0 1 0,0-1 0,0 1 0,0 0 0,0-1 0,0 1 0,0-1 0,1 2 0,23 6 0,49-7 0,-66-1 0,246-3-1365,-218 3-5461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5:04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24575,'0'13'0,"0"26"0,0 33 0,0 32 0,0 26 0,0 4 0,0-6 0,0-19 0,0-21 0,0-19 0,0-13 0,0-11 0,0-5 0,0-10-8191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5:06.3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 24575,'690'0'0,"-674"-1"-455,0 1 0,30-7 0,-12-2-6371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5:08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87 24575,'4'-1'0,"1"0"0,0-1 0,-1 1 0,1-1 0,-1 0 0,1-1 0,-1 1 0,0-1 0,0 0 0,4-3 0,25-15 0,-10 13 0,1 0 0,-1 2 0,1 1 0,1 0 0,30 0 0,-5 2 0,81 8 0,-125-5 0,0 1 0,-1-1 0,1 1 0,-1 0 0,1 1 0,-1-1 0,0 1 0,1 1 0,-1-1 0,0 0 0,0 1 0,0 0 0,-1 1 0,1-1 0,-1 1 0,0-1 0,0 1 0,7 9 0,-7-5 0,0 0 0,0 0 0,0 0 0,-1 0 0,0 1 0,-1 0 0,0 0 0,0-1 0,-1 1 0,0 0 0,-1 11 0,0-3 0,0 1 0,-2-1 0,0 0 0,0 0 0,-2-1 0,0 1 0,-1-1 0,-1 0 0,0 0 0,-1 0 0,-1-1 0,-1 0 0,0 0 0,0-1 0,-2 0 0,-15 16 0,25-30 0,1 1 0,-1-1 0,0 1 0,0-1 0,1 1 0,-1 0 0,0 0 0,1-1 0,-1 1 0,1 0 0,-1 0 0,1 0 0,-1-1 0,1 1 0,0 0 0,-1 0 0,1 0 0,0 0 0,0 0 0,-1 0 0,1 0 0,0 0 0,0 0 0,0 0 0,0 0 0,0 0 0,1 0 0,-1 0 0,0 0 0,0-1 0,1 1 0,-1 0 0,1 1 0,1 0 0,0-1 0,0 0 0,0 0 0,0 0 0,0 0 0,0 0 0,0 0 0,0-1 0,0 1 0,1-1 0,-1 0 0,0 1 0,4-1 0,12 0 0,-1 0 0,31-5 0,27-10 0,-39 7 0,0 2 0,1 1 0,57 0 0,-87 5 0,-1 1 0,1 1 0,-1-1 0,1 1 0,-1 0 0,0 0 0,0 1 0,0 0 0,0 0 0,0 0 0,-1 1 0,1-1 0,-1 1 0,0 1 0,0-1 0,0 1 0,-1 0 0,0 0 0,0 0 0,0 1 0,0-1 0,-1 1 0,0 0 0,3 9 0,0 0 0,0 1 0,-1 1 0,-1-1 0,-1 1 0,0-1 0,-1 1 0,-1 0 0,-1 24 0,-1-33 0,0-1 0,-1 1 0,0 0 0,0 0 0,-1-1 0,0 1 0,0-1 0,-1 0 0,1 0 0,-2 0 0,1 0 0,-1-1 0,0 1 0,0-1 0,-1-1 0,0 1 0,0-1 0,0 0 0,-1 0 0,0-1 0,1 0 0,-12 5 0,-15 6 0,-1-1 0,0-2 0,-57 13 0,78-22 0,-55 10-273,0-3 0,-1-3 0,0-4 0,-74-5 0,108 2-6553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5:11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24575,'1'47'0,"2"-1"0,2 0 0,2 0 0,2 0 0,22 62 0,-27-97 0,0 0 0,2 0 0,-1 0 0,1-1 0,1 0 0,0-1 0,0 1 0,1-1 0,0-1 0,1 1 0,0-1 0,0-1 0,0 0 0,1 0 0,0-1 0,1 0 0,17 7 0,-19-9 0,0-1 0,0 0 0,0 0 0,1-1 0,-1 0 0,1-1 0,-1 0 0,1-1 0,-1 0 0,1 0 0,-1-1 0,1 0 0,-1-1 0,0 0 0,0 0 0,1-1 0,-1 0 0,-1-1 0,1 0 0,0 0 0,-1-1 0,9-7 0,0-1 0,-2-2 0,0 0 0,-1-1 0,0 0 0,-2-1 0,0 0 0,19-37 0,-10 9 0,-2-1 0,16-55 0,-28 90 0,-4 27 0,-1 35 0,-2-48 0,-5 1044 0,6-1018 0,-1-10 0,1 0 0,-2 0 0,-4 24 0,4-39 0,1-1 0,-1 1 0,0-1 0,0 1 0,0-1 0,-1 0 0,1 0 0,-1 1 0,0-1 0,0 0 0,0 0 0,0 0 0,0-1 0,-1 1 0,1-1 0,-1 1 0,1-1 0,-1 0 0,0 0 0,0 0 0,0 0 0,-7 3 0,-4-2-71,1-1 0,-1 0 0,0-1 1,0 0-1,0-1 0,0-1 0,-17-3 0,13 3-727,-31-4-6028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5:13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24575,'75'-2'0,"89"5"0,-160-3 0,0 1 0,1 0 0,-1 0 0,0 0 0,0 0 0,0 1 0,-1-1 0,1 1 0,0 0 0,-1 0 0,1 1 0,-1-1 0,1 1 0,-1 0 0,0 0 0,0 0 0,-1 0 0,1 0 0,-1 0 0,1 1 0,-1-1 0,0 1 0,0 0 0,0 0 0,-1 0 0,0 0 0,1 0 0,-1 0 0,0 5 0,3 14 0,-2 0 0,0-1 0,-2 1 0,-2 28 0,1-20 0,0-14 0,-1-1 0,0 1 0,-1-1 0,-1 1 0,0-1 0,-2 0 0,1-1 0,-2 1 0,-12 20 0,18-35 0,1 0 0,-1 1 0,1-1 0,-1 0 0,1 0 0,-1 0 0,1 0 0,0 0 0,-1 0 0,1 1 0,0-1 0,0 0 0,0 0 0,0 0 0,0 1 0,0-1 0,0 0 0,0 0 0,1 0 0,-1 0 0,0 1 0,1-1 0,-1 0 0,1 0 0,-1 0 0,1 0 0,0 0 0,-1 0 0,1 0 0,0 0 0,0 0 0,0 0 0,-1-1 0,1 1 0,0 0 0,0 0 0,0-1 0,0 1 0,0-1 0,1 1 0,-1-1 0,0 1 0,0-1 0,0 0 0,0 1 0,0-1 0,1 0 0,-1 0 0,1 0 0,11 2 0,0 0 0,1-1 0,20-1 0,-21 0 0,198-3-1365,-170 2-5461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5:14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24575,'7'0'0,"9"0"0,23 0 0,25 0 0,29 0 0,19 0 0,4 0 0,4 0 0,-13 0 0,-17 0 0,-24 0-8191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5:16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24575,'-1'30'0,"1"0"0,2 0 0,1 0 0,1 0 0,2 0 0,1-1 0,1 0 0,20 46 0,15 3 0,3-2 0,3-2 0,86 99 0,-127-163 0,1-1 0,-1 0 0,2 0 0,-1-1 0,15 10 0,-23-17 0,0 0 0,0 0 0,1-1 0,-1 1 0,0 0 0,1-1 0,-1 0 0,1 1 0,-1-1 0,1 0 0,-1 1 0,1-1 0,-1 0 0,1 0 0,-1 0 0,0 0 0,1 0 0,-1-1 0,1 1 0,-1 0 0,3-2 0,-3 1 0,1-1 0,0 1 0,-1-1 0,1 0 0,-1 1 0,0-1 0,0 0 0,1 0 0,-1 0 0,0 0 0,-1 0 0,1 0 0,0-1 0,-1 1 0,1 0 0,-1 0 0,1 0 0,-1-5 0,3-37 0,-2 0 0,-6-55 0,1 33 0,3 47 0,2 34 0,35 344 0,5 38 0,-40-382 0,1 9 0,0-1 0,-2 0 0,-1 1 0,-4 32 0,3-49 0,0 1 0,-1-1 0,1 0 0,-1 0 0,0 0 0,-1 0 0,0 0 0,0-1 0,-1 1 0,1-1 0,-1 0 0,-1 0 0,1-1 0,-1 0 0,0 0 0,0 0 0,-8 4 0,-11 6-136,0-2-1,-1-1 1,-1-1-1,1-1 1,-2-1-1,1-2 1,-1-1-1,0 0 0,-48 1 1,38-6-6690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5:17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24575,'0'14'0,"0"18"0,7 17 0,2 14 0,6 4 0,1 3 0,-3-2 0,-3-7 0,-3-7 0,-3-12-8191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5:23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24575,'583'0'0,"-1023"0"0,633 0 0,-187 0 0,-10 0 0,-337 0-1365,335 0-5461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5:24.9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567 1 24575,'-9'5'0,"0"1"0,0 0 0,0 1 0,1-1 0,0 2 0,0-1 0,-7 11 0,-46 65 0,54-72 0,-49 80 0,4 3 0,5 2 0,-48 138 0,58-125 0,6 2 0,-24 149 0,5 236 0,51 190 0,6-635-1365,2-11-5461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5:48.8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24575,'7'7'0,"16"16"0,24 31 0,25 41 0,28 39 0,17 23 0,3 14 0,-6-10 0,-15-18 0,-17-34 0,-24-27 0,-20-22 0,-11-21 0,-16-17 0,-11-19 0,-11-10 0,-5-4-8191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5:49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1153 1 24575,'-14'0'0,"-11"7"0,-15 9 0,-21 15 0,-14 17 0,-16 20 0,-11 26 0,-10 25 0,0 12 0,0 5 0,10-7 0,17-19 0,16-21 0,12-19 0,17-14 0,7-18 0,10-14-8191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5:51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1 164 24575,'0'-5'0,"1"1"0,0 0 0,0-1 0,0 1 0,0 0 0,1 0 0,0 0 0,0 0 0,0 0 0,0 0 0,0 1 0,1-1 0,0 1 0,0-1 0,0 1 0,0 0 0,0 0 0,1 0 0,-1 1 0,7-5 0,9-4 0,1 0 0,37-14 0,-50 23 0,10-5 0,1 1 0,0 0 0,1 2 0,-1 0 0,1 1 0,36-1 0,-49 4 0,1 1 0,0-1 0,-1 1 0,1 1 0,-1-1 0,1 1 0,-1 0 0,0 0 0,1 1 0,5 4 0,-8-5 0,-1 1 0,1 0 0,-1 0 0,0 0 0,0 0 0,0 0 0,0 1 0,0-1 0,-1 1 0,0 0 0,1 0 0,-1 0 0,-1 0 0,1 0 0,-1 0 0,2 8 0,1 9 0,-1 0 0,0 1 0,-2 0 0,-1 0 0,0-1 0,-2 1 0,0-1 0,-2 1 0,0-1 0,-2 0 0,0 0 0,-1 0 0,-1-1 0,-1 0 0,-1-1 0,-19 29 0,-106 122 0,134-168 0,-1-1 0,1 1 0,0 0 0,0 0 0,0 0 0,0 0 0,0 0 0,0 0 0,0 0 0,1 1 0,-1-1 0,1 0 0,-1 0 0,1 0 0,0 1 0,0-1 0,0 0 0,1 4 0,0-4 0,-1-1 0,1 1 0,0 0 0,0-1 0,0 1 0,0-1 0,1 1 0,-1-1 0,0 0 0,1 1 0,-1-1 0,1 0 0,-1 0 0,1 0 0,-1 0 0,1 0 0,2 1 0,9 2 0,0 0 0,0-1 0,0-1 0,0 0 0,13 0 0,-19-1 0,162 4-1365,-125-6-5461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5:52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24575,'-1'211'0,"3"229"0,6-328 59,25 116-1,-16-126-799,6 137 0,-22-201-6085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5:53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0 124 24575,'19'-1'0,"-1"-1"0,0-1 0,0 0 0,19-7 0,14-2 0,69-13 0,-26 3 0,1 4 0,1 5 0,121-2 0,-34 18-1365,-145-3-5461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5:55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2 24575,'113'-2'0,"125"5"0,-232-3 0,-1 1 0,1 0 0,-1 0 0,0 1 0,1 0 0,-1-1 0,0 2 0,0-1 0,0 1 0,-1-1 0,1 1 0,0 1 0,-1-1 0,0 0 0,0 1 0,0 0 0,0 0 0,-1 0 0,1 1 0,-1-1 0,0 1 0,-1 0 0,1 0 0,-1 0 0,0 0 0,0 0 0,2 8 0,2 13 0,-1 0 0,-1 0 0,-1 1 0,-2 36 0,0-43 0,0 5 0,-1 1 0,-1-1 0,-7 47 0,6-64 0,0 0 0,-1 0 0,0 0 0,0-1 0,-1 1 0,0-1 0,0 0 0,-1 0 0,1 0 0,-2-1 0,1 0 0,-1 1 0,0-2 0,0 1 0,-13 8 0,-13 5 0,0 0 0,-67 25 0,-75 16 0,76-26 0,151-53 0,1 1 0,0 3 0,1 3 0,66-7 0,-77 14 0,0 3 0,0 2 0,0 2 0,0 1 0,0 3 0,43 11 0,-79-16 0,0 2 0,0-1 0,0 1 0,-1 0 0,1 1 0,-1 0 0,0 0 0,0 1 0,0-1 0,-1 2 0,1-1 0,-1 1 0,-1-1 0,1 2 0,-1-1 0,0 1 0,0-1 0,-1 2 0,5 9 0,-2 0 0,-1 1 0,-1-1 0,-1 1 0,-1 0 0,0 0 0,-1 0 0,-1 32 0,-6 269 0,5-311 0,0 1 0,0-1 0,-1 1 0,0-1 0,-1 0 0,1 0 0,-2 1 0,1-1 0,-1-1 0,0 1 0,-1 0 0,0-1 0,0 1 0,0-1 0,-1 0 0,0-1 0,-1 1 0,1-1 0,-1 0 0,-1 0 0,1-1 0,-1 0 0,0 0 0,-12 6 0,-20 9 0,-1-1 0,-1-3 0,-1-1 0,0-2 0,-1-2 0,0-2 0,-51 4 0,29-8-682,-70-4-1,101-1-6143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5:56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620 1 24575,'0'10'0,"1"-1"0,1 1 0,-1 0 0,2-1 0,-1 1 0,1-1 0,1 0 0,7 14 0,46 70 0,-16-29 0,210 462 0,-244-506 0,-1-1 0,-1 1 0,0 1 0,-2-1 0,0 1 0,-2-1 0,0 1 0,-1 0 0,-1-1 0,-1 1 0,-1-1 0,-6 25 0,-10 23 0,-2 0 0,-37 75 0,34-85 0,-313 646 0,322-679 0,0-1 0,-2-1 0,-1 0 0,0-1 0,-2-1 0,0-1 0,-2 0 0,-38 26 0,-16 4 0,-110 54 0,164-93 0,-13 7-1365,6-5-5461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5:59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1132 1 24575,'865'0'0,"-856"0"0,1 0 0,0 0 0,0 1 0,0 0 0,-1 1 0,1 0 0,9 4 0,-15-5 0,-1 1 0,0 0 0,1 0 0,-1 1 0,0-1 0,0 1 0,0 0 0,-1-1 0,1 1 0,-1 0 0,1 0 0,-1 1 0,0-1 0,0 1 0,0-1 0,-1 1 0,1-1 0,-1 1 0,0 0 0,0 0 0,0 3 0,7 48 0,-2 0 0,-2 1 0,-7 92 0,0-54 0,1 45 0,-3 1038 0,50-497 0,45-7 0,-73-499 0,-7 300 0,-12-316 0,3-144 0,-2-1 0,0 1 0,0 0 0,-1-1 0,-1 1 0,0-1 0,-1 0 0,0 0 0,-1 0 0,0-1 0,-1 0 0,-1 0 0,0 0 0,-1-1 0,0 0 0,-9 11 0,-5 1 0,-1 0 0,-2-1 0,0-1 0,0-2 0,-2 0 0,-53 27 0,-187 67 0,213-93 0,-853 314 0,587-201 0,265-106 0,2 2 0,0 3 0,-75 60 0,116-83 0,1 1 0,0 0 0,0 1 0,1 0 0,0 1 0,1 0 0,0 0 0,1 1 0,1 0 0,0 1 0,1-1 0,0 2 0,1-1 0,0 0 0,2 1 0,-3 15 0,-12 231-1365,18-219-5461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6:37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24575,'-2'528'0,"5"582"0,29-645 0,-31-457 0,0-1 0,0 0 0,1 0 0,0 0 0,0 0 0,5 9 0,-6-15 0,0 1 0,0-1 0,0 0 0,0 0 0,0 0 0,0 0 0,0 0 0,0 0 0,0 0 0,1 0 0,-1 0 0,0-1 0,1 1 0,-1-1 0,0 1 0,1-1 0,-1 1 0,1-1 0,-1 1 0,1-1 0,-1 0 0,1 0 0,-1 0 0,1 0 0,-1 0 0,1 0 0,-1-1 0,1 1 0,-1 0 0,1-1 0,-1 1 0,0-1 0,1 1 0,-1-1 0,2-1 0,62-29 0,-42 18 0,1 2 0,37-12 0,-11 10 30,1 3 0,1 1 0,61-1 0,158 9-1515,-228 2-5341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6:38.4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24575,'0'6'0,"0"17"0,7 18 0,2 15 0,7 5 0,7 0 0,0 2 0,-4-2 0,1-12 0,-2-7 0,-5-4 0,3-8 0,-1-3 0,-4-6-8191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6:39.8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1 453 24575,'-1'-82'0,"3"-99"0,-1 177 0,-1 0 0,1 0 0,0-1 0,0 2 0,0-1 0,0 0 0,1 0 0,-1 0 0,1 0 0,0 1 0,0-1 0,0 1 0,1 0 0,-1-1 0,1 1 0,4-3 0,-2 2 0,1-1 0,0 2 0,0-1 0,0 1 0,0 0 0,0 0 0,1 0 0,12-2 0,9 0 0,0 1 0,0 1 0,51 3 0,-58 0 0,17 0 0,-14-1 0,0 1 0,0 1 0,43 8 0,-60-7 0,-1-1 0,0 1 0,-1 0 0,1 1 0,0-1 0,-1 1 0,1 0 0,-1 1 0,0-1 0,0 1 0,0 0 0,0 0 0,-1 1 0,0-1 0,0 1 0,0 0 0,0 0 0,-1 0 0,4 9 0,4 9 0,13 46 0,-24-68 0,0 0 0,0 0 0,0 0 0,1 0 0,-1 0 0,0 0 0,1 0 0,-1 0 0,0 0 0,1 0 0,-1 0 0,1-1 0,0 1 0,-1 0 0,1 0 0,0-1 0,-1 1 0,1 0 0,0-1 0,1 2 0,-2-2 0,1 0 0,0-1 0,-1 1 0,1 0 0,-1 0 0,1 0 0,0 0 0,-1-1 0,1 1 0,-1 0 0,1 0 0,-1-1 0,1 1 0,-1 0 0,1-1 0,-1 1 0,1-1 0,-1 1 0,1-1 0,-1 1 0,0-1 0,1 1 0,-1-2 0,24-45 0,-20 36 0,5-9 0,0 1 0,1 0 0,1 0 0,1 1 0,16-19 0,-22 30 0,1 0 0,1 1 0,-1-1 0,1 1 0,0 1 0,0 0 0,0 0 0,1 0 0,0 1 0,0 0 0,0 1 0,0 0 0,18-3 0,-14 4 0,-1 0 0,1 0 0,-1 2 0,1-1 0,-1 2 0,1 0 0,-1 0 0,14 4 0,-20-3 0,0 0 0,0 0 0,-1 0 0,1 1 0,-1 0 0,1 1 0,-1-1 0,0 1 0,0 0 0,0 0 0,-1 0 0,0 1 0,0 0 0,0 0 0,0 0 0,-1 0 0,6 11 0,1 7 23,-1 1 1,-1 0-1,-1 0 0,7 47 0,9 33-1504,-15-77-5345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6:42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0 24575,'-2'200'0,"-9"-1"0,-62 343 0,57-474 0,7-42 0,4-28 0,2-15 0,-2-85 0,4-1 0,21-170 0,-6 118 0,-13 134 0,2-20 0,10-48 0,-11 78 0,0 1 0,1 0 0,0 0 0,1 1 0,0-1 0,0 1 0,1-1 0,0 1 0,1 1 0,7-10 0,-11 16 0,-1 0 0,1 0 0,0 1 0,1-1 0,-1 0 0,0 1 0,0-1 0,1 1 0,-1 0 0,1-1 0,-1 1 0,1 0 0,-1 1 0,1-1 0,0 0 0,-1 1 0,1 0 0,0-1 0,-1 1 0,1 0 0,0 0 0,0 1 0,2 0 0,2 0 0,-1 2 0,0-1 0,0 1 0,0 0 0,0 0 0,0 0 0,-1 1 0,0 0 0,8 7 0,34 36 0,-2 1 0,-2 3 0,39 60 0,-22-29 0,28 30 0,-11-13 0,87 142 0,-162-238 0,0 0 0,-1 0 0,1 0 0,0 1 0,-1-1 0,0 0 0,0 1 0,0-1 0,0 1 0,0-1 0,-1 1 0,1-1 0,-1 1 0,0-1 0,-1 7 0,0-8 0,0 0 0,0 0 0,-1 0 0,1 0 0,0-1 0,-1 1 0,0 0 0,1-1 0,-1 0 0,0 1 0,0-1 0,0 0 0,0 0 0,0 0 0,0 0 0,0 0 0,0 0 0,0 0 0,0-1 0,0 1 0,-1-1 0,1 0 0,0 1 0,-5-2 0,-53 6 0,-60-4 0,63-2 0,-80 9 0,15 9 0,145-43 0,374-260 0,-265 182-737,-120 93 109,21-17-6198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6:43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24575,'6'0'0,"17"21"0,25 20 0,17 17 0,12 19 0,7 4 0,-11-6 0,-12-15 0,-15-11 0,-10-14 0,-10-6 0,-3-1 0,-5-5-8191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6:44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0 24575,'0'7'0,"-13"9"0,-5 16 0,-6 2 0,-6 2 0,2 2 0,0 2 0,-4-7 0,5-1 0,-7 0 0,-5 8 0,-2 5 0,5 1 0,-4 0 0,4-1 0,1-9 0,7-2 0,8-8-8191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6:45.0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24575,'20'0'0,"22"0"0,9 0 0,3 0 0,0 0 0,-3 0 0,-3 0 0,-3 0 0,-2 0 0,-9 0-8191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6:45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24575,'2'6'0,"-1"0"0,1 0 0,0 0 0,0-1 0,1 1 0,0-1 0,0 1 0,0-1 0,0 0 0,1 0 0,6 6 0,1 3 0,15 18 0,1-1 0,60 51 0,-3-4 0,-79-74 0,-1 1 0,0-1 0,0 1 0,-1 0 0,1 0 0,-1 0 0,0 1 0,-1-1 0,1 1 0,-1 0 0,3 10 0,-5-12 0,1-1 0,-1 0 0,0 1 0,-1-1 0,1 0 0,-1 1 0,1-1 0,-1 0 0,0 0 0,0 1 0,0-1 0,-1 0 0,1 0 0,-1 0 0,1-1 0,-1 1 0,0 0 0,0 0 0,-1-1 0,1 0 0,0 1 0,-1-1 0,-2 2 0,-54 41-1,32-25-454,1 1 1,-27 28-1,31-25-6371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6:47.0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56 300 24575,'-1'36'0,"0"-14"0,1 0 0,1 0 0,1 0 0,0 0 0,7 21 0,-8-37 0,1-1 0,0 0 0,0 0 0,1 1 0,-1-1 0,1-1 0,0 1 0,1 0 0,-1-1 0,1 0 0,0 1 0,0-2 0,0 1 0,1 0 0,-1-1 0,1 0 0,0 0 0,-1 0 0,2 0 0,-1-1 0,0 0 0,0 0 0,1-1 0,8 2 0,-10-2 0,0 0 0,0 0 0,1-1 0,-1 1 0,1-1 0,-1 0 0,0-1 0,1 1 0,-1-1 0,0 0 0,0 0 0,1 0 0,-1-1 0,0 1 0,0-1 0,0 0 0,0 0 0,3-3 0,-2 0 0,0 1 0,0-1 0,0 0 0,-1-1 0,0 1 0,0-1 0,0 0 0,-1 0 0,1 0 0,2-9 0,3-12 0,-2 0 0,-1-1 0,-1 1 0,3-42 0,-6 43 0,2 0 0,-2-1 0,-1 1 0,0-1 0,-2 0 0,-1 1 0,-10-45 0,11 67 0,-1 1 0,1 0 0,-1-1 0,0 1 0,0 0 0,0 0 0,0 0 0,-1 0 0,1 1 0,-1-1 0,1 0 0,-1 1 0,0 0 0,0 0 0,0 0 0,-6-3 0,2 2 0,0 0 0,0 1 0,0 0 0,-1 0 0,1 1 0,-1 0 0,-13-1 0,6 3 0,0-1 0,1 2 0,-1 0 0,1 0 0,-1 2 0,1 0 0,0 0 0,-14 7 0,21-7-195,0 1 0,0-1 0,0 1 0,1 1 0,0-1 0,-6 7 0,-9 12-6631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7:04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1131 24575,'1140'0'0,"-1083"3"0,89 15 0,45 3 0,-115-20 0,-13-1 0,106 14 0,-81-3 0,100 0 0,-77-6 0,204 34 0,-212-22 0,203 7 0,2470-29 0,-1498 8 0,-1142-2 0,159-3 0,-275-1 0,0-1 0,-1 0 0,1-1 0,-1-1 0,20-10 0,48-13 0,-50 20 0,21-5 0,115-14 0,-95 19 0,92-22 0,-94 15 0,95-8 0,56 5 0,212-7 0,1126 27 0,-1330-21 0,-21 0 0,-176 19 0,-2 1 0,-1-1 0,0-2 0,37-8 0,8-1 0,0 3 0,0 3 0,95 7 0,-79-1 0,274-11 0,0-17 0,505-103 0,-869 130 0,606-109 0,-434 87 0,266-1 0,-371 25 0,596-10 0,205-65 0,-856 72 0,107-14 0,158-41 0,-234 45 0,1 2 0,90-5 0,105 11 0,-145 4 0,1465-51 0,492-18 0,-914 72 0,-1100-4 0,0-3 0,0-1 0,49-13 0,125-43 0,30-7 0,16 21 0,353-17 0,282 50 0,522-11 0,-737 8-1365,-573 16-5461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7:10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24575,'0'7'0,"0"9"0,14 23 0,18 25 0,10 8 0,12 13 0,4-8 0,-8-4 0,-6-7 0,-10-8 0,-5-14 0,-6-7 0,-8-4 0,0-7 0,-1-1 0,-4-5-8191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7:12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486 0 24575,'-1'6'0,"-1"-1"0,0 0 0,0 1 0,-1-1 0,0 0 0,0 0 0,0 0 0,0-1 0,-1 1 0,-4 4 0,-6 10 0,-295 425 0,307-441-39,-5 8-82,1-1 1,-1 0-1,-1 0 1,0 0-1,0-1 1,-1 0-1,0 0 1,-1-1-1,0-1 0,-11 8 1,-2-6-6706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7:13.9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24575,'58'-1'0,"-34"-1"0,0 2 0,0 0 0,-1 1 0,1 2 0,0 0 0,33 10 0,-53-11 0,1 0 0,-1 0 0,0 0 0,-1 0 0,1 1 0,0 0 0,-1 0 0,1 0 0,-1 0 0,0 0 0,0 1 0,0-1 0,0 1 0,-1 0 0,1 0 0,-1 0 0,0 0 0,0 0 0,-1 1 0,1-1 0,-1 1 0,1 4 0,1 10 0,-1 1 0,0 0 0,-3 36 0,0-30 0,1 6 0,-2 1 0,-1 0 0,-2-1 0,-14 53 0,15-72 0,-1 0 0,0 0 0,-1 0 0,0-1 0,-1 0 0,0-1 0,-1 1 0,0-1 0,0-1 0,-2 0 0,1 0 0,-1-1 0,-19 15 0,28-24 0,0 0 0,0 1 0,0-1 0,1 0 0,-1 1 0,0-1 0,1 1 0,-1 0 0,0-1 0,1 1 0,-1 0 0,0-1 0,1 1 0,-1 0 0,1-1 0,-1 1 0,1 0 0,0 0 0,-1 0 0,1 0 0,0-1 0,-1 2 0,16 5 0,41-7 0,-43-1 0,304-3-1365,-282 4-5461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7:16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24575,'0'7'0,"0"9"0,0 16 0,0 22 0,0 17 0,0 9 0,0-2 0,0-1 0,0-6 0,0-8 0,0-8 0,0-7 0,0-5 0,0-2 0,0-2 0,7-7 0,2-3 0,-1-5-8191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7:17.5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24575,'7'0'0,"9"0"0,8 0 0,15 0 0,7 0 0,9 0 0,2 0 0,6 0 0,12 0 0,7 0 0,3 0 0,-5 0 0,-10 0 0,-17 0-8191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7:19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2 328 24575,'-1'-40'0,"0"21"0,1-1 0,1 0 0,4-24 0,-3 37 0,-1 0 0,1 0 0,1 1 0,-1-1 0,1 1 0,1 0 0,-1 0 0,1 0 0,0 0 0,0 1 0,0-1 0,1 1 0,6-5 0,3-2 0,1 1 0,0 0 0,1 1 0,0 0 0,28-11 0,-35 18 0,-1-1 0,1 1 0,-1 1 0,1 0 0,0 0 0,0 1 0,0-1 0,0 2 0,0 0 0,0 0 0,0 0 0,0 1 0,14 4 0,-19-4 0,-1 1 0,0-1 0,1 1 0,-1 0 0,0 1 0,0-1 0,0 0 0,-1 1 0,1 0 0,0-1 0,-1 1 0,0 0 0,0 0 0,0 1 0,0-1 0,0 0 0,-1 1 0,1-1 0,-1 1 0,0-1 0,0 1 0,0 0 0,0 5 0,1 10 0,0 0 0,-1 1 0,-3 25 0,1-27 0,0 45 0,0-24 0,0 1 0,-9 40 0,8-68 0,-1 0 0,0 0 0,-1-1 0,0 1 0,-1-1 0,0 0 0,-1 0 0,0-1 0,-1 1 0,-14 16 0,-7-1 0,-20 23 0,46-47 0,1 0 0,-1 0 0,0 1 0,1-1 0,-1 1 0,1 0 0,0-1 0,0 1 0,0 0 0,0 0 0,0-1 0,1 1 0,-1 0 0,1 0 0,0 0 0,0 0 0,0 0 0,0 3 0,1-3 4,1-1 0,-1 1 0,0-1-1,1 0 1,-1 1 0,1-1 0,0 0-1,0 0 1,0 0 0,0 0 0,0 0-1,0-1 1,1 1 0,-1-1 0,1 1-1,-1-1 1,1 0 0,-1 0 0,1 0 0,0 0-1,-1 0 1,1-1 0,0 1 0,5-1-1,10 3-282,1-2-1,27 0 0,-35-2-340,27 1-6206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7:21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24575,'0'7'0,"0"16"0,6 11 0,10 6 0,9 17 0,13 13 0,1 8 0,14 18 0,19 28 0,3 12 0,11 11 0,-4-6 0,-15-20 0,-12-30 0,-16-25 0,-14-16 0,-4-16 0,-7-15-8191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7:22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538 0 24575,'-7'0'0,"-9"7"0,-9 16 0,-7 18 0,-11 16 0,-6 11 0,-1 2 0,0-5 0,3-6 0,3-7 0,1 2 0,1-9 0,8-4 0,3-3 0,7-8-8191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7:23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24575,'-14'7'0,"-4"2"-8191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7:24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609 587 24575,'-27'32'0,"0"2"0,3 1 0,-41 75 0,37-60 0,-128 264 0,110-216 0,42-89 0,2-4 0,0 0 0,0 0 0,0 0 0,-1-1 0,1 1 0,-1-1 0,0 1 0,-1-1 0,1 0 0,-1 0 0,-7 6 0,10-10 0,1 0 0,-1 0 0,1 0 0,-1 0 0,1 0 0,-1-1 0,1 1 0,-1 0 0,1 0 0,0 0 0,-1 0 0,1 0 0,-1-1 0,1 1 0,-1 0 0,1-1 0,0 1 0,-1 0 0,1-1 0,-1 1 0,1 0 0,0-1 0,0 1 0,-1 0 0,1-1 0,0 1 0,-1-1 0,1 1 0,0-1 0,0 1 0,0-1 0,0 1 0,0-1 0,-1 1 0,1 0 0,0-1 0,0 1 0,0-1 0,0 1 0,0-1 0,1 1 0,-1-1 0,0 0 0,0-15 0,2-1 0,0 1 0,1 0 0,0 0 0,1 0 0,1 0 0,1 0 0,8-16 0,-12 27 0,327-703 0,-253 555 0,-46 92 0,-18 33 0,1 0 0,1 1 0,1 1 0,1 1 0,2 0 0,24-27 0,-41 51 0,0 0 0,0 0 0,0-1 0,0 1 0,0 0 0,1 0 0,-1 1 0,0-1 0,1 0 0,-1 0 0,1 1 0,-1-1 0,0 1 0,1-1 0,0 1 0,-1-1 0,1 1 0,-1 0 0,1 0 0,-1 0 0,1 0 0,0 0 0,-1 0 0,1 0 0,2 1 0,-1 1 0,1 0 0,-1 0 0,0 0 0,0 1 0,-1-1 0,1 1 0,0 0 0,-1 0 0,1 0 0,1 3 0,16 24 0,-1 1 0,-2 0 0,21 52 0,31 112 0,-36-97 0,4 10 0,-11-26 0,69 146 0,-39-149 0,-56-79 0,1 1 0,-1-1 0,0 1 0,1 0 0,-1-1 0,0 1 0,1 0 0,-1-1 0,0 1 0,0 0 0,1-1 0,-1 1 0,0 0 0,0-1 0,0 1 0,0 0 0,0 0 0,0-1 0,0 1 0,0 0 0,-1 0 0,1-1 0,0 1 0,0 0 0,-1-1 0,1 1 0,0 0 0,-1-1 0,1 1 0,0-1 0,-1 1 0,1 0 0,-1-1 0,1 1 0,-1-1 0,1 1 0,-1-1 0,1 0 0,-1 1 0,0-1 0,0 1 0,-34 11 0,31-10 0,-256 44 0,91-20 0,26 0 0,-437 99 0,538-110-1365,14 0-5461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7:27.4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24575,'1'6'0,"1"0"0,-1 0 0,1 0 0,1-1 0,-1 1 0,1-1 0,0 1 0,1-1 0,-1 0 0,1 0 0,6 6 0,1 3 0,47 58 0,109 106 0,-148-157 0,33 46 0,-6-6 0,-27-36-1365,-2-2-5461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7:28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519 0 24575,'-15'1'0,"0"0"0,0 1 0,0 1 0,0 0 0,1 1 0,-1 1 0,1 0 0,0 1 0,0 0 0,1 2 0,0-1 0,0 1 0,0 1 0,-14 13 0,10-6 0,1 0 0,0 1 0,1 1 0,0 1 0,2 0 0,0 0 0,2 2 0,-17 36 0,8-12 0,-51 79 0,41-76 0,14-17-1365,4-3-5461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7:30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24575,'0'7'0,"0"15"0,0 19 0,7 22 0,9 21 0,8 24 0,8 14 0,-2 14 0,1-10 0,-6-19 0,1-21 0,-4-18 0,-6-14 0,-6-9 0,-4-13-8191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7:31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24575,'7'0'0,"22"0"0,21 0 0,21 0 0,14 0 0,5 0 0,-6 0 0,-3 0 0,-8 0 0,-11 0 0,-8 0 0,-7 0 0,-4 0 0,-3 0 0,-1 0 0,0 0 0,-7 0-8191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7:33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10 24575,'0'13'0,"-7"327"0,1-256 0,-33 166 0,23-160 0,12-62 0,-1 0 0,-1-1 0,-11 30 0,9-45 0,3-20 0,0-28 0,1-23 0,2-1 0,3 1 0,3-1 0,2 1 0,3 0 0,2 1 0,20-58 0,67-168 0,-96 279 0,0 0 0,0 1 0,0-1 0,1 1 0,0 0 0,-1 0 0,1 0 0,1 0 0,-1 0 0,1 0 0,-1 1 0,1 0 0,0 0 0,0 0 0,0 0 0,1 1 0,-1-1 0,1 1 0,-1 0 0,1 0 0,0 1 0,0-1 0,0 1 0,0 0 0,6 0 0,-4 0 0,1 1 0,0 0 0,0 0 0,0 1 0,-1 0 0,1 0 0,0 0 0,-1 1 0,1 1 0,-1-1 0,1 1 0,-1 0 0,0 1 0,0-1 0,12 11 0,9 11 0,-1 1 0,-1 2 0,43 61 0,49 106 0,-112-183 0,-1 1 0,0 0 0,-1 1 0,0-1 0,3 25 0,-6-30 0,0 1 0,0 0 0,-1 0 0,0-1 0,-1 1 0,0 0 0,0 0 0,-1-1 0,0 1 0,-3 8 0,2-13 0,-1 1 0,1-1 0,0 0 0,-1 0 0,0 0 0,0 0 0,0-1 0,-1 0 0,1 1 0,-1-2 0,1 1 0,-1 0 0,0-1 0,0 0 0,0 0 0,-8 1 0,-14 5 0,-49 6 0,74-13 0,-49 8-195,1 2 0,0 2 0,1 2 0,0 3 0,1 1 0,-55 33 0,73-36-6631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7:34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24575,'0'6'0,"6"10"0,3 9 0,7 0 0,0 2 0,4 4 0,7 3 0,4 3 0,4 2 0,10 8 0,5 10 0,6 9 0,-5-1 0,-5-10 0,-4-15 0,-8-8 0,-10-8-8191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7:36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378 1 24575,'-5'0'0,"0"1"0,1-1 0,-1 1 0,0 1 0,0-1 0,1 1 0,-1-1 0,1 1 0,-1 1 0,1-1 0,0 1 0,0-1 0,0 1 0,-6 5 0,-4 7 0,-1 0 0,-14 20 0,3-3 0,-16 15 0,-4 7 0,-87 78 0,374-307 0,-168 113 0,-54 44 0,-1 2 0,27-18 0,-22 18-1365,-4 0-5461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7:38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85 24575,'1'-3'0,"-1"0"0,1 1 0,0-1 0,-1 0 0,2 0 0,-1 1 0,0-1 0,0 1 0,1-1 0,-1 1 0,1-1 0,0 1 0,0 0 0,0 0 0,0 0 0,0 0 0,0 0 0,0 0 0,1 0 0,-1 1 0,1 0 0,-1-1 0,1 1 0,3-1 0,5-3 0,0 1 0,0 1 0,0 0 0,18-3 0,-28 6 0,20-4 0,0 2 0,0 0 0,0 1 0,35 4 0,-52-2 0,1-1 0,0 1 0,-1 0 0,1 1 0,0-1 0,-1 1 0,1 0 0,-1 0 0,0 0 0,0 1 0,0 0 0,0-1 0,0 1 0,-1 1 0,1-1 0,-1 0 0,0 1 0,0 0 0,0 0 0,0 0 0,-1 0 0,1 0 0,-1 0 0,0 1 0,-1-1 0,2 6 0,0 0 0,-1 1 0,0-1 0,-1 1 0,-1 0 0,0-1 0,0 1 0,-1 0 0,0-1 0,-1 1 0,0-1 0,0 1 0,-1-1 0,-1 0 0,-9 19 0,-4 3 0,-3 0 0,-43 56 0,57-80 0,4-6 0,0 1 0,0 0 0,0 0 0,0 0 0,0 0 0,1 0 0,-1 0 0,1 0 0,0 1 0,0-1 0,-1 7 0,2-9 0,0 1 0,1-1 0,-1 0 0,0 1 0,1-1 0,-1 0 0,1 0 0,0 0 0,-1 1 0,1-1 0,0 0 0,0 0 0,-1 0 0,1 0 0,0 0 0,0 0 0,0 0 0,0-1 0,0 1 0,1 0 0,-1-1 0,0 1 0,0 0 0,0-1 0,1 1 0,-1-1 0,0 0 0,1 1 0,-1-1 0,0 0 0,0 0 0,3 0 0,30 4 0,0-2 0,0-1 0,51-5 0,-9 1 0,93 1-1365,-125 2-5461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7:41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443 0 24575,'-14'0'0,"-11"0"0,-15 0 0,-15 0 0,-5 0 0,1 0 0,4 0 0,5 0 0,3 0 0,10 0-8191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7:42.7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24575,'0'6'0,"7"24"0,9 47 0,16 45 0,9 50 0,4 30 0,-5 1 0,-3-21 0,0-33 0,-7-29 0,-9-29 0,-7-22 0,-7-22-8191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7:44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24575,'21'0'0,"13"0"0,8 0 0,4 0 0,0 0 0,0 0 0,-1 0 0,5 0 0,1 0 0,-1 0 0,-2 0 0,-10 0-8191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7:46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24575,'18'0'0,"-1"0"0,0 2 0,1 0 0,-1 1 0,0 0 0,26 10 0,-37-11 0,-1 0 0,0 1 0,0-1 0,1 1 0,-2 1 0,1-1 0,0 1 0,-1-1 0,1 1 0,-1 1 0,0-1 0,-1 0 0,1 1 0,-1 0 0,0 0 0,0 0 0,0 0 0,-1 0 0,0 1 0,0-1 0,0 1 0,0 0 0,0 6 0,-2 0 0,0 1 0,-1-1 0,0 0 0,-1 0 0,0 1 0,-1-1 0,-1-1 0,1 1 0,-2 0 0,0-1 0,0 0 0,-1 0 0,-8 11 0,5-8 0,0 1 0,-1-2 0,-1 1 0,0-1 0,-1-1 0,-16 14 0,42-33 0,0 0 0,0 1 0,1 0 0,0 2 0,0-1 0,0 2 0,25-3 0,117-2 0,-109 7 0,-21 0 0,-6 0 0,1 0 0,-1 2 0,1 0 0,25 6 0,-42-7 0,-1 1 0,0 0 0,1 1 0,-1-1 0,0 1 0,0 0 0,0 0 0,0 0 0,0 1 0,-1-1 0,1 1 0,-1 0 0,1 0 0,-1 0 0,0 0 0,0 0 0,-1 1 0,1 0 0,-1-1 0,1 1 0,-1 0 0,0 0 0,-1 0 0,1 1 0,-1-1 0,1 5 0,3 34 0,-2 1 0,-2 0 0,-9 85 0,5-92 0,2-14 0,-1 0 0,-2 0 0,0-1 0,-2 1 0,0-1 0,-12 25 0,15-39 0,-1 0 0,0-1 0,0 0 0,-1 0 0,0 0 0,-1 0 0,1-1 0,-1 0 0,0 0 0,-1-1 0,1 1 0,-1-1 0,0-1 0,0 1 0,-1-1 0,0-1 0,1 1 0,-1-1 0,0-1 0,-12 3 0,-27 2-85,0-3 0,-1-2-1,-61-5 1,59 1-939,12 1-5802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7:47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24575,'7'0'0,"15"0"0,12 0 0,20 0 0,8 0 0,0 0 0,-4 0 0,-4 0 0,-5 0 0,-4 0 0,-2 0 0,-3 0 0,-7 0-8191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7:48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24575,'3'1'0,"1"0"0,-1 0 0,0 1 0,0-1 0,0 1 0,-1 0 0,1 0 0,0 0 0,-1 0 0,1 0 0,-1 0 0,0 1 0,1-1 0,-1 1 0,3 5 0,7 6 0,309 389 0,-145-168 0,-157-210-455,-2 2 0,17 32 0,-23-38-6371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7:50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369 449 24575,'-2'3'0,"0"0"0,1 1 0,-2-1 0,1 0 0,0 0 0,-1 0 0,1 0 0,-1 0 0,0 0 0,0-1 0,0 0 0,-4 3 0,-14 14 0,-29 48 0,38-49 0,-1 0 0,-1-1 0,0 0 0,-1-1 0,-1-1 0,-20 16 0,-13 11 0,39-33 0,1 0 0,-1-1 0,0 0 0,-1-1 0,0 0 0,-13 6 0,16-13 0,11-9 0,18-21 0,308-331 0,-157 178 0,-143 151-120,17-18-502,88-77-1,-110 109-6203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7:51.5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45 24575,'3'0'0,"0"-1"0,0 0 0,1 0 0,-1 0 0,0 0 0,0 0 0,-1-1 0,6-3 0,16-6 0,3 4 0,0 2 0,0 1 0,0 1 0,0 2 0,1 0 0,33 5 0,-57-4 0,0 1 0,0-1 0,0 1 0,-1 0 0,1 0 0,0 1 0,0-1 0,-1 1 0,1 0 0,-1 0 0,1 0 0,-1 0 0,0 0 0,1 1 0,-2 0 0,1-1 0,0 1 0,0 0 0,-1 1 0,0-1 0,1 0 0,-1 1 0,0-1 0,-1 1 0,1 0 0,-1-1 0,1 1 0,-1 0 0,0 5 0,2 10 0,0 1 0,-2 0 0,0 0 0,-4 34 0,1-25 0,1-16 0,0-1 0,-1 1 0,0-1 0,-1 0 0,0 0 0,-1 0 0,0 0 0,-1-1 0,-1 1 0,1-1 0,-2 0 0,0-1 0,0 0 0,-1 0 0,0 0 0,0-1 0,-19 15 0,22-19 0,0-1 0,1 1 0,0 0 0,0 0 0,0 1 0,0-1 0,1 1 0,-3 6 0,5-11 0,0 0 0,1 1 0,0-1 0,-1 1 0,1-1 0,0 1 0,0-1 0,-1 1 0,1-1 0,0 1 0,1 0 0,-1-1 0,0 1 0,0-1 0,1 1 0,-1-1 0,1 0 0,-1 1 0,1-1 0,0 1 0,-1-1 0,1 0 0,0 0 0,0 1 0,0-1 0,0 0 0,0 0 0,0 0 0,0 0 0,0 0 0,1 0 0,-1 0 0,0 0 0,1-1 0,-1 1 0,0 0 0,1-1 0,-1 1 0,3 0 0,15 3-51,-1 0 1,0-1-1,1-1 0,0 0 0,0-2 0,30-2 0,-18 0-958,6 1-5817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7:52.6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24575,'7'0'0,"16"0"0,11 0 0,6 0 0,4 0 0,1 0 0,-1 0 0,0 0 0,-1 0 0,5 0 0,2 0 0,-7 0-8191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7:54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342 205 24575,'7'-9'0,"0"0"0,1 1 0,0 0 0,1 0 0,-1 0 0,1 1 0,1 1 0,0-1 0,19-8 0,-13 6 0,-2 1 0,20-13 0,1 2 0,68-27 0,-92 42 0,1 1 0,-1 0 0,1 1 0,0 0 0,0 0 0,0 2 0,-1-1 0,1 1 0,0 1 0,0 0 0,0 1 0,0 1 0,22 6 0,-29-6 0,0-1 0,0 1 0,-1-1 0,1 1 0,-1 1 0,0-1 0,0 1 0,0-1 0,0 1 0,-1 0 0,1 1 0,-1-1 0,0 0 0,-1 1 0,1 0 0,-1 0 0,0 0 0,0 0 0,0 0 0,0 0 0,-1 0 0,1 8 0,1 11 0,-1 1 0,-1 0 0,-3 38 0,1-42 0,-4 26 0,-1 1 0,-2 0 0,-3-1 0,-2-1 0,-1 0 0,-3-1 0,-2-1 0,-46 81 0,61-117 0,-1 0 0,0-1 0,-1 1 0,1-1 0,-1-1 0,-1 1 0,1-1 0,-1 0 0,-1 0 0,1-1 0,-12 7 0,85-14 0,-29 0 0,-16-1 0,0 2 0,0 0 0,1 2 0,27 3 0,-43-3 0,-1 1 0,1-1 0,-1 1 0,0 0 0,0 0 0,1 0 0,-1 1 0,-1 0 0,1 0 0,0 0 0,-1 1 0,1-1 0,-1 1 0,0 0 0,0 0 0,-1 1 0,1-1 0,-1 1 0,0-1 0,0 1 0,2 6 0,0 1 0,0 0 0,-1 1 0,-1 0 0,0-1 0,0 1 0,-2 0 0,1 0 0,-2 1 0,0-1 0,0 0 0,-1 0 0,-1 0 0,0 0 0,-6 20 0,3-17 0,-2 0 0,0 0 0,0-1 0,-1 0 0,-1 0 0,-1-1 0,0 0 0,0 0 0,-2-2 0,-22 22 0,23-26 0,0 0 0,0-1 0,-1 0 0,0 0 0,0-2 0,-1 1 0,-24 6 0,-101 16 0,74-17 0,-54 5-455,-1-4 0,-163-6 0,222-6-6371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7:58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810 1 24575,'-6'6'0,"1"1"0,0 0 0,1 0 0,0 0 0,0 0 0,-6 15 0,-4 9 0,-407 881 0,375-786 0,31-81 0,55-172 0,8 10 0,6 2 0,5 3 0,5 2 0,100-132 0,46-24 0,-206 260 0,0 1 0,1-1 0,0 1 0,1 0 0,-1 0 0,1 1 0,-1-1 0,8-3 0,-11 7 0,1 1 0,-1-1 0,0 0 0,0 1 0,0-1 0,1 1 0,-1 0 0,0 0 0,0 0 0,1 0 0,-1 0 0,0 0 0,1 0 0,-1 1 0,0-1 0,0 1 0,0 0 0,0 0 0,1 0 0,-1 0 0,0 0 0,0 0 0,-1 0 0,1 1 0,0-1 0,0 0 0,-1 1 0,1 0 0,2 2 0,7 10 0,0 0 0,-1 1 0,0 0 0,-1 1 0,13 32 0,29 94 0,-46-126 0,18 55 0,63 210 0,-85-277 0,0 0 0,0 0 0,0 0 0,-1 0 0,1 0 0,-1 0 0,0 0 0,0 0 0,0 0 0,-1 1 0,1-1 0,-1 0 0,0 0 0,0 0 0,-1-1 0,1 1 0,-1 0 0,0 0 0,0-1 0,0 1 0,0-1 0,0 0 0,-1 1 0,0-1 0,0 0 0,1-1 0,-2 1 0,1 0 0,0-1 0,-1 0 0,1 0 0,-8 4 0,-8 1 0,0 0 0,-1 0 0,0-2 0,-1-1 0,-25 3 0,-525 44 0,280-31 0,134-9-1365,104-8-5461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7:59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24575,'14'0'0,"11"6"0,9 17 0,25 25 0,17 31 0,23 23 0,1 8 0,-3-1 0,-10-12 0,-21-16 0,-14-22 0,-16-14 0,-8-14 0,-8-13-8191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8:00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953 0 24575,'-13'8'0,"0"1"0,0 0 0,1 1 0,0 0 0,-14 17 0,1-3 0,-483 525 0,443-470 0,-69 76 0,25-42-1365,86-86-5461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8:16.4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1760 24575,'58'-33'0,"78"-56"0,-64 38 0,-21 18 0,907-593 0,33-70 0,-894 614 0,34-25 0,-92 77-1365,-21 17-5461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8:17.9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2221 24575,'7'-4'0,"0"1"0,-1-1 0,0-1 0,1 1 0,-1-1 0,9-9 0,13-12 0,735-574 0,36 34 0,-446 320 0,391-264 0,-643 448-32,-58 38-301,-1-3-1,-1-1 1,43-39 0,-58 41-6493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8:20.3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1972 24575,'4'0'0,"1"0"0,-1-1 0,0 1 0,1-1 0,-1 0 0,0 0 0,0-1 0,0 1 0,0-1 0,0 0 0,-1 0 0,1 0 0,5-5 0,40-43 0,-34 32 0,910-982 0,-716 797 0,267-200 0,-375 323-47,-56 42-283,3 2 1,0 1-1,67-33 1,-74 49-6497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8:21.7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2514 24575,'1'-8'0,"1"-1"0,0 1 0,0 0 0,1 0 0,0 1 0,0-1 0,1 0 0,0 1 0,6-10 0,6-11 0,57-100 0,6 3 0,5 3 0,5 4 0,106-106 0,443-398 0,-627 612 0,127-113 0,172-172 0,-256 238 20,3 3 0,2 2 0,2 3 0,2 3 0,92-52 0,3 14-763,202-77 1,-286 131-6084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2:27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24575,'2'10'0,"0"0"0,1 1 0,1-1 0,-1 0 0,1 0 0,1-1 0,0 1 0,1-1 0,-1 0 0,11 12 0,7 14 0,0 5 0,2-1 0,2-1 0,2-1 0,48 50 0,-69-80 0,0-1 0,1-1 0,-1 1 0,1-1 0,0-1 0,0 1 0,1-2 0,-1 1 0,1-1 0,0-1 0,15 3 0,-4-3 0,0 0 0,1-1 0,-1-2 0,31-3 0,-48 3 0,1 0 0,-1 0 0,0 0 0,1-1 0,-1 1 0,0-1 0,0 0 0,0-1 0,0 1 0,0 0 0,-1-1 0,1 0 0,-1 0 0,1 0 0,-1-1 0,0 1 0,0-1 0,-1 1 0,1-1 0,-1 0 0,0 0 0,0 0 0,0 0 0,0 0 0,-1-1 0,0 1 0,2-8 0,-1-3 0,0 0 0,0 0 0,-2 0 0,0 0 0,0-1 0,-6-27 0,1 111 0,4 47 0,5-1 0,4 1 0,28 132 0,73 121 0,-55-206 0,-49-146 0,7 21 0,7 45 0,-17-74 0,0 1 0,-1 0 0,-1-1 0,1 1 0,-1 0 0,-1 0 0,0-1 0,0 1 0,-1 0 0,0-1 0,-3 11 0,2-14 0,-1 0 0,1-1 0,-1 1 0,0-1 0,0 0 0,0 0 0,0 0 0,-1-1 0,1 1 0,-1-1 0,0 0 0,0-1 0,0 1 0,0-1 0,-1 0 0,1 0 0,-1-1 0,1 0 0,-7 1 0,-16 3 0,0-2 0,-41 0 0,64-2 0,-214-6-1365,171 4-5461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2:28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24575,'0'13'0,"0"40"0,0 51 0,7 36 0,3 21 0,-1 4 0,-2-13 0,5-24 0,0-28 0,-2-24 0,-3-25-8191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2:29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24575,'14'0'0,"11"0"0,9 0 0,4 0 0,4 0 0,1 0 0,0 0 0,0 0 0,-1 0 0,0 0 0,-9 0-8191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2:29.9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24575,'7'0'0,"15"0"0,19 0 0,15 0 0,6 0 0,-2 0 0,-4 0 0,-11 0-8191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2:32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1 130 24575,'1'-3'0,"0"-1"0,0 1 0,0-1 0,0 1 0,0 0 0,1 0 0,0 0 0,0 0 0,0 0 0,0 0 0,0 0 0,0 1 0,1-1 0,-1 1 0,1 0 0,0-1 0,-1 1 0,1 0 0,0 1 0,7-4 0,4-3 0,2 1 0,30-10 0,1 5 0,1 3 0,0 2 0,0 2 0,1 2 0,-1 2 0,51 6 0,-94-5 0,0 0 0,-1 1 0,1-1 0,0 1 0,-1 1 0,1-1 0,-1 0 0,1 1 0,-1 0 0,0 0 0,1 1 0,-1-1 0,0 1 0,-1-1 0,1 1 0,6 7 0,-7-6 0,0 1 0,0 0 0,0 0 0,-1 0 0,0 1 0,0-1 0,0 0 0,-1 1 0,1 0 0,-1-1 0,-1 1 0,1 0 0,-1 8 0,0 11 0,-1-1 0,-1 0 0,-1 0 0,-1 0 0,-1 0 0,-1-1 0,-2 0 0,0 0 0,-1 0 0,-1-1 0,-2-1 0,0 0 0,-1 0 0,-16 19 0,-78 89 0,63-79 0,-53 80 0,94-126 0,1-1 0,-1 1 0,1 0 0,0 0 0,0 1 0,1-1 0,-1 0 0,1 1 0,0-1 0,0 0 0,0 6 0,2-9 0,-1 1 0,0 0 0,1 0 0,-1 0 0,1-1 0,0 1 0,-1 0 0,1-1 0,0 1 0,0-1 0,0 1 0,0-1 0,0 1 0,1-1 0,-1 0 0,0 1 0,1-1 0,-1 0 0,1 0 0,-1 0 0,1 0 0,-1 0 0,1 0 0,0-1 0,0 1 0,-1 0 0,1-1 0,0 0 0,0 1 0,2-1 0,47 8 0,0-2 0,0-2 0,1-2 0,68-7 0,-23 1 0,110 1-1365,-171 3-5461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2:33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24575,'0'7'0,"7"16"0,9 11 0,9 6 0,7 4 0,4 7 0,4 3 0,-5-1 0,5-4 0,-5-2 0,-1-10 0,1-4 0,-6-1 0,-8-5-8191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2:34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0 24575,'-2'21'0,"-1"0"0,-1 0 0,-1-1 0,-1 1 0,0-1 0,-2-1 0,0 1 0,-14 22 0,-7 22 0,-7 23 0,-4-2 0,-97 154 0,85-152 77,40-64-438,-1-1 1,-1 0-1,-17 21 1,11-21-6466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2:37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24575,'0'6'0,"0"17"0,0 18 0,0 8 0,0 4 0,0 5 0,0 1 0,0-3 0,0-5 0,0-4 0,0-3 0,0-9-8191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2:41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24575,'0'7'0,"0"16"0,0 17 0,0 23 0,0 22 0,0 9 0,0 10 0,0 0 0,7 4 0,1-3 0,8 1 0,0-4 0,-2-5 0,-4-13 0,-3-13 0,-3-19-8191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2:42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24575,'7'0'0,"16"0"0,10 0 0,15 0 0,4 0 0,9 0 0,-1 0 0,-2 0 0,-6 0 0,-3 0 0,-4 0 0,-3 0 0,-1 0 0,-1 0 0,-1 0 0,1 0 0,-8 0-8191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2:46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0 24575,'-20'285'0,"2"-82"0,17-194 0,1 1 0,0-1 0,0 0 0,1 0 0,1 0 0,-1 0 0,1 0 0,1 0 0,0-1 0,0 1 0,1-1 0,0 0 0,9 15 0,-9-18 0,1 1 0,0-1 0,0 0 0,1 0 0,-1-1 0,1 0 0,0 0 0,1 0 0,-1 0 0,0-1 0,1 0 0,0-1 0,0 1 0,0-1 0,0-1 0,0 1 0,13 0 0,3 0 0,0 0 0,0-2 0,0 0 0,31-5 0,-47 3 0,0 1 0,1-1 0,-1 0 0,0-1 0,0 0 0,-1 0 0,1 0 0,0-1 0,-1 0 0,0 0 0,0-1 0,0 0 0,-1 0 0,0 0 0,0-1 0,0 1 0,5-8 0,0-5 0,0 0 0,-2 0 0,0-1 0,-1 0 0,-1 0 0,0 0 0,-2-1 0,4-36 0,-6 42 0,-1 0 0,-1 0 0,0 0 0,-1 0 0,-1 0 0,0 0 0,-1 0 0,0 0 0,-1 1 0,0-1 0,-2 1 0,1 1 0,-13-21 0,14 27 0,-2 0 0,1 0 0,-1 1 0,1-1 0,-2 1 0,1 1 0,0-1 0,-1 1 0,0 0 0,0 0 0,0 1 0,-1 0 0,1 0 0,-1 1 0,-14-3 0,-7 1 0,-1 1 0,-55 1 0,74 2 0,2 0 0,0 0 0,0 1 0,1 0 0,-1 1 0,0 0 0,1 0 0,-1 1 0,1 0 0,0 0 0,0 1 0,0 0 0,0 0 0,1 1 0,-1 0 0,1 0 0,0 1 0,1 0 0,-12 13 0,5-1 0,1 0 0,1 1 0,1 0 0,0 1 0,2 0 0,-10 33 0,-8 16-1365,15-42-5461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8:46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400 41 24575,'-28'33'0,"1"1"0,1 1 0,2 1 0,-24 50 0,3-7 0,-110 201 0,132-239 0,22-40 0,1-1 0,0 1 0,0 0 0,-1-1 0,1 1 0,-1-1 0,1 1 0,0 0 0,-1-1 0,1 1 0,-1-1 0,1 1 0,-1-1 0,0 0 0,1 1 0,-1-1 0,1 0 0,-1 1 0,0-1 0,1 0 0,-1 1 0,0-1 0,1 0 0,-1 0 0,0 0 0,-1 0 0,2-1 0,-1 1 0,1-1 0,-1 0 0,1 0 0,0 0 0,-1 0 0,1 0 0,0 0 0,0 0 0,0 0 0,0 0 0,-1 0 0,1 0 0,1 0 0,-1 0 0,0 0 0,0 0 0,1-1 0,7-38 0,2 0 0,1 1 0,3 1 0,1 0 0,23-43 0,-13 31 0,-3-2 0,16-56 0,-32 83 0,-3 10 0,0 1 0,2 0 0,-1 0 0,2 0 0,0 0 0,9-14 0,-14 26 0,1-1 0,1 1 0,-1-1 0,0 1 0,0 0 0,1 0 0,-1 0 0,1 0 0,0 0 0,0 0 0,0 1 0,-1-1 0,1 1 0,1 0 0,-1 0 0,0 0 0,0 1 0,0-1 0,0 1 0,1-1 0,-1 1 0,0 0 0,0 0 0,1 0 0,-1 1 0,0-1 0,0 1 0,0 0 0,0 0 0,0 0 0,0 0 0,0 1 0,0-1 0,4 3 0,8 4 0,-1 0 0,0 2 0,0-1 0,0 2 0,21 21 0,55 71 0,-55-60 0,118 153 0,135 232 0,-284-422 0,13 27 0,-17-32 0,0 0 0,1 0 0,-1 0 0,0 0 0,0 0 0,0-1 0,0 1 0,0 0 0,0 0 0,-1 0 0,1 0 0,0 0 0,0 0 0,-1 0 0,1-1 0,0 1 0,-1 0 0,1 0 0,-1 0 0,1-1 0,-1 1 0,1 0 0,-1-1 0,0 1 0,1 0 0,-1-1 0,0 1 0,0-1 0,1 1 0,-1-1 0,0 1 0,0-1 0,0 0 0,0 1 0,1-1 0,-1 0 0,-1 1 0,-28 4 0,1 0 0,0-2 0,-1-1 0,0-2 0,-46-4 0,7 1 0,-610-4-1365,636 7-5461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8:47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24575,'14'13'0,"18"19"0,10 11 0,6 4 0,-6-5-8191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8:48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419 0 24575,'-7'0'0,"-2"7"0,-6 9 0,-8 8 0,-7 8 0,-5 5 0,-3 9 0,-2-2 0,5 4 0,2-5 0,7-4 0,7-1 0,1 0 0,-4-7 0,3-2 0,3 1 0,-2-4 0,3-7-8191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8:48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24575,'7'0'0,"9"0"0,8 0 0,8 0 0,12 0 0,5 0 0,1 0 0,-1 0 0,-9 0-8191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8:50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24575,'0'7'0,"13"9"0,6 9 0,5 0 0,-1 2 0,-4 11 0,-6 6 0,-4 8 0,-5 11 0,-2 0 0,-2-4 0,-1-4 0,0-6 0,0-10-8191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8:52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87 24575,'-1'99'0,"3"116"0,-1-208 0,0 0 0,0 1 0,1-1 0,0 0 0,0 0 0,0 0 0,1 0 0,0-1 0,1 1 0,-1-1 0,1 1 0,0-1 0,1 0 0,-1-1 0,1 1 0,1-1 0,-1 0 0,1 0 0,12 7 0,-8-6 0,1 0 0,0-1 0,0 0 0,0-1 0,0 0 0,1-1 0,0-1 0,0 1 0,0-2 0,0 0 0,19 0 0,-26-1 0,0-1 0,0 1 0,0-1 0,0 0 0,-1 0 0,1 0 0,0-1 0,-1 0 0,1 0 0,-1 0 0,1 0 0,-1-1 0,0 1 0,0-1 0,0 0 0,4-5 0,-3 2 0,0 1 0,-1-1 0,0-1 0,0 1 0,-1-1 0,0 1 0,0-1 0,0 0 0,3-14 0,-1-9 0,-1 0 0,-2-1 0,-1 1 0,-3-38 0,1 45 0,1 8 0,-1 0 0,0 0 0,-1 0 0,-1 1 0,-1-1 0,-9-27 0,9 35 0,0 0 0,0 0 0,0 0 0,-1 0 0,0 1 0,0 0 0,-1 0 0,1 0 0,-1 1 0,-1 0 0,1 0 0,-1 0 0,0 1 0,-10-5 0,6 4 15,0 0 0,0 1 0,-1 1 0,1 0 0,-1 0 0,1 1 0,-23-1 0,26 3-121,1 0 0,0 1 0,0 0 0,0 0 0,-1 0 0,1 1-1,0 0 1,1 0 0,-1 1 0,0 0 0,1 0 0,-1 0 0,-10 8 0,-2 7-6720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8:41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24575,'0'1305'0,"0"-1290"0,-1-3 0,1 0 0,1 0 0,0 0 0,0 0 0,7 22 0,-7-31 0,0 0 0,0 0 0,1 0 0,-1 0 0,1 0 0,0-1 0,0 1 0,0 0 0,0-1 0,1 0 0,-1 1 0,1-1 0,-1 0 0,1 0 0,0-1 0,0 1 0,0 0 0,0-1 0,0 0 0,0 0 0,0 0 0,0 0 0,0 0 0,1-1 0,-1 1 0,6-1 0,78 3 0,103-11 0,-31 0 0,174 6-1365,-294 2-5461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8:43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24575,'0'7'0,"0"22"0,0 14 0,0 6 0,0 2 0,0-2 0,0-1 0,0-3 0,0-1 0,0-3 0,7 0 0,2 0 0,-1-1 0,-1-7-8191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8:44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2 449 24575,'-1'-89'0,"3"-104"0,-1 186 0,0 0 0,1 0 0,-1 1 0,1-1 0,1 0 0,-1 0 0,1 1 0,0 0 0,1-1 0,0 1 0,-1 1 0,2-1 0,-1 0 0,1 1 0,0 0 0,0 0 0,0 0 0,1 1 0,0 0 0,-1 0 0,2 0 0,-1 1 0,0 0 0,1 0 0,8-2 0,5-2 0,1 2 0,-1 0 0,1 1 0,-1 2 0,1 0 0,0 1 0,30 2 0,-42 0 0,0 1 0,0 0 0,0 1 0,0-1 0,-1 2 0,1-1 0,-1 1 0,1 0 0,-1 1 0,-1 0 0,1 0 0,-1 1 0,0 0 0,0 0 0,0 1 0,-1 0 0,0 0 0,0 0 0,-1 1 0,0 0 0,4 8 0,9 20 0,0 2 0,-3-1 0,15 56 0,-23-72 0,6 30 0,-10-35 0,2 1 0,10 25 0,-2-106 0,-8 28 0,2 0 0,2 1 0,0 0 0,21-48 0,-24 72 0,0-1 0,1 1 0,0-1 0,0 2 0,1-1 0,19-17 0,-21 23 0,0-1 0,0 2 0,1-1 0,0 1 0,0 0 0,0 0 0,1 1 0,-1 0 0,1 0 0,0 1 0,-1 0 0,12-1 0,-3 1 0,-1 1 0,1 0 0,0 1 0,-1 1 0,1 1 0,-1 0 0,1 1 0,-1 0 0,0 2 0,0 0 0,-1 0 0,1 1 0,-1 1 0,0 0 0,-1 1 0,0 1 0,21 18 0,-29-23 6,-1 1-1,-1 1 0,1-1 1,-1 1-1,1-1 1,-1 1-1,-1 0 0,1 0 1,-1 0-1,-1 0 1,1 1-1,-1-1 0,1 10 1,0 10-284,-2 52-1,-1-48-605,0 13-5942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9:01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84 24575,'345'2'0,"375"-5"0,-250-37 0,73-2 0,1035 42 0,-678 2 0,5543-2-832,-5262 17 832,-11 86 0,-900-55 65,-117-19-802,-110-22-5950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9:13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2 212 24575,'-1'-8'0,"1"0"0,0 0 0,1 0 0,0 0 0,0 0 0,0 0 0,1 0 0,1 1 0,-1-1 0,1 1 0,0-1 0,1 1 0,0 0 0,0 0 0,1 1 0,-1-1 0,1 1 0,1 0 0,-1 0 0,1 1 0,0 0 0,0 0 0,1 0 0,-1 1 0,1-1 0,0 2 0,0-1 0,1 1 0,-1 0 0,1 1 0,0-1 0,-1 2 0,15-3 0,20-2 0,1 1 0,56 2 0,-81 4 0,1 0 0,-1 1 0,0 1 0,1 0 0,-1 2 0,-1 0 0,35 15 0,-46-17 0,-1 1 0,1-1 0,-1 2 0,0-1 0,0 0 0,-1 1 0,1 0 0,-1 0 0,0 0 0,0 1 0,-1 0 0,1-1 0,-1 1 0,0 0 0,-1 0 0,0 1 0,0-1 0,0 0 0,1 8 0,0 14 0,0-1 0,-1 0 0,-4 37 0,2-32 0,-1-14 0,0 0 0,-1 0 0,-1-1 0,0 1 0,-1-1 0,-1 0 0,-1 0 0,0 0 0,-2-1 0,0 1 0,0-2 0,-1 1 0,-1-2 0,-1 1 0,0-1 0,-1-1 0,0 0 0,-1 0 0,-1-2 0,-14 12 0,-293 246 0,357-293 0,0 1 0,1 2 0,1 2 0,1 1 0,1 3 0,66-18 0,-46 17 0,1 3 0,0 3 0,1 3 0,100 0 0,-38 11-1365,-92-2-5461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9:14.6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24575,'14'7'0,"18"9"0,10 22 0,19 19 0,6 13 0,11 8 0,1 12 0,-7-3 0,-3-2 0,-5-2 0,-7-8 0,-13-10 0,-7-10 0,-11-7 0,-9-18 0,-7-15-8191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9:15.4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1079 0 24575,'-12'21'0,"-2"0"0,0-1 0,-22 24 0,-2 2 0,-664 932 0,458-629-1365,226-322-5461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9:17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1103 24575,'3'-27'0,"1"1"0,2 0 0,0 0 0,1 0 0,2 1 0,22-45 0,-10 19 0,34-80 0,76-209 0,-122 311 0,1 1 0,-1 0 0,-2-1 0,-1 0 0,-1 0 0,2-37 0,-7 54 0,0-1 0,1 0 0,1 1 0,0-1 0,3-11 0,-4 22 0,0 0 0,-1 0 0,1 1 0,0-1 0,0 0 0,0 1 0,0-1 0,0 1 0,0-1 0,0 1 0,0-1 0,1 1 0,-1 0 0,1 0 0,-1-1 0,1 1 0,3-1 0,-3 1 0,0 1 0,0 0 0,0 0 0,0 0 0,0 0 0,0 0 0,0 0 0,0 0 0,1 1 0,-1-1 0,0 1 0,0 0 0,0-1 0,0 1 0,-1 0 0,1 0 0,0 0 0,0 1 0,0-1 0,1 2 0,12 9 0,-1 0 0,0 1 0,-1 1 0,0 0 0,12 19 0,55 89 0,-39-56 0,380 653 0,-248-409 0,-146-264 0,53 102 0,-78-144 0,-1 0 0,1-1 0,-1 1 0,1 0 0,-1 0 0,0 0 0,0 0 0,-1 0 0,1 0 0,-1 0 0,0 0 0,0 0 0,-1 8 0,0-10 0,-1 0 0,1-1 0,0 1 0,-1 0 0,1 0 0,-1-1 0,1 1 0,-1-1 0,0 1 0,0-1 0,0 0 0,0 1 0,0-1 0,0 0 0,0 0 0,0-1 0,0 1 0,0 0 0,-1-1 0,1 1 0,0-1 0,0 0 0,-1 0 0,1 0 0,-3 0 0,-76 2 0,-143-14 0,76 1 0,-399 4-538,469 7-289,23 1-5999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9:18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24575,'1'7'0,"0"0"0,1 1 0,0-1 0,0 0 0,1 0 0,-1 0 0,2 0 0,-1-1 0,1 1 0,4 5 0,1 3 0,274 408 0,-248-374 0,-12-16 0,41 53 0,-44-69-1365,1-4-5461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9:19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462 1 24575,'-14'14'0,"-18"18"0,-3 17 0,-11 7 0,-3 2 0,0-3 0,7-4 0,5-10 0,9-6 0,1-2 0,0 1 0,3 1 0,7 1 0,-2-5 0,3-8-8191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9:21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24575,'0'7'0,"0"16"0,0 24 0,0 25 0,0 35 0,0 47 0,0 31 0,0 12 0,0-7 0,0-22 0,0-33 0,0-32 0,0-27 0,0-27-8191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9:22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42 24575,'7'0'0,"16"0"0,11 0 0,13 0 0,26 0 0,42-7 0,43-2 0,21 1 0,1 1 0,-23 2 0,-31 2 0,-31 1 0,-24 2 0,-24 0-8191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9:24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167 435 24575,'-3'101'0,"-4"0"0,-24 115 0,-61 189 0,76-340 0,4-27 0,12-38 0,0 0 0,0 0 0,0 0 0,0 0 0,0 0 0,0 0 0,0 0 0,0 0 0,-1 0 0,1 0 0,0 0 0,0 0 0,0 0 0,0 0 0,0 0 0,0 0 0,0 0 0,-1 0 0,1 0 0,0 0 0,0 0 0,0 0 0,0 0 0,0 0 0,0 0 0,0 0 0,-1 0 0,1 0 0,0 0 0,0 0 0,0 0 0,0 0 0,0 0 0,0 0 0,0 0 0,0 0 0,-1 0 0,1 0 0,0 0 0,0-1 0,0 1 0,0 0 0,0 0 0,0 0 0,0 0 0,0 0 0,0 0 0,0 0 0,0-1 0,0 1 0,0 0 0,0 0 0,0 0 0,0 0 0,0 0 0,0 0 0,0 0 0,0-1 0,0 1 0,0 0 0,0 0 0,0 0 0,0 0 0,0 0 0,0 0 0,0 0 0,0-1 0,0 1 0,0 0 0,-2-28 0,4-31 0,2 1 0,13-70 0,35-122 0,-33 170 0,56-222 0,-54 235 0,2 1 0,47-91 0,-58 133 0,2 1 0,20-25 0,-30 42 0,1 0 0,0 0 0,0 1 0,0 0 0,1 0 0,0 0 0,0 0 0,0 1 0,1 0 0,-1 0 0,1 1 0,10-4 0,-13 6 0,0 1 0,0 0 0,0 0 0,0 0 0,0 0 0,0 1 0,0 0 0,0-1 0,-1 1 0,1 1 0,0-1 0,0 0 0,-1 1 0,1 0 0,-1 0 0,0 0 0,1 0 0,-1 1 0,0-1 0,0 1 0,-1 0 0,1 0 0,0 0 0,2 3 0,9 13 0,-1 0 0,21 41 0,-25-44 0,122 249 0,188 550 0,-313-797 0,1 1 0,-1-1 0,0 1 0,-2 0 0,3 26 0,-7-41 0,1 0 0,-1 0 0,0 0 0,-1 0 0,1 0 0,-1 0 0,1 0 0,-1-1 0,0 1 0,-1 0 0,1 0 0,0-1 0,-1 1 0,0-1 0,0 1 0,0-1 0,-1 0 0,1 0 0,-1 0 0,1 0 0,-1 0 0,0-1 0,0 1 0,0-1 0,-1 0 0,1 0 0,-4 2 0,-18 5 0,0-2 0,0 0 0,0-2 0,-1-1 0,1-1 0,-31 0 0,-8 2 0,-154 6 0,69-5 0,103 0-1365,6 2-5461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9:25.8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24575,'7'0'0,"9"0"0,8 0 0,15 7 0,6 9 0,4 8 0,-1 8 0,-8 4 0,-4-3 0,-1-7 0,-7-2 0,-1-4 0,-5 0 0,0 5 0,-3 4 0,2-2 0,-3-6-8191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9:26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492 0 24575,'-196'207'0,"33"-35"0,132-132 0,-6 5 0,-6-3-1365,22-20-5461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9:28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88 24575,'1'-2'0,"-1"0"0,1-1 0,0 1 0,0 0 0,0 0 0,0 0 0,0 0 0,1 0 0,-1 0 0,1 0 0,-1 0 0,1 1 0,-1-1 0,1 0 0,0 1 0,0 0 0,0-1 0,0 1 0,4-2 0,43-19 0,-28 15 0,1 1 0,0 1 0,30-2 0,-41 5 0,1 2 0,-1-1 0,1 2 0,0-1 0,-1 2 0,1-1 0,-1 2 0,14 3 0,-21-3 0,0-1 0,-1 1 0,1 0 0,0 0 0,-1 0 0,0 0 0,0 1 0,0-1 0,0 1 0,0 0 0,-1 0 0,1 0 0,-1 0 0,0 0 0,-1 1 0,1-1 0,-1 1 0,0-1 0,0 1 0,0-1 0,0 1 0,-1 0 0,0 4 0,1 13 0,-1 0 0,0-1 0,-6 32 0,3-39 0,0 1 0,-1-1 0,0 0 0,-1 0 0,-1-1 0,0 1 0,-1-1 0,-1 0 0,1-1 0,-2 0 0,0 0 0,0-1 0,-1 0 0,-1-1 0,0 0 0,-13 9 0,23-19 0,1 1 0,-1-1 0,0 1 0,0-1 0,0 1 0,1 0 0,-1-1 0,0 1 0,1 0 0,-1-1 0,0 1 0,1 0 0,-1 0 0,1 0 0,-1-1 0,1 1 0,0 0 0,-1 0 0,1 0 0,0 0 0,-1 0 0,1 0 0,0 0 0,0 0 0,0 0 0,0-1 0,0 1 0,0 0 0,0 0 0,1 2 0,0-2 0,0 0 0,0 0 0,1 0 0,-1 0 0,1 1 0,-1-2 0,1 1 0,-1 0 0,1 0 0,-1 0 0,1-1 0,0 1 0,0-1 0,-1 1 0,3-1 0,14 3 0,1-1 0,25 0 0,-37-2 0,42 1-1365,-5-1-5461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9:32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1034 1 24575,'-1'8'0,"0"1"0,-1-1 0,0 0 0,0 0 0,-1 0 0,0 0 0,0 0 0,-1-1 0,0 1 0,-9 12 0,-4 7 0,-520 808 0,436-674 0,82-131 0,19-30 0,0 0 0,-1 0 0,1 1 0,0-1 0,0 0 0,0 0 0,0 0 0,0 0 0,0 1 0,-1-1 0,1 0 0,0 0 0,0 0 0,0 0 0,0 0 0,-1 1 0,1-1 0,0 0 0,0 0 0,0 0 0,-1 0 0,1 0 0,0 0 0,0 0 0,0 0 0,-1 0 0,1 0 0,0 0 0,0 0 0,-1 0 0,1 0 0,0 0 0,0 0 0,0 0 0,-1 0 0,1 0 0,0 0 0,0 0 0,0 0 0,-1-1 0,1 1 0,0 0 0,0 0 0,0 0 0,0 0 0,-1 0 0,1 0 0,0-1 0,0 1 0,0 0 0,0 0 0,0 0 0,0-1 0,-1 1 0,1 0 0,0 0 0,0 0 0,0-1 0,0 1 0,0 0 0,0 0 0,0 0 0,0-1 0,0 1 0,0 0 0,0 0 0,0-1 0,0 1 0,1-9 0,1 0 0,0 1 0,0-1 0,1 1 0,0 0 0,0-1 0,1 1 0,0 1 0,0-1 0,7-9 0,-4 5 0,129-204 0,170-205 0,-251 338 0,-44 62 0,2 1 0,1 0 0,0 1 0,27-27 0,-37 43 0,-1 1 0,1-1 0,-1 1 0,1 0 0,0 0 0,0 0 0,0 1 0,0-1 0,0 1 0,0 0 0,0 0 0,0 1 0,0-1 0,1 1 0,-1 0 0,0 0 0,0 0 0,1 0 0,-1 1 0,0 0 0,0 0 0,0 0 0,0 0 0,0 1 0,0-1 0,7 5 0,9 5 0,-1 1 0,0 1 0,32 29 0,-31-25 0,60 50 0,-4 4 0,-2 3 0,86 114 0,-127-158 0,-26-24 0,1 0 0,-1 0 0,0 1 0,11 15 0,-17-21 0,0 1 0,0-1 0,-1 0 0,1 1 0,0-1 0,-1 1 0,1-1 0,-1 1 0,1 0 0,-1-1 0,0 1 0,0-1 0,0 1 0,0 0 0,0-1 0,0 1 0,0-1 0,0 1 0,-1 0 0,1-1 0,0 1 0,-1-1 0,0 1 0,1-1 0,-1 1 0,0-1 0,0 1 0,0-1 0,0 0 0,0 0 0,0 1 0,0-1 0,-2 2 0,-26 20 0,-1-1 0,-1-2 0,-1-1 0,-1-1 0,-54 21 0,69-31 0,-151 58 0,-260 66 0,365-114 0,-43 10 0,-1-6 0,-182 16 0,283-38-52,-23 2-210,-1 0-1,1 2 0,-1 2 1,-39 12-1,42-6-6563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9:33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24575,'14'0'0,"11"14"0,15 18 0,22 17 0,13 15 0,9 16 0,2 8 0,2-3 0,-9-3 0,-9-9 0,-11-9 0,-15-16-8191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09:34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781 0 24575,'-14'0'0,"-11"0"0,-15 0 0,-8 14 0,-9 11 0,5 15 0,-2 8 0,-6 9 0,0 2 0,-3-2 0,-4-5 0,2-3 0,5-4 0,13-2 0,7-9 0,11-10-8191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0:00.3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24575,'0'979'0,"7"-813"0,-5-139 0,2-1 0,1 0 0,1 0 0,11 28 0,-15-49 0,0 0 0,0 0 0,1-1 0,0 1 0,0-1 0,1 0 0,-1 0 0,1 0 0,-1 0 0,1 0 0,1-1 0,-1 0 0,0 0 0,1 0 0,-1 0 0,1-1 0,0 0 0,0 0 0,0 0 0,0 0 0,0-1 0,7 1 0,11 1 0,0-1 0,0-1 0,45-4 0,-31 1 0,156-6-1365,-145 6-5461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0:01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24575,'0'14'0,"0"11"0,0 8 0,0 6 0,0 2 0,0 2 0,7-7 0,9-9 0,2-10-8191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0:03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3 498 24575,'-1'-68'0,"-1"26"0,7-72 0,-3 106 0,-1 0 0,1 0 0,1 0 0,-1 0 0,1 0 0,1 1 0,-1 0 0,1-1 0,1 1 0,-1 0 0,1 1 0,10-11 0,-5 7 0,1 1 0,0 1 0,0-1 0,0 2 0,1 0 0,0 0 0,15-5 0,1 2 0,0 0 0,1 2 0,1 2 0,-1 0 0,1 2 0,42-1 0,-61 5 0,0 1 0,0-1 0,0 2 0,0 0 0,0 0 0,-1 1 0,1 0 0,14 6 0,-20-6 0,1 0 0,-1 0 0,0 0 0,0 1 0,0 0 0,0 0 0,-1 0 0,1 0 0,-1 1 0,0-1 0,-1 1 0,1 0 0,-1 1 0,0-1 0,0 0 0,3 10 0,7 30 0,10 23 0,-23-67 0,0-1 0,0 1 0,0 0 0,0-1 0,1 1 0,-1 0 0,0-1 0,1 1 0,-1 0 0,0-1 0,1 1 0,-1-1 0,1 1 0,-1-1 0,1 1 0,-1-1 0,1 1 0,-1-1 0,1 1 0,-1-1 0,1 0 0,0 1 0,-1-1 0,1 0 0,0 0 0,-1 1 0,1-1 0,0 0 0,-1 0 0,1 0 0,0 0 0,0 0 0,-1 0 0,1 0 0,0 0 0,-1 0 0,1 0 0,0 0 0,-1-1 0,1 1 0,0 0 0,-1 0 0,1-1 0,0 1 0,-1 0 0,1-1 0,-1 1 0,1-1 0,0 1 0,-1-1 0,1 1 0,-1-1 0,1 1 0,-1-1 0,0 1 0,1-1 0,-1 0 0,0 1 0,1-1 0,-1 0 0,0 1 0,0-1 0,1-1 0,21-52 0,-19 46 0,-1 2 0,4-14 0,2 1 0,0 0 0,1 0 0,15-23 0,-20 36 0,0 1 0,1-1 0,0 1 0,0 0 0,0 1 0,0-1 0,1 1 0,0 0 0,0 0 0,0 1 0,0 0 0,1 0 0,-1 0 0,1 1 0,0 0 0,-1 0 0,9 0 0,21-3 0,1 1 0,0 3 0,-1 0 0,1 3 0,0 1 0,39 8 0,-69-10 7,0 1 0,0 0 0,0 1 0,0-1 0,0 1 1,-1 1-1,1-1 0,-1 1 0,0 0 0,0 0 0,0 1 0,-1 0 0,0 0 0,0 0 0,0 1 0,5 6 0,-5-2-156,0-1 1,0 1-1,-1 0 1,0 1-1,-1-1 1,0 1-1,-1-1 1,0 1-1,1 22 1,-1 2-6678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0:05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510 1 24575,'-3'29'0,"-2"1"0,-1-1 0,-1-1 0,-1 1 0,-1-1 0,-22 43 0,11-22 0,-105 232 0,59-139 0,-50 154 0,107-271 0,9-25 0,0 0 0,0 0 0,0 0 0,0 0 0,0-1 0,0 1 0,0 0 0,-1 0 0,1 0 0,0 0 0,0 0 0,0 0 0,0 0 0,0 0 0,0 0 0,0 0 0,0 0 0,0 0 0,0 0 0,-1 0 0,1 0 0,0 0 0,0 0 0,0 0 0,0 0 0,0 0 0,0 0 0,0 0 0,0 0 0,-1 0 0,1 0 0,0 0 0,0 0 0,0 0 0,0 0 0,0 0 0,0 0 0,0 0 0,0 0 0,0 0 0,-1 0 0,1 0 0,0 0 0,0 0 0,0 0 0,0 0 0,0 1 0,0-1 0,0 0 0,0 0 0,0 0 0,0 0 0,0 0 0,0 0 0,0 0 0,0 0 0,0 0 0,0 1 0,8-50 0,36-80 0,108-217 0,-110 259 0,127-272 0,-167 355 0,1-2 0,0 0 0,1 0 0,-1 0 0,1 0 0,0 0 0,10-9 0,-13 14 0,0 0 0,1 0 0,-1 0 0,1 1 0,-1-1 0,1 0 0,-1 1 0,1-1 0,0 1 0,-1 0 0,1 0 0,-1-1 0,1 1 0,0 0 0,-1 0 0,1 1 0,0-1 0,-1 0 0,1 0 0,0 1 0,-1-1 0,1 1 0,-1-1 0,1 1 0,-1 0 0,1 0 0,-1 0 0,0 0 0,1 0 0,-1 0 0,0 0 0,0 0 0,0 0 0,2 2 0,17 17 0,0 1 0,-1 0 0,30 47 0,39 84 0,-86-150 0,0 1 0,-1 0 0,1 0 0,-1 0 0,0 1 0,0-1 0,0 0 0,0 0 0,-1 1 0,1-1 0,-1 0 0,0 1 0,0-1 0,0 0 0,0 1 0,-1-1 0,1 0 0,-1 0 0,0 1 0,0-1 0,0 0 0,0 0 0,-1 0 0,1 0 0,-1 0 0,0 0 0,0 0 0,0-1 0,0 1 0,0-1 0,-6 5 0,-5 3 0,0 0 0,-2-2 0,1 1 0,-1-2 0,-20 8 0,24-10 0,-228 81 0,80-32 0,102-33-94,-129 52-1177,158-60-5555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0:06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24575,'0'13'0,"21"19"0,13 18 0,15 20 0,6 26 0,14 11 0,2 0 0,3-4 0,-11-13 0,-10-14 0,-7-21 0,-11-13 0,-11-6 0,-11-10-8191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0:07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497 0 24575,'-7'14'0,"-23"4"0,-6 13 0,-4 2 0,-2-6 0,6 0 0,3 2 0,0 3 0,-2 3 0,-1 2 0,5 2 0,2-6 0,4-1 0,1-7 0,4 0 0,-1-5 0,2-5-8191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0:07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24575,'7'0'0,"8"0"0,24 0 0,24 0 0,30 0 0,12 0 0,3 0 0,-4 0 0,-13 0 0,-15 0 0,-20 0-8191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0:09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24575,'0'11'0,"1"0"0,0 1 0,1-1 0,1 0 0,0 0 0,0-1 0,8 19 0,44 69 0,-43-79 0,0 0 0,-1 1 0,-1 0 0,-1 1 0,12 40 0,-19-50 0,0 1 0,0 0 0,-1 0 0,-1 0 0,0 0 0,-1 0 0,0 0 0,-1 0 0,-5 18 0,2-15 0,-1 1 0,-1-1 0,0-1 0,-1 1 0,-1-1 0,-15 18 0,-24 36-1365,30-37-5461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0:10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490 330 24575,'1'9'0,"1"-1"0,-1 0 0,1-1 0,1 1 0,4 12 0,3 6 0,-8-17 0,0-1 0,1 0 0,0 1 0,1-1 0,0-1 0,0 1 0,1 0 0,0-1 0,0 0 0,0 0 0,1-1 0,0 1 0,1-1 0,-1-1 0,1 1 0,0-1 0,1 0 0,-1-1 0,1 1 0,0-2 0,0 1 0,0-1 0,0 0 0,1-1 0,10 2 0,1 0 0,1-1 0,0-1 0,-1-2 0,1 1 0,0-2 0,37-7 0,-52 7 0,0 0 0,-1-1 0,1 0 0,0 0 0,-1-1 0,1 0 0,-1 0 0,0 0 0,0 0 0,0-1 0,0 0 0,-1 0 0,1 0 0,-1-1 0,0 1 0,0-1 0,-1 0 0,0 0 0,1 0 0,-2-1 0,1 1 0,-1-1 0,1 1 0,-1-1 0,-1 0 0,1 0 0,0-9 0,2-17 0,-1-1 0,-2 1 0,-1-1 0,-1 1 0,-2-1 0,-9-43 0,9 67 0,0 0 0,0 0 0,-1 0 0,0 1 0,0 0 0,-1 0 0,0 0 0,-1 0 0,1 1 0,-2-1 0,1 2 0,-1-1 0,0 1 0,0 0 0,-1 0 0,1 1 0,-1 0 0,-1 0 0,1 1 0,-1 0 0,1 1 0,-1 0 0,0 0 0,-11-2 0,-21-2 0,1 2 0,-1 2 0,0 1 0,-52 4 0,50 0 0,33-3 0,-1 2 0,1-1 0,-1 1 0,1 1 0,0 0 0,-1 0 0,1 1 0,0 0 0,0 1 0,1 0 0,-1 0 0,1 1 0,0 1 0,0 0 0,1 0 0,-15 13 0,-3 10 0,0 0 0,2 2 0,2 1 0,0 1 0,-21 46 0,7-2 0,-36 112 0,60-148-682,-13 70-1,16-50-6143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0:12.3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24575,'222'-1'0,"486"8"0,-7 60 0,-413-12 0,502 166 0,-768-214 0,1-1 0,0-1 0,0-1 0,44 1 0,92-9 0,-63-1 0,1645-1 0,-963 9 0,-466-3-1365,-270 0-5461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0:14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89 24575,'11'-9'0,"1"0"0,1 0 0,0 1 0,0 1 0,0 0 0,1 0 0,0 2 0,0 0 0,0 0 0,1 1 0,0 1 0,26-2 0,7 1 0,0 3 0,81 7 0,-121-5 0,0-1 0,0 1 0,-1 1 0,1 0 0,0 0 0,-1 0 0,1 1 0,-1 0 0,0 0 0,0 1 0,0 0 0,-1 0 0,1 1 0,-1-1 0,0 2 0,0-1 0,-1 0 0,1 1 0,-1 0 0,0 1 0,-1-1 0,0 1 0,0 0 0,3 7 0,-3-2 0,0 0 0,-1 0 0,-1 0 0,0 0 0,0 1 0,-1-1 0,-1 0 0,0 1 0,-1-1 0,0 1 0,-1-1 0,0 0 0,-1 0 0,-6 18 0,-3-3 0,-1-1 0,0-1 0,-2 0 0,-1-1 0,-1 0 0,-38 39 0,-16 25 0,69-87 0,0 1 0,1 0 0,-1 0 0,1 0 0,0 0 0,0 0 0,0 0 0,0 0 0,0 0 0,0 0 0,0 0 0,1 0 0,-1 1 0,1-1 0,0 0 0,-1 0 0,1 1 0,0-1 0,0 0 0,1 1 0,-1-1 0,0 0 0,1 0 0,-1 1 0,1-1 0,0 0 0,0 0 0,0 0 0,0 0 0,0 0 0,0 0 0,0 0 0,1 0 0,-1 0 0,1-1 0,-1 1 0,1-1 0,0 1 0,3 2 0,8 4 0,0-1 0,1-1 0,0 1 0,0-2 0,17 5 0,-20-7 0,364 91 122,-134-39-1609,-161-34-5339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0:15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24575,'14'14'0,"11"18"0,15 17 0,2 8 0,-1-6 0,-7-5 0,-9-4 0,-2-8 0,2-4 0,-3 0 0,1-5 0,-3-7-8191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0:16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766 1 24575,'-5'2'0,"1"0"0,0 0 0,0 0 0,0 0 0,1 1 0,-1-1 0,0 1 0,1 0 0,0 1 0,0-1 0,0 0 0,0 1 0,-4 7 0,-2 0 0,-243 334 0,96-121 0,-73 83 0,216-288-455,1 0 0,-14 28 0,12-13-6371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0:17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473 33 24575,'-1'9'0,"-1"1"0,0-1 0,0 0 0,-1 0 0,0 0 0,-1-1 0,0 1 0,0-1 0,-1 1 0,-6 7 0,-3 7 0,-70 128 0,-174 327 0,252-466 0,4-6 0,-1 0 0,1 1 0,-2-2 0,1 1 0,-1 0 0,1-1 0,-2 1 0,1-1 0,0 0 0,-11 8 0,15-13 0,-1 1 0,0-1 0,1 0 0,-1 0 0,1 0 0,-1 0 0,1 1 0,-1-1 0,1 0 0,-1 0 0,0 0 0,1 0 0,-1 0 0,1-1 0,-1 1 0,1 0 0,-1 0 0,0 0 0,1 0 0,-1-1 0,1 1 0,-1 0 0,1 0 0,-1-1 0,1 1 0,0 0 0,-1-1 0,1 1 0,-1-1 0,1 1 0,0-1 0,-1 1 0,1 0 0,0-1 0,-1 1 0,1-1 0,0 1 0,0-1 0,-1 0 0,1 1 0,0-1 0,0 1 0,0-1 0,0 1 0,0-1 0,0 0 0,0 1 0,0-1 0,-2-35 0,6 2 0,0 1 0,3-1 0,15-50 0,45-102 0,-47 131 0,99-246 0,-115 291 0,0-1 0,1 1 0,1 0 0,-1 0 0,2 0 0,7-10 0,-12 19 0,-1 0 0,0-1 0,1 1 0,0 0 0,-1 0 0,1 0 0,0 0 0,-1 0 0,1 0 0,0 0 0,0 1 0,0-1 0,0 1 0,0-1 0,0 1 0,0 0 0,0-1 0,0 1 0,0 0 0,0 1 0,0-1 0,0 0 0,0 0 0,0 1 0,-1-1 0,1 1 0,0 0 0,0 0 0,0-1 0,0 1 0,-1 0 0,1 1 0,0-1 0,-1 0 0,1 0 0,-1 1 0,0-1 0,1 1 0,-1-1 0,2 3 0,16 18 0,0 1 0,-2 1 0,-1 0 0,24 47 0,-28-47 0,1 0 0,1 0 0,1-2 0,2 0 0,0-1 0,25 25 0,-36-41 0,0 1 0,0-1 0,0 1 0,-1 0 0,0 1 0,0-1 0,-1 1 0,0 0 0,0 0 0,0 1 0,-1-1 0,0 1 0,-1-1 0,3 12 0,-5-13 0,1 0 0,-1 0 0,-1 0 0,1 0 0,-1 0 0,0 0 0,0 0 0,-1-1 0,1 1 0,-1 0 0,-1-1 0,1 0 0,-1 1 0,0-1 0,0 0 0,0 0 0,-1 0 0,0-1 0,0 1 0,-6 4 0,-3 3 0,-1-2 0,0 0 0,0 0 0,-1-1 0,0-1 0,-1 0 0,-16 5 0,-122 33 0,131-40 0,-18 4-682,-74 8-1,74-15-6143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0:18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24575,'14'14'0,"4"11"0,6 8 0,-1 6 0,2 3 0,-3 0 0,2-5 0,-3-4 0,-6 1 0,2 0 0,5 9 0,-1 4 0,2 1 0,-3-2 0,-4-7-8191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0:19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1235 0 24575,'-46'18'0,"1"3"0,-51 30 0,-1 0 0,-16 9 0,-205 143 0,-70 116 0,322-247 134,16-16-1633,34-40-5327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0:21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364 525 24575,'-9'15'0,"-1"0"0,-1-1 0,0 0 0,-1-1 0,-25 23 0,16-16 0,-24 23 0,4-4 0,-72 86 0,179-235 0,-42 66 0,2 1 0,63-79 0,-42 69 0,379-388 0,-421 436 0,1 1 0,0-1 0,-1 1 0,1 0 0,1 0 0,-1 1 0,1 0 0,-1 0 0,1 0 0,0 1 0,0 0 0,0 1 0,8-2 0,-10 3 0,1 0 0,-1 1 0,1 0 0,-1-1 0,0 2 0,0-1 0,1 1 0,-1 0 0,0 0 0,-1 0 0,1 1 0,0-1 0,-1 1 0,1 0 0,-1 1 0,0-1 0,7 8 0,9 11 0,-1 2 0,27 42 0,-30-41 0,1-1 0,1 0 0,22 21 0,58 62 0,-65-68 0,66 60 0,-85-88 0,-9-8 0,0 1 0,0 0 0,0 0 0,-1 1 0,0-1 0,5 7 0,-8-10 0,0 1 0,-1-1 0,1 1 0,-1-1 0,1 1 0,-1 0 0,1-1 0,-1 1 0,0-1 0,0 1 0,1 0 0,-1-1 0,-1 1 0,1 0 0,0-1 0,0 1 0,0-1 0,-1 1 0,1 0 0,-1-1 0,0 1 0,1-1 0,-1 1 0,0-1 0,0 0 0,0 1 0,0-1 0,-2 3 0,-5 5 0,-1 0 0,0 0 0,-1-1 0,0 0 0,0-1 0,0 0 0,-1-1 0,0 0 0,-17 6 0,-16 5 0,-55 12 0,-8-4 40,-2-5 0,-205 10 0,-226-31-1525,494 0-5341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0:23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24575,'14'7'0,"18"9"0,10 8 0,5 8 0,2 5 0,-1 2 0,-2-4 0,-8-2 0,-5-7 0,0 7 0,1-3 0,-6 0 0,0-4 0,2-7 0,-4 0 0,-7-3-8191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0:24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581 1 24575,'-7'1'0,"1"1"0,-1-1 0,0 2 0,1-1 0,0 1 0,-1-1 0,1 2 0,0-1 0,1 1 0,-11 8 0,-1-1 0,-11 9 0,1 1 0,1 2 0,-32 33 0,-64 87 0,50-57 0,-45 76-500,100-137-365,-1 2-5961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0:26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24575,'0'1130'-1365,"0"-1095"-5461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0:27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 24575,'14'-7'0,"18"-2"0,18 0 0,20 2 0,19 2 0,9 1 0,-6 3 0,-5 0 0,-11 1 0,-10 0 0,-11 1 0,-14-1-8191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1:03.0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486 1 24575,'-71'1398'-195,"-66"-305"-886,-49 475 942,137-1192 1335,15-136-977,26-137-253,7 148 0,4-133-1263,-3-73-5529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0:29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24575,'31'961'0,"126"226"0,-154-1164 0,-2-12 0,1 0 0,0 0 0,1 0 0,6 17 0,-8-25 0,0-1 0,1 1 0,-1-1 0,0 0 0,1 0 0,0 0 0,0 0 0,-1 0 0,1 0 0,0 0 0,1 0 0,-1-1 0,0 1 0,0-1 0,1 0 0,-1 1 0,1-1 0,-1 0 0,1-1 0,-1 1 0,1 0 0,-1-1 0,6 1 0,32 0 0,0-1 0,67-11 0,4 0 0,18 8-1365,-94 3-5461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0:31.4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24575,'3'61'0,"3"0"0,3 0 0,17 63 0,3 20 0,-18-33 0,-8-70 0,8 46 0,4-9-1365,-11-43-5461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0:34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24575,'7'0'0,"23"20"0,34 28 0,40 40 0,29 32 0,14 16 0,1 0 0,-16-18 0,-25-14 0,-30-19 0,-22-23 0,-19-16 0,-17-15-8191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0:36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0 24575,'-1'17'0,"-1"0"0,0 0 0,-8 25 0,0 0 0,-33 115 0,29-115 0,2 0 0,1 1 0,-6 65 0,16-97 0,0 1 0,1-1 0,-1 1 0,2 0 0,1 14 0,-1-23 0,0 0 0,-1 0 0,1 1 0,1-1 0,-1 0 0,0 0 0,1 0 0,0 0 0,-1 0 0,1-1 0,0 1 0,1 0 0,-1-1 0,0 0 0,1 1 0,-1-1 0,1 0 0,0 0 0,4 2 0,6 2 0,1-1 0,-1-1 0,1 0 0,0 0 0,0-2 0,0 0 0,19 1 0,108-5 0,-83 0 0,45 0 0,178 21 0,-231-12-1365,-8-2-5461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0:36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24575,'13'0'0,"26"0"0,26 6 0,23 17 0,3 11 0,-7-1 0,-18 1 0,-13-5 0,-8-7 0,-6-1 0,-2 3 0,-1-3 0,1 3 0,0-4 0,-5 2 0,-2-2 0,-6-6-8191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0:37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545 0 24575,'-7'0'0,"-2"7"0,-7 3 0,-7 5 0,-7 15 0,-11 16 0,-7 13 0,-14 18 0,-5 2 0,3-5 0,12-1 0,8-14 0,12-10 0,4-6 0,6-10-8191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0:38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24575,'1304'0'-1365,"-1256"0"-5461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0:39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 1 24575,'7'0'0,"9"0"0,9 6 0,0 10 0,-4 8 0,-13 8 0,-14 18 0,-20 8 0,-13 1 0,1-3 0,-7-4 0,4-4 0,9-3 0,3-9 0,7-5 0,6 1 0,7-7-8191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0:41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290 255 24575,'0'4'0,"1"-1"0,-1 1 0,1-1 0,0 0 0,0 0 0,0 1 0,0-1 0,0 0 0,1 0 0,-1 0 0,1 0 0,0 0 0,0-1 0,0 1 0,0 0 0,1-1 0,-1 0 0,1 1 0,-1-1 0,1 0 0,0 0 0,0-1 0,0 1 0,0 0 0,0-1 0,0 0 0,0 0 0,1 0 0,-1 0 0,0 0 0,1-1 0,-1 1 0,0-1 0,1 0 0,-1 0 0,1-1 0,-1 1 0,0 0 0,1-1 0,-1 0 0,0 0 0,0 0 0,1 0 0,-1 0 0,0-1 0,0 0 0,0 1 0,-1-1 0,1 0 0,0 0 0,-1-1 0,1 1 0,-1 0 0,0-1 0,0 0 0,0 1 0,0-1 0,0 0 0,2-5 0,1-6 0,-1 0 0,0 0 0,-1-1 0,-1 1 0,0-1 0,-1 0 0,0 0 0,-3-17 0,2 26 0,0 1 0,-1-1 0,0 1 0,0-1 0,-1 1 0,1-1 0,-1 1 0,0 0 0,-1 0 0,1 0 0,-1 0 0,0 0 0,0 1 0,-1-1 0,1 1 0,-1 0 0,0 0 0,0 0 0,0 1 0,-1-1 0,1 1 0,-1 0 0,0 0 0,-7-3 0,-3 2 0,-1 0 0,1 0 0,-1 2 0,0 0 0,-31 0 0,-81 11 0,123-8 6,0 0 0,0 0-1,0 0 1,0 1 0,1-1-1,-1 1 1,0 1 0,1-1 0,-1 0-1,1 1 1,-1 0 0,1 0-1,0 1 1,1-1 0,-1 1-1,1-1 1,-1 1 0,1 0 0,0 1-1,-3 6 1,0 1-218,1 0 0,0 0 0,1 1-1,0 0 1,1 0 0,-2 23 0,0 10-6614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0:49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82 335 24575,'-1'-5'0,"0"-1"0,-1 1 0,0 0 0,0 0 0,-1 1 0,1-1 0,-1 0 0,0 1 0,-6-8 0,-10-17 0,13 15 0,1 1 0,0-1 0,0 0 0,1-1 0,1 1 0,1-1 0,-2-27 0,4 38 0,0 0 0,0 0 0,0 0 0,1 0 0,-1 0 0,1 0 0,0 0 0,0 0 0,1 0 0,-1 1 0,1-1 0,-1 0 0,1 1 0,1-1 0,-1 1 0,0 0 0,1-1 0,-1 1 0,1 1 0,0-1 0,0 0 0,0 0 0,1 1 0,-1 0 0,1 0 0,-1 0 0,1 0 0,0 0 0,-1 1 0,1 0 0,0-1 0,5 0 0,8-1 0,-1 1 0,1 0 0,-1 1 0,1 1 0,0 0 0,-1 1 0,1 1 0,-1 1 0,24 6 0,-32-6 0,0 0 0,-1 0 0,1 0 0,-1 1 0,0 0 0,0 1 0,0 0 0,0 0 0,-1 0 0,0 1 0,0 0 0,0 0 0,-1 0 0,0 1 0,0 0 0,-1 0 0,0 0 0,0 0 0,0 1 0,3 13 0,-3-6 0,0 0 0,-2 0 0,0 0 0,0 18 0,-2-39 0,1 0 0,0-1 0,0 1 0,0 0 0,1 0 0,0 0 0,0 0 0,1 0 0,-1 0 0,1 1 0,0-1 0,1 1 0,0 0 0,0-1 0,7-6 0,-3 6 0,1 0 0,-1 1 0,1 0 0,0 0 0,0 1 0,0 0 0,1 1 0,-1 0 0,1 1 0,0 0 0,17-2 0,12 2 0,66 4 0,-61-1 0,-35 0 0,-1-1 0,1 1 0,0 0 0,0 1 0,-1 0 0,0 1 0,1 0 0,-1 0 0,0 0 0,0 1 0,0 0 0,-1 1 0,0 0 0,0 0 0,0 0 0,0 1 0,-1 0 0,0 1 0,0-1 0,0 1 0,-1 0 0,0 0 0,-1 1 0,6 10 0,0 0-124,-2 1 0,1-1 0,-2 1 0,-1 1 0,0-1 0,-1 1-1,-1 0 1,-1 0 0,-1 1 0,-1 33 0,-1-20-6702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0:52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610 0 24575,'-2'0'0,"1"1"0,-1-1 0,1 1 0,-1-1 0,0 1 0,1 0 0,0-1 0,-1 1 0,1 0 0,-1 0 0,1 0 0,0 0 0,0 0 0,0 1 0,0-1 0,0 0 0,-2 3 0,-18 29 0,13-18 0,-195 331 0,124-170 0,8 3 0,7 3 0,-63 300 0,119-457 0,5-37 0,6-47 0,9-28 0,3 0 0,39-126 0,76-160 0,-108 312 0,-15 35 0,2 1 0,1-1 0,1 1 0,1 1 0,29-43 0,-37 62 0,1 0 0,-1 1 0,1 0 0,0 0 0,0 0 0,0 1 0,0-1 0,1 1 0,-1 1 0,1-1 0,0 1 0,0 0 0,0 0 0,0 0 0,0 1 0,0 0 0,1 1 0,8-1 0,-6 1 0,-1 1 0,1-1 0,0 2 0,0-1 0,-1 1 0,1 1 0,-1 0 0,1 0 0,-1 0 0,0 1 0,0 0 0,14 11 0,7 9 0,-1 0 0,-1 3 0,29 35 0,63 98 0,-81-108 0,317 474 0,-208-301 0,-141-217 0,8 14 0,1 0 0,1-1 0,31 31 0,-41-46 0,0-1 0,1 0 0,0 0 0,-1-1 0,2 0 0,-1 0 0,0-1 0,1 0 0,0 0 0,-1 0 0,1-1 0,0-1 0,0 1 0,0-1 0,16 0 0,56-7 0,-56 3 0,0 1 0,36 2 0,-43 3 0,-16 0 0,-33 4 0,-664 49 0,246-31 0,43-9-1365,363-16-5461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0:53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0 117 24575,'14'-12'0,"0"-1"0,1 2 0,0 0 0,1 1 0,1 0 0,-1 1 0,1 1 0,1 1 0,-1 0 0,1 2 0,0 0 0,23-3 0,-38 7 0,1 1 0,-1 0 0,1 1 0,0-1 0,-1 1 0,1-1 0,-1 1 0,1 0 0,-1 0 0,1 1 0,-1-1 0,0 1 0,0-1 0,0 1 0,0 0 0,0 1 0,0-1 0,0 0 0,-1 1 0,1-1 0,-1 1 0,0 0 0,1 0 0,-1 0 0,-1 0 0,1 0 0,0 0 0,1 6 0,4 8 0,-1 0 0,-1 1 0,-1 0 0,3 24 0,-2 7 0,-3-1 0,-1 1 0,-3 0 0,-9 52 0,4-27 0,6-68 0,0 0 0,1 0 0,-1 0 0,2 0 0,-1 0 0,1 0 0,-1 0 0,1-1 0,1 1 0,-1 0 0,1 0 0,5 9 0,-5-12 0,1 0 0,0 0 0,-1-1 0,1 1 0,0-1 0,0 1 0,1-1 0,-1 0 0,0 0 0,1-1 0,-1 1 0,1-1 0,0 0 0,-1 1 0,1-2 0,0 1 0,0 0 0,0-1 0,0 0 0,3 0 0,92 3 0,104-11 0,-50 0 0,566 3-1365,-658 5-5461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0:55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24575,'0'7'0,"7"16"0,9 18 0,8 15 0,8 12 0,4 8 0,4-1 0,1-8 0,-5 0 0,-4-6 0,8 8 0,4 13 0,8 12 0,2 5 0,-9-8 0,-4-6 0,-10-17-8191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0:56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0 24575,'-3'1'0,"0"-1"0,1 1 0,-1 0 0,0 0 0,0 0 0,1 0 0,-1 0 0,1 1 0,-1-1 0,1 1 0,-1 0 0,1 0 0,-3 2 0,-32 34 0,19-18 0,-12 9 0,-74 65 0,86-82 0,-1 0 0,-30 14 0,32-18 0,0 0 0,1 2 0,0 0 0,-19 16 0,-5 14-1365,25-21-5461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0:57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0 453 24575,'30'-1'0,"0"-2"0,0-1 0,0-1 0,32-11 0,-12 4 0,954-214-479,18 55 100,-915 162 665,0 4 0,128 11 0,-196-5-1651,-6 1-5461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0:59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318 1 24575,'-103'231'0,"-70"147"0,147-328 0,12-35 0,12-30 0,12-32 0,10-22 0,3 1 0,3 1 0,4 1 0,1 2 0,68-101 0,-94 159 0,0-1 0,1 1 0,-1 0 0,1 0 0,0 1 0,1 0 0,0 0 0,-1 0 0,1 1 0,1 0 0,-1 1 0,1-1 0,-1 1 0,1 1 0,0-1 0,0 1 0,0 1 0,0 0 0,0 0 0,1 0 0,-1 1 0,14 1 0,4 2 0,-1 2 0,1 0 0,-1 1 0,-1 2 0,0 0 0,24 13 0,52 29 0,-2 5 0,-3 4 0,151 124 0,-230-170 0,-7-7 0,0 0 0,-1 1 0,0 0 0,-1 0 0,1 1 0,-2 0 0,1 1 0,5 9 0,-11-17 0,-1 1 0,1-1 0,-1 1 0,0 0 0,0-1 0,1 1 0,-1 0 0,0-1 0,-1 1 0,1 0 0,0-1 0,0 1 0,-1-1 0,1 1 0,-1 0 0,1-1 0,-1 1 0,0-1 0,0 1 0,1-1 0,-1 0 0,0 1 0,0-1 0,0 0 0,-1 0 0,1 1 0,0-1 0,0 0 0,-1 0 0,1 0 0,-1-1 0,1 1 0,0 0 0,-1 0 0,0-1 0,1 1 0,-1-1 0,-1 1 0,-11 4 0,0 0 0,-1-1 0,-17 2 0,23-4 0,-385 52 0,233-35 0,100-12-3,-53 8-1359,73-5-5464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1:00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24575,'7'7'0,"8"9"0,10 1 0,0 6 0,-5 5 0,2-2 0,4 1 0,-3 3 0,2-3 0,4-7 0,-4 1 0,-6 3 0,1-3 0,-2 2 0,1-2 0,-2 1 0,3-2 0,-2-5-8191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1:01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832 1 24575,'-5'1'0,"1"0"0,-1 0 0,0 0 0,1 1 0,-1 0 0,1 0 0,-1 0 0,1 0 0,0 1 0,0 0 0,0 0 0,0 0 0,1 0 0,-4 4 0,-8 6 0,-72 64 0,4 4 0,-136 171 0,183-213 31,-1-2-1,-1-2 0,-51 36 1,-45 40-1518,107-85-5339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1:05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391 1 24575,'-1'10'0,"-1"1"0,1 0 0,-2-1 0,-6 19 0,-1 5 0,-18 55 0,-4-1 0,-4-2 0,-63 111 0,-7 17 0,59-107-1365,30-67-5461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1:06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2176 1 24575,'0'4'0,"-1"1"0,1-1 0,-1 1 0,1-1 0,-1 0 0,0 1 0,-2 4 0,-2 6 0,-29 81 0,-61 121 0,-58 97 0,-69 107-506,-95 165-135,-295 553-444,34 14 610,491-947 1628,30-66-1703,49-121-5537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1:15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24575,'7'0'0,"22"0"0,42 0 0,42 0 0,16 0 0,-8 7 0,-17 2 0,-19-1 0,-18-1 0,-20-2-8191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1:16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24575,'13'0'0,"19"0"0,18 0 0,13 0 0,11 0 0,-1 0 0,-6 0 0,-8 0 0,-7 0 0,-5 0 0,-4 0 0,-2 0 0,-2 0 0,-6 0-8191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1:23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24575,'0'1174'0,"-1"-1165"0,1-1 0,1 0 0,0 1 0,0-1 0,0 1 0,1-1 0,1 0 0,-1 0 0,1 0 0,1 0 0,3 7 0,-3-10 0,-1-1 0,1 0 0,-1 0 0,1 0 0,0 0 0,1-1 0,-1 1 0,1-1 0,-1 0 0,1-1 0,0 1 0,0-1 0,0 0 0,1 0 0,-1-1 0,0 1 0,12 1 0,24 1-16,1-2 0,80-6-1,-50 1-1299,-31 2-5510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1:23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24575,'7'7'0,"2"9"0,-1 8 0,-1 8 0,5-2 0,1 1 0,-3 1 0,5 4 0,-1 1 0,-3 2 0,-3 0 0,4-5 0,1-3 0,-4-5-8191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1:25.9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40 684 24575,'-3'-58'0,"-14"-85"0,-2-18 0,19 154 0,0 1 0,0 0 0,1-1 0,0 1 0,0-1 0,1 1 0,-1 0 0,1 0 0,1 0 0,-1 0 0,1 0 0,0 0 0,0 1 0,1-1 0,0 1 0,0 0 0,8-8 0,5-2 0,0 1 0,1 0 0,34-19 0,-29 19 0,-22 14 0,44-29 0,58-25 0,-91 48 0,0 1 0,0 0 0,1 1 0,0 0 0,0 1 0,0 0 0,0 1 0,0 1 0,0 0 0,23 2 0,-30 0 0,0 1 0,0-1 0,-1 1 0,1 1 0,-1-1 0,1 1 0,-1 0 0,0 0 0,1 0 0,-2 1 0,1 0 0,0 0 0,-1 0 0,0 0 0,0 1 0,0 0 0,0 0 0,-1 0 0,0 0 0,0 0 0,0 1 0,-1-1 0,0 1 0,0 0 0,0-1 0,1 11 0,3 13 0,-2 0 0,-2 1 0,0-1 0,-3 32 0,1-53 0,-2 85 0,2-92 0,-1 0 0,1 0 0,0 0 0,0 0 0,0 0 0,1 0 0,-1 0 0,0-1 0,0 1 0,0 0 0,1 0 0,-1 0 0,1 0 0,-1 0 0,0 0 0,1 0 0,0 0 0,-1 0 0,2 0 0,8-9 0,10-33 0,2-46 0,-17 63 0,0 0 0,2 1 0,1 0 0,17-35 0,-22 51 0,1 1 0,0 0 0,1 0 0,0 0 0,0 0 0,0 1 0,0 0 0,1 0 0,0 0 0,0 1 0,0 0 0,1 0 0,-1 1 0,1-1 0,0 1 0,0 1 0,0-1 0,0 1 0,12-1 0,-14 2 0,0 0 0,1 0 0,-1 1 0,1-1 0,-1 2 0,1-1 0,-1 0 0,0 1 0,1 0 0,-1 0 0,0 1 0,1-1 0,-1 1 0,0 1 0,0-1 0,-1 0 0,1 1 0,0 0 0,-1 0 0,0 1 0,7 6 0,-5-3 0,-1 0 0,0 1 0,0-1 0,-1 1 0,0 0 0,0 0 0,-1 1 0,0-1 0,-1 1 0,0-1 0,0 1 0,1 15 0,2 69 41,-9 115 0,-1-54-1488,5-119-5379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1:27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448 1 24575,'0'5'0,"-1"-1"0,0 1 0,0 0 0,0-1 0,-1 1 0,0-1 0,0 1 0,0-1 0,0 0 0,-4 6 0,-6 10 0,-139 250 0,-66 134 0,183-306 0,26-73 0,4-18 0,3-11 0,2-20 0,14-54 0,4 0 0,43-115 0,-61 190 0,7-18 0,0-1 0,2 2 0,16-29 0,-24 46 0,-1-1 0,2 1 0,-1 0 0,0-1 0,1 1 0,-1 0 0,1 1 0,0-1 0,0 0 0,0 1 0,0-1 0,0 1 0,1 0 0,-1 0 0,1 1 0,-1-1 0,1 1 0,0-1 0,0 1 0,0 0 0,-1 1 0,1-1 0,0 1 0,0-1 0,0 1 0,0 1 0,6 0 0,0 2 0,0 1 0,0 0 0,0 1 0,-1 0 0,0 1 0,0 0 0,0 0 0,-1 1 0,0 0 0,11 12 0,13 17 0,28 42 0,-29-37 0,-21-29 0,-1 0 0,-1 1 0,0-1 0,-1 1 0,0 1 0,-1-1 0,0 1 0,4 18 0,-9-28 0,-1 1 0,1 0 0,-1-1 0,1 1 0,-1 0 0,-1-1 0,1 1 0,-1-1 0,1 1 0,-1 0 0,-1-1 0,1 1 0,-1-1 0,0 0 0,0 0 0,0 1 0,0-1 0,-1 0 0,1-1 0,-1 1 0,0 0 0,0-1 0,-1 0 0,1 0 0,-1 0 0,1 0 0,-1 0 0,0-1 0,-7 4 0,0 0-170,-1-2-1,0 1 0,1-2 1,-1 0-1,0 0 0,-1-1 1,-22 2-1,-2-3-6655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1:28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24575,'7'0'0,"9"7"0,9 22 0,7 14 0,11 13 0,6 4 0,1-2 0,-8-3 0,-4-12 0,-8-5 0,-4-4 0,-4-6-8191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1:29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0 24575,'0'7'0,"-14"23"0,-11 20 0,-15 22 0,-1 5 0,0-3 0,7-7 0,2-9 0,7-6 0,7-6 0,7-4 0,6-3 0,2-6-8191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1:30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24575,'7'0'0,"15"0"0,12 0 0,7 0 0,2 0 0,2 0 0,0 0 0,-8 0-8191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1:31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0 24575,'11'1'0,"0"0"0,0 1 0,-1 0 0,1 1 0,0 0 0,-1 1 0,19 9 0,-22-10 0,0 1 0,0 0 0,0 0 0,0 1 0,-1 0 0,0 0 0,0 0 0,0 1 0,0 0 0,-1 0 0,6 10 0,-7-8 0,-1 1 0,1 0 0,-2 0 0,1 1 0,-1-1 0,-1 1 0,0-1 0,0 1 0,-1-1 0,0 1 0,0 0 0,-1-1 0,-1 1 0,0-1 0,-4 15 0,-7 13 0,0 0 0,-30 52 0,18-36 0,-94 164-1365,103-181-5461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1:32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45 24575,'-9'250'0,"11"-260"0,0 0 0,1 0 0,0 1 0,1 0 0,0-1 0,0 1 0,1 1 0,0-1 0,1 1 0,0 0 0,10-12 0,-5 8 0,0 0 0,0 1 0,1 0 0,1 1 0,0 1 0,0-1 0,1 2 0,21-10 0,8 2 0,0 2 0,2 2 0,-1 1 0,2 3 0,65-4 0,234 11 0,-163 5 0,609-4 0,-782 0 0,0 0 0,1 0 0,0 0 0,0 1 0,-1 0 0,11 3 0,-19-3 0,1-1 0,-1 0 0,0 1 0,1-1 0,-1 1 0,0 0 0,1 0 0,-1-1 0,0 1 0,0 0 0,1 0 0,-1 0 0,0 0 0,0 0 0,0 0 0,0 1 0,-1-1 0,1 0 0,0 0 0,0 1 0,-1-1 0,1 0 0,-1 1 0,1-1 0,-1 1 0,1-1 0,-1 1 0,0-1 0,0 0 0,0 1 0,0-1 0,0 1 0,0-1 0,0 1 0,0-1 0,-1 1 0,1-1 0,-1 1 0,1-1 0,-1 2 0,-3 6 0,0 0 0,-1-1 0,1 0 0,-2 0 0,1 0 0,-1 0 0,0-1 0,-1 0 0,0 0 0,-12 10 0,-14 8 0,-42 24 0,62-41 0,-86 50 0,-179 75 0,-120 16 0,343-130 0,-1-2 0,-2-3 0,1-2 0,-1-2 0,-1-4 0,-111 0 0,-129-19-1365,265 13-5461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1:35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24575,'87'-1'0,"102"3"0,-182-1 0,0-1 0,1 1 0,-1 0 0,0 1 0,0 0 0,0 0 0,-1 0 0,1 1 0,0 0 0,-1 0 0,0 1 0,1 0 0,-1 0 0,-1 0 0,1 1 0,-1 0 0,0 0 0,0 0 0,0 0 0,-1 1 0,1 0 0,-1 0 0,-1 0 0,1 1 0,-1-1 0,0 1 0,-1 0 0,0 0 0,0 0 0,2 10 0,-2-1 0,-1 1 0,0-1 0,-1 1 0,0-1 0,-2 0 0,0 1 0,0-1 0,-2 0 0,0 0 0,-1 0 0,0-1 0,-12 23 0,-13 12 0,-1-2 0,-62 73 0,28-39 0,65-81 0,-5 4 0,1 1 0,-1 1 0,1-1 0,0 0 0,1 1 0,-6 12 0,9-16 0,0-1 0,-1 1 0,1-1 0,0 1 0,0 0 0,1-1 0,-1 1 0,0-1 0,1 1 0,0-1 0,-1 0 0,1 1 0,0-1 0,0 0 0,0 1 0,1-1 0,-1 0 0,0 0 0,1 0 0,-1 0 0,1 0 0,0 0 0,0-1 0,2 3 0,53 43 0,-54-44 0,0-1 0,0 1 0,1-1 0,-1 1 0,1-1 0,0 0 0,-1-1 0,1 1 0,0-1 0,0 1 0,0-1 0,0 0 0,6 0 0,-10-2-45,0 1-1,1-1 1,-1 1-1,0-1 1,0 0-1,1 1 1,-1-1-1,0 0 1,0 0-1,0 1 1,0-1-1,0 0 1,0 1-1,0-1 1,0 0-1,0 0 1,0 1-1,0-1 1,0 0-1,-1 1 1,1-1-1,0 0 1,0 1-1,-1-1 0,1 1 1,0-1-1,-1 0 1,1 1-1,-1-1 1,-20-37-6781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1:37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24575,'29'26'0,"-21"-19"0,0 0 0,0 1 0,0 0 0,12 17 0,26 52 0,-3 2 0,63 164 0,-63-136 0,-39-96 0,1 0 0,0-1 0,1 0 0,0 1 0,0-2 0,1 1 0,0-1 0,1 0 0,0 0 0,0-1 0,1 0 0,0-1 0,0 0 0,1 0 0,0-1 0,0 0 0,0-1 0,1 0 0,0-1 0,0 0 0,0 0 0,0-1 0,14 1 0,27 3 0,74 1 0,7 0 0,-88-4-78,93 15-1209,-91-7-5539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1:38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706 0 24575,'-14'0'0,"-18"7"0,-17 9 0,-7 8 0,-2 8 0,3-2 0,11 1 0,6-6 0,-5 15 0,-1 6 0,0 3 0,-7 7 0,-1 0 0,8-2 0,12-3 0,4-11 0,7-12-8191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1:46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24575,'0'7'0,"0"16"0,0 24 0,0 25 0,7 28 0,3 24 0,5 5 0,1-6 0,-2-17 0,-4-19 0,-3-19 0,3-20 0,1-11 0,-1-12-8191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1:47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24575,'7'0'0,"9"0"0,15 0 0,17 0 0,6 0 0,2 0 0,-3 0 0,4 0 0,-1 0 0,10 0 0,2 0 0,-5 0 0,-6 0 0,-6 0 0,-11 0-8191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1:48.8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0 24575,'-2'57'0,"-2"-1"0,-16 78 0,-37 105 0,22-101 0,11-29 0,-32 113 0,53-219 0,0-12 0,1-18 0,4-255 0,1 120 0,-4 153 0,2 0 0,-1 0 0,1 1 0,0-1 0,1 0 0,0 1 0,4-11 0,-5 18 0,0-1 0,0 0 0,0 0 0,0 0 0,1 1 0,-1-1 0,0 0 0,1 1 0,-1-1 0,1 1 0,0 0 0,-1 0 0,1-1 0,0 1 0,0 0 0,0 0 0,0 1 0,0-1 0,0 0 0,0 1 0,0-1 0,0 1 0,0-1 0,0 1 0,0 0 0,0 0 0,0 0 0,1 0 0,-1 1 0,0-1 0,0 0 0,0 1 0,0 0 0,0-1 0,3 3 0,8 2 0,0 1 0,0 0 0,-1 1 0,0 0 0,0 1 0,-1 1 0,16 15 0,68 76 0,72 119 0,-33-39 0,-101-146 0,-27-28 0,0-1 0,-1 1 0,1 0 0,-1 0 0,0 1 0,-1 0 0,8 14 0,-12-20 0,0 0 0,0 1 0,0-1 0,0 0 0,0 0 0,0 1 0,0-1 0,0 0 0,-1 1 0,1-1 0,-1 0 0,1 0 0,-1 0 0,1 1 0,-1-1 0,0 0 0,1 0 0,-1 0 0,0 0 0,0 0 0,0 0 0,0 0 0,0 0 0,0-1 0,0 1 0,0 0 0,0-1 0,0 1 0,-1 0 0,1-1 0,0 0 0,0 1 0,-1-1 0,-1 1 0,-54 14 0,48-13 0,-156 28 69,-61 15-1503,171-30-5392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1:49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24575,'13'15'0,"0"0"0,-1 1 0,19 31 0,6 9 0,454 627 0,60-40 0,-500-591 0,2-3 0,69 51 0,-103-87 0,0 0 0,1-2 0,0 0 0,0-2 0,1 0 0,1-1 0,-1-2 0,1 0 0,0-1 0,1-1 0,24 1 0,204-4-74,-167-3-1217,-38 1-5535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1:50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1263 1 24575,'-1'6'0,"0"-1"0,0 1 0,-1 0 0,1-1 0,-1 1 0,-1 0 0,1-1 0,-1 0 0,0 0 0,0 0 0,-7 9 0,-1 3 0,-494 729 0,154-236 0,311-457 0,-2-2 0,-62 59 0,-17 21 0,90-96-1365,5-8-5461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2:01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 24575,'11'0'0,"0"-1"0,1 1 0,0 1 0,0 0 0,-1 0 0,23 6 0,-30-5 0,0 0 0,-1-1 0,0 1 0,1 0 0,-1 1 0,0-1 0,0 0 0,0 1 0,-1 0 0,1 0 0,-1 0 0,1 0 0,-1 0 0,0 0 0,0 0 0,0 1 0,-1-1 0,1 1 0,-1 0 0,0-1 0,0 1 0,1 5 0,2 13 0,0 0 0,-2 0 0,0 1 0,-1-1 0,-2 1 0,-3 27 0,2-35 0,-1 1 0,-1-1 0,0 0 0,-1 0 0,0 0 0,-1-1 0,-1 0 0,0 0 0,-16 23 0,-9 8 0,25-34 0,0 1 0,-1-1 0,-1 0 0,0-1 0,0 0 0,-1 0 0,0-1 0,0-1 0,-1 1 0,-14 7 0,7-6 0,19-5 0,30-5 0,-17 0 0,90-4 0,135 3 0,-211 4 59,45 13-1,-48-10-799,51 6 0,-44-10-6085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2:02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24575,'7'7'0,"16"22"0,11 14 0,6 7 0,-3 0 0,-2 0 0,-5-2 0,-3-9 0,-5-5 0,1-8 0,-5-1 0,3-6 0,-3 2 0,3-4 0,4 3 0,5-2 0,4-4 0,-3-5-8191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2:03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551 1 24575,'-1'8'0,"0"0"0,-1 0 0,0 0 0,0-1 0,0 1 0,-1 0 0,0-1 0,-5 8 0,0 4 0,-493 951-1365,484-939-5461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2:04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24575,'0'14'0,"0"18"0,0 10 0,0 12 0,0 18 0,0 3 0,0-5 0,0-7 0,0-7 0,0-7 0,0-4 0,0-3 0,0-3 0,0-6-8191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2:05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24575,'7'0'0,"9"0"0,8 0 0,8 0 0,4 0 0,11 7 0,10 2 0,3-1 0,5-1 0,-2-2 0,-5-2 0,-5-1 0,-5-2 0,-4 0 0,-9 0-8191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20:12:06.5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236 334 24575,'-2'76'0,"0"-43"0,1-1 0,2 1 0,1 0 0,8 34 0,-9-61 0,1-1 0,-1 0 0,2 0 0,-1 0 0,0-1 0,1 1 0,0 0 0,0-1 0,0 0 0,1 0 0,-1 0 0,1 0 0,0 0 0,0-1 0,1 0 0,-1 1 0,1-2 0,-1 1 0,1 0 0,0-1 0,0 0 0,0 0 0,0-1 0,0 1 0,1-1 0,5 0 0,12 2 0,0-1 0,1-1 0,-1-1 0,39-6 0,-57 6 0,0-1 0,-1 0 0,1 0 0,0 0 0,-1 0 0,1-1 0,-1 0 0,0 0 0,0 0 0,1-1 0,-1 1 0,-1-1 0,1 0 0,0 0 0,-1 0 0,1-1 0,-1 1 0,0-1 0,0 1 0,-1-1 0,1 0 0,-1-1 0,0 1 0,0 0 0,0-1 0,0 1 0,-1-1 0,0 1 0,1-7 0,2-13 0,-2 0 0,0 0 0,-2 0 0,-4-40 0,1 19 0,2 9 0,-1 0 0,-2-1 0,-2 2 0,-1-1 0,-1 1 0,-25-64 0,30 93 0,-1 0 0,0 0 0,-1 0 0,1 1 0,-1-1 0,0 1 0,-1 0 0,1 1 0,-1-1 0,0 1 0,0 0 0,0 1 0,0-1 0,-1 1 0,0 0 0,1 1 0,-1 0 0,0 0 0,0 0 0,0 1 0,-15-1 0,11 1 0,0 0 0,1 1 0,-1 0 0,0 1 0,0 0 0,0 1 0,1 0 0,-1 1 0,1 0 0,0 1 0,-1 0 0,2 0 0,-1 1 0,-10 7 0,12-5 0,1 0 0,0 0 0,1 0 0,-1 1 0,1 0 0,1 0 0,0 1 0,-5 8 0,-31 79 0,37-84 0,-85 266-617,78-242-131,-21 75-6078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1:44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125 566 24575,'2'-32'0,"8"-50"0,1-2 0,-10 63 0,5-63 0,-6-125 0,-1 206 0,1-1 0,0 1 0,-1 0 0,0 0 0,0-1 0,0 1 0,0 0 0,0 0 0,0 0 0,-1 0 0,-2-3 0,4 5 0,-1 0 0,0 0 0,0 0 0,0 0 0,0 1 0,0-1 0,0 0 0,-1 0 0,1 1 0,0-1 0,0 0 0,0 1 0,-1-1 0,1 1 0,0 0 0,-1-1 0,1 1 0,0 0 0,-3 0 0,1 0 0,1 1 0,-1 0 0,0 0 0,0 0 0,0 0 0,0 0 0,1 0 0,-1 1 0,1-1 0,-1 1 0,1 0 0,0 0 0,-1 0 0,1 0 0,0 0 0,0 1 0,0-1 0,1 0 0,-1 1 0,1-1 0,-1 1 0,-1 3 0,-8 22 0,0-1 0,2 1 0,0 1 0,2 0 0,2 0 0,-4 54 0,9 190 0,4-126 0,-4-93 0,2 0 0,14 80 0,-5-47-1365,-10-62-5461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1:46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 24575,'5'0'0,"11"0"0,9 0 0,5 0 0,3-5 0,0-2 0,0 0 0,-1 2 0,0 1 0,-6 2-8191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1:51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0 24575,'-49'92'0,"-41"88"0,81-157 0,1 1 0,1 0 0,1 0 0,1 0 0,1 1 0,-1 29 0,5-51-22,-1 40 94,6 61 1,-4-93-208,1 0-1,0 1 1,0-1 0,1 0 0,1 0-1,0-1 1,1 1 0,-1-1-1,2 0 1,10 16 0,-1-10-6691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1:52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24575,'5'0'0,"7"0"0,6 0 0,6 0 0,3 10 0,2 4 0,2 9 0,-5 6 0,-2-2 0,1-1 0,1-4 0,-5-6-8191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1:54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1 24575,'0'5'0,"0"7"0,-5 1 0,-2 3 0,1 5 0,-5 3 0,1 3 0,-4-3 0,1-1 0,-3 1 0,2 2 0,3 1 0,-2 6 0,-3 8 0,0 2 0,-1-2 0,1-2 0,5-8-8191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1:55.3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24575,'97'-1'0,"105"3"0,-193-1 8,0 1 0,0 0 0,0 1 0,0 0 0,-1 1 0,1-1 0,-1 2 0,0-1 0,0 1 0,-1 0 0,1 1 0,-1 0 0,-1 0 0,11 11 0,1 3-379,-1 1-1,-1 1 1,23 40 0,-31-45-6455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1:56.6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24575,'12'19'0,"1"0"0,0 0 0,2-2 0,0 1 0,1-2 0,29 23 0,-28-25 0,0 1 0,-1 0 0,-1 2 0,0-1 0,-2 2 0,0 0 0,12 21 0,-1 11 0,25 75 0,-42-100 0,-1 0 0,0 0 0,-2 0 0,-1 1 0,0 34 0,-4-46-81,2 5-47,0 0-1,-2-1 1,0 1-1,-2 0 1,0 0 0,0-1-1,-2 0 1,-1 0-1,-11 27 1,6-26-6698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2:07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2 24575,'-1'-1'0,"0"1"0,-1 0 0,1 0 0,-1 0 0,1 0 0,-1 0 0,1 0 0,0 0 0,-1 0 0,1 1 0,-1-1 0,1 0 0,0 1 0,-1-1 0,1 1 0,0 0 0,-1-1 0,1 1 0,0 0 0,0 0 0,0 0 0,0 0 0,0 0 0,0 0 0,0 0 0,0 0 0,0 0 0,0 0 0,1 0 0,-1 1 0,0-1 0,1 0 0,-1 1 0,0 1 0,1-1 0,1 0 0,-1-1 0,1 1 0,0-1 0,-1 1 0,1 0 0,0-1 0,0 1 0,0-1 0,0 0 0,0 1 0,0-1 0,1 0 0,-1 0 0,0 0 0,1 0 0,-1 0 0,1 0 0,-1 0 0,1 0 0,-1 0 0,1-1 0,0 1 0,-1 0 0,1-1 0,0 0 0,-1 1 0,4-1 0,21 4 0,1-2 0,-1-1 0,37-3 0,37 2 0,-97 0 0,0 0 0,-1 1 0,1-1 0,0 1 0,-1 0 0,1 0 0,-1 0 0,1 0 0,-1 0 0,1 0 0,-1 1 0,0-1 0,0 1 0,1-1 0,-1 1 0,0 0 0,-1 0 0,4 4 0,-2-2 0,-1 1 0,1-1 0,-1 1 0,0 0 0,0 0 0,-1 0 0,0 0 0,1 0 0,-1 7 0,0 9 0,0 1 0,-2-1 0,-5 37 0,5-55 0,1 2-49,-1-1 1,-1 1-1,1-1 0,-1 1 0,0-1 1,0 0-1,0 1 0,0-1 0,-1 0 1,0-1-1,0 1 0,0 0 0,0-1 1,0 1-1,-1-1 0,1 0 0,-1 0 1,0-1-1,0 1 0,0-1 0,-1 0 1,1 0-1,0 0 0,-1 0 0,1-1 0,-1 0 1,-6 1-1,-12 2-6777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2:09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0 24575,'-5'0'0,"-1"5"0,-1 7 0,2 7 0,2 4 0,1 4 0,-5-2 0,0-2 0,0 2 0,2-4-8191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2:11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32 256 24575,'3'-1'0,"0"0"0,0 0 0,0 0 0,0 0 0,0-1 0,0 1 0,-1-1 0,1 0 0,-1 1 0,1-1 0,-1-1 0,0 1 0,1 0 0,-1 0 0,0-1 0,-1 1 0,1-1 0,2-3 0,26-53 0,-26 46 0,-1 0 0,0 0 0,-1 0 0,2-15 0,-4 24 0,0 0 0,1-1 0,-1 1 0,-1 0 0,1 0 0,-1 0 0,1 0 0,-1-1 0,0 1 0,-1 0 0,1 0 0,-1 0 0,1 1 0,-1-1 0,-1 0 0,-3-4 0,6 7 0,-1 0 0,0 1 0,0-1 0,0 1 0,0-1 0,0 1 0,0 0 0,0-1 0,0 1 0,0 0 0,0 0 0,0 0 0,0-1 0,0 1 0,0 0 0,0 0 0,0 0 0,0 1 0,0-1 0,0 0 0,0 0 0,0 1 0,0-1 0,0 0 0,0 1 0,1-1 0,-1 1 0,0-1 0,0 1 0,0-1 0,0 1 0,1 0 0,-1-1 0,0 1 0,1 0 0,-1 0 0,0 0 0,1 0 0,-1-1 0,1 1 0,-1 0 0,0 2 0,-24 45 0,23-43 0,-6 13 0,1 0 0,0 1 0,2 0 0,0 0 0,1 0 0,1 0 0,1 1 0,1 27 0,1-41 0,0 0 0,0 0 0,1-1 0,0 1 0,1 0 0,-1 0 0,1-1 0,0 1 0,0-1 0,1 0 0,-1 1 0,1-1 0,1 0 0,-1 0 0,1-1 0,-1 1 0,1-1 0,1 0 0,-1 0 0,1 0 0,-1-1 0,1 1 0,0-1 0,0 0 0,0 0 0,1-1 0,-1 0 0,1 0 0,-1 0 0,1 0 0,8 0 0,-3 0-151,1 0-1,-1-1 0,0 0 0,1 0 1,-1-2-1,0 1 0,1-2 1,15-2-1,-7-4-6674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2:13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1 24575,'-4'0'0,"0"0"0,0 0 0,0 0 0,0 1 0,1-1 0,-1 1 0,0 0 0,0 0 0,1 0 0,-1 0 0,0 1 0,1 0 0,-1-1 0,1 1 0,0 1 0,-4 2 0,4-2 0,0 1 0,1 0 0,-1 0 0,1 0 0,0 0 0,0 0 0,1 0 0,-1 1 0,1-1 0,0 0 0,0 1 0,0-1 0,0 9 0,1-11 0,-3 21 0,1 0 0,2 0 0,0 0 0,4 32 0,-3-51 0,-1 1 0,1-1 0,0 1 0,1-1 0,-1 1 0,1-1 0,0 0 0,0 0 0,0 0 0,0 0 0,1 0 0,-1 0 0,1 0 0,0-1 0,0 0 0,1 1 0,-1-1 0,1 0 0,-1-1 0,1 1 0,0-1 0,0 1 0,0-1 0,0 0 0,1-1 0,-1 1 0,0-1 0,8 2 0,11 0-170,1-1-1,0-1 0,-1-1 1,1-1-1,0-1 0,-1-1 1,44-11-1,-48 7-6655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3:24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316 1 24575,'1'30'0,"-2"0"0,-1 1 0,-2-1 0,-7 30 0,9-51 0,-1 1 0,0-1 0,-1 1 0,0-1 0,-1 0 0,0-1 0,0 1 0,-1-1 0,0 0 0,0 0 0,-1-1 0,0 0 0,0 0 0,-1 0 0,0-1 0,-9 5 0,-1 1 0,-59 30 0,73-40 0,-1 0 0,1 0 0,-1-1 0,0 0 0,1 0 0,-1 0 0,0 0 0,0-1 0,0 1 0,1-1 0,-1-1 0,0 1 0,0-1 0,-9-2 0,13 3 0,0 0 0,-1-1 0,1 1 0,0-1 0,-1 0 0,1 0 0,0 1 0,0-1 0,0 0 0,-1 0 0,1 0 0,0 0 0,0 0 0,0 0 0,0-2 0,0 3 0,1-1 0,0 0 0,0 1 0,0-1 0,0 1 0,-1-1 0,1 0 0,0 1 0,0-1 0,0 0 0,0 1 0,1-1 0,-1 0 0,0 1 0,0-1 0,0 0 0,0 1 0,1-1 0,-1 1 0,0-1 0,1 0 0,-1 1 0,1-1 0,1-1 0,0 0 0,0 0 0,0 0 0,0 0 0,0 0 0,1 1 0,-1-1 0,1 1 0,-1 0 0,1-1 0,0 1 0,-1 1 0,5-2 0,31-3 0,0 1 0,0 2 0,0 2 0,57 7 0,-79-5 0,1 2 0,-1 0 0,0 1 0,21 9 0,-22-8 0,1 0 0,0 0 0,0-2 0,28 4 0,-37-7-227,0-1-1,0 0 1,0 0-1,0-1 1,12-2-1,0-3-6598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3:41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0 24575,'2'107'0,"-4"118"0,-2-198 0,-1 1 0,-1-1 0,-13 35 0,-11-8-1016,29-51 667,-10 12-6477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3:42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24575,'0'5'0,"0"12"0,5 8 0,6 4 0,8 9 0,-1 7 0,7 11 0,5 2 0,-3 0 0,-6-4 0,-2-6 0,1-1 0,-2-4 0,-5-4 0,1-3 0,-3-8-8191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3:43.6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24575,'5'0'0,"7"0"0,7 0 0,4 0 0,4 0 0,-3 0-8191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3:44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24575,'5'0'0,"7"0"0,6 0 0,6 0 0,3 0 0,3 0 0,0 0 0,-4 0-8191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3:45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24575,'5'0'0,"7"0"0,1 0-8191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3:46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1 24575,'-2'12'0,"0"1"0,0-1 0,-1 0 0,-1 0 0,0 0 0,-8 17 0,-2 5 0,-5 24 0,2 1 0,3 0 0,2 1 0,4 1 0,-3 119 0,10-94 0,11 330 0,-4-374-455,2 0 0,18 54 0,-18-69-6371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3:49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0 24575,'102'0'0,"-61"0"0,-31 0 0,-12 0 0,-174 0-1365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3:51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24575,'5'0'0,"7"5"0,11 17 0,13 14 0,4 12 0,7 8 0,-1 4 0,3-2 0,-8-2 0,-5-9 0,-4-9 0,-2-5 0,-6-8-8191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3:52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0 24575,'-2'5'0,"1"-1"0,-1-1 0,1 1 0,-1 0 0,0 0 0,0-1 0,-1 1 0,1-1 0,-1 0 0,0 1 0,-6 4 0,-10 15 0,-92 197 0,56-59 0,45-137-118,-1 4-297,1 1-1,-8 36 0,14-39-6410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3:53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24575,'0'5'0,"0"7"0,0 6 0,5 6 0,2 3 0,0 2 0,-2 2 0,-1 0 0,-2 0 0,-1 0 0,0 0 0,-1-6-8191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3:55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0 24575,'0'5'0,"0"12"0,0 8 0,0 5 0,0 2 0,-5 1 0,-2 0 0,-5-5 0,0-3 0,2-6-8191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3:56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4:00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0 24575,'-2'83'0,"0"-48"0,1 1 0,2-1 0,1 1 0,13 62 0,-15-95 0,1-1 0,0 1 0,0-1 0,0 1 0,0-1 0,0 1 0,0-1 0,1 0 0,-1 1 0,1-1 0,-1 0 0,1 0 0,0 0 0,0 0 0,0 0 0,0-1 0,3 3 0,-4-4 0,-1 0 0,1 0 0,0 0 0,0 1 0,0-1 0,-1 0 0,1 0 0,0 0 0,0 0 0,-1 0 0,1 0 0,0 0 0,0-1 0,0 1 0,-1 0 0,1 0 0,0 0 0,-1-1 0,1 1 0,0-1 0,0 1 0,0-1 0,1-1 0,0 1 0,-1-1 0,1 0 0,0 0 0,-1 0 0,0 0 0,1 0 0,-1-1 0,0 1 0,1-4 0,2-5 0,-1-2 0,0 1 0,-1 0 0,-1 0 0,0-1 0,0-16 0,-1 14 0,1 0 0,0 0 0,4-17 0,2 18 0,0 20 0,3 31 0,-6-23 0,6 20 0,7 12 0,-2 1 0,-2 0 0,-3 1 0,-1 0 0,3 78 0,-11-93 0,-1-18 0,0 0 0,0 0 0,-1 0 0,-6 25 0,6-36 0,0 1 0,-1-1 0,0 0 0,0 0 0,0 0 0,0 0 0,-1 0 0,0 0 0,1 0 0,-1-1 0,-1 1 0,1-1 0,0 0 0,-1 0 0,0 0 0,0-1 0,1 1 0,-1-1 0,-7 3 0,10-4-11,-33 14-440,0-2-1,-67 18 1,74-26-6375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4:01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24575,'0'5'0,"0"7"0,0 6 0,0 6 0,0 3 0,0-2-8191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4:02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24575,'9'9'0,"5"4"0,-1 1 0,0 0 0,0 1 0,-2 1 0,16 26 0,-9-10 0,-2 1 0,-1 1 0,-2 0 0,-1 1 0,-1 0 0,-3 1 0,-1 0 0,-1 1 0,1 47 0,-11 358 0,4-432-227,-1 0-1,0 0 1,-1 0-1,0 1 1,-4 13-1,-1-6-6598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4:05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38 279 24575,'-1'15'0,"1"-1"0,1 1 0,0 0 0,1 0 0,1 0 0,0 0 0,1-1 0,0 0 0,2 0 0,-1 0 0,2 0 0,13 22 0,-6-14 0,-19-28 0,-21-40 0,24 41 0,-18-43 0,-21-78 0,37 112 0,1-1 0,1 0 0,0 0 0,1 0 0,0 0 0,1-1 0,1 1 0,1 0 0,0 0 0,5-19 0,-5 29 0,0 0 0,0 0 0,0 0 0,1 0 0,0 0 0,0 1 0,0-1 0,1 1 0,-1 0 0,1 0 0,0 0 0,0 0 0,1 1 0,-1-1 0,1 1 0,-1 0 0,1 1 0,0-1 0,0 1 0,1 0 0,-1 0 0,0 0 0,10-1 0,9 0 0,1 0 0,-1 2 0,1 1 0,28 3 0,-14-1 0,-35-2 0,1 0 0,0 0 0,0 1 0,0-1 0,0 1 0,0 0 0,0 1 0,-1-1 0,1 1 0,0 0 0,-1 0 0,0 1 0,6 3 0,-7-4 0,-1 1 0,1 0 0,-1 1 0,0-1 0,0 0 0,0 1 0,0-1 0,-1 1 0,1-1 0,-1 1 0,0 0 0,0 0 0,0 0 0,-1-1 0,1 1 0,-1 0 0,0 6 0,-3 100 0,4-109 0,-1-1 0,0 1 0,0-1 0,1 1 0,-1 0 0,0-1 0,1 1 0,-1-1 0,0 1 0,1-1 0,-1 0 0,1 1 0,-1-1 0,1 1 0,-1-1 0,1 0 0,-1 1 0,1-1 0,-1 0 0,1 1 0,-1-1 0,1 0 0,0 0 0,-1 0 0,1 0 0,-1 1 0,1-1 0,0 0 0,-1 0 0,1 0 0,0 0 0,-1-1 0,1 1 0,-1 0 0,1 0 0,0 0 0,-1 0 0,2-1 0,37-10 0,-14 4 0,-23 6 0,0 1 0,0 0 0,0 0 0,1 0 0,-1 0 0,0 1 0,0-1 0,0 1 0,0-1 0,0 1 0,1-1 0,-1 1 0,0 0 0,-1 0 0,1 0 0,0 0 0,0 1 0,0-1 0,3 3 0,-3 0 0,0-1 0,1 0 0,-1 0 0,0 1 0,-1-1 0,1 1 0,-1 0 0,0-1 0,1 1 0,0 6 0,0 10 0,-1 1 0,0-1 0,-4 34 0,2-29 0,1-14 0,-1 0 0,1 0 0,-2 0 0,0 0 0,0-1 0,-1 1 0,-4 10 0,6-17 0,-2-1 0,1 1 0,0-1 0,-1 1 0,0-1 0,1 0 0,-1 0 0,0 0 0,-1-1 0,1 1 0,0-1 0,-1 1 0,0-1 0,1 0 0,-1-1 0,0 1 0,0-1 0,0 1 0,0-1 0,0 0 0,-6 0 0,-25 3-96,0-2-1,-66-3 0,64-1-978,10 1-5751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4:07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215 1 24575,'-6'0'0,"0"0"0,-1 1 0,1-1 0,0 2 0,0-1 0,0 1 0,0 0 0,0 0 0,0 0 0,1 1 0,-1 0 0,1 0 0,0 0 0,-1 1 0,-5 5 0,3-1 0,1 0 0,0 1 0,0 0 0,1 0 0,0 0 0,1 0 0,0 1 0,-5 12 0,-1 11 0,1 1 0,2 0 0,1 1 0,-3 51 0,4-22 0,4 0 0,6 87 0,-2-144 8,-1 1 0,1-1 0,1 0 0,-1 0 0,1 0 0,0 0 0,1 0 0,-1-1 0,1 0 0,1 1 0,-1-2 0,1 1 0,0 0 0,7 5 0,-2-2-194,0-1 1,1 0-1,0 0 0,0-1 1,1-1-1,0 0 1,14 5-1,-7-5-6640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4:08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24575,'5'0'0,"2"6"0,9 5 0,3 8 0,7 4 0,6 5 0,1 1 0,1-3 0,-1-2 0,-5 1 0,-3-4 0,-6-6-8191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4:09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0 24575,'0'10'0,"-5"14"0,-7 7 0,-1 9 0,-4 3 0,2-1 0,2-3 0,5-2 0,-3-3 0,-4-2 0,1-1 0,3-2 0,2 1 0,4-1 0,2 0 0,2-4-8191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4:11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 24575,'7'0'0,"-1"-1"0,1-1 0,-1 1 0,1-1 0,9-4 0,22-5 0,-31 9 0,0 1 0,0 0 0,0 1 0,0 0 0,1 0 0,-1 0 0,0 1 0,0 0 0,0 0 0,10 4 0,-14-4 0,0 1 0,-1 0 0,1-1 0,-1 1 0,1 0 0,-1 0 0,0 0 0,0 1 0,0-1 0,0 0 0,0 1 0,0-1 0,-1 1 0,1 0 0,-1-1 0,0 1 0,0 0 0,0 0 0,0 0 0,0 0 0,-1 0 0,1 0 0,-1 0 0,0 0 0,0 0 0,0 0 0,-1 4 0,0 8 0,-1 0 0,0 0 0,-1-1 0,-1 0 0,0 1 0,-1-1 0,0-1 0,-2 1 0,1-1 0,-2 0 0,1 0 0,-2-1 0,0 0 0,-11 12 0,16-19 0,-2 0 0,1 0 0,1 1 0,-1 0 0,1 0 0,0 0 0,-4 10 0,7-15 0,1-1 0,0 1 0,0 0 0,-1 0 0,1 0 0,0 0 0,0 0 0,0-1 0,0 1 0,0 0 0,0 0 0,0 0 0,0 0 0,1 0 0,-1 0 0,0-1 0,1 1 0,-1 0 0,0 0 0,1 0 0,-1-1 0,1 1 0,0 1 0,1-1 0,0 1 0,-1-1 0,1 0 0,0 0 0,0 0 0,0 0 0,1 0 0,-1 0 0,0-1 0,0 1 0,0-1 0,1 1 0,2-1 0,32 3-36,62-4 0,-54-1-1257,-18 2-5533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4:12.2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24575,'0'5'0,"0"7"0,0 6 0,0 6 0,0 3 0,0 2 0,0-3-8191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4:13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4:15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24575,'5'1'0,"1"1"0,-1 0 0,0 0 0,0 1 0,-1-1 0,1 1 0,0 0 0,-1 0 0,0 1 0,0-1 0,6 7 0,20 14 0,-28-22 0,0-1 0,0 0 0,0 1 0,1-1 0,-1 0 0,0 0 0,0 0 0,1 0 0,-1 0 0,1-1 0,-1 1 0,1-1 0,-1 1 0,1-1 0,-1 0 0,1 0 0,-1 0 0,1 0 0,-1-1 0,1 1 0,-1-1 0,0 1 0,1-1 0,-1 0 0,0 0 0,1 0 0,-1 0 0,0-1 0,0 1 0,0 0 0,0-1 0,0 1 0,2-4 0,-3 4 0,0 1 0,-1-1 0,1 0 0,0 0 0,-1 1 0,1-1 0,0 0 0,-1 1 0,1-1 0,0 1 0,0-1 0,0 1 0,0-1 0,0 1 0,0 0 0,-1 0 0,1-1 0,0 1 0,0 0 0,0 0 0,0 0 0,0 0 0,0 0 0,0 0 0,0 0 0,1 0 0,0 1 0,0 0 0,-1 0 0,1 0 0,-1 0 0,1 0 0,-1 0 0,0 0 0,1 1 0,-1-1 0,0 0 0,0 1 0,0-1 0,1 3 0,5 8 0,-1 1 0,-1 0 0,4 15 0,-5-18 0,22 68 0,16 83 0,-35-127 0,-2 0 0,-2 1 0,0-1 0,-3 1 0,-4 42 0,4-74-45,-1-1-1,1 1 1,-1 0-1,0 0 1,0 0-1,0-1 1,0 1-1,0-1 1,-1 1-1,1-1 1,-1 1-1,1-1 1,-1 0-1,0 1 1,0-1-1,0 0 1,0-1-1,0 1 1,-1 0-1,1 0 1,-1-1-1,1 0 1,-1 1-1,1-1 0,-1 0 1,0 0-1,1 0 1,-1-1-1,-5 2 1,-14 1-6781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4:16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48 24575,'0'-5'0,"5"-2"0,1-4 0,6-1 0,5 2 0,0 7 0,-3 10 0,-4 9 0,-4 6 0,-7 0 0,-4 1 0,-2 2 0,2 1 0,5-3 0,14-6 0,10-6 0,5-4 0,-3-4-8191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4:18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24575,'6'2'0,"1"0"0,0 0 0,-1 1 0,1-1 0,-1 2 0,0-1 0,0 1 0,0-1 0,0 2 0,-1-1 0,8 8 0,4 1 0,24 21 0,-1 1 0,-2 2 0,-2 1 0,-1 2 0,-2 1 0,-2 2 0,28 52 0,-52-81 0,0 0 0,-2 0 0,1 1 0,-2 0 0,0 0 0,-1 1 0,0-1 0,0 17 0,-3 132 0,-3-100 0,4-14 0,0-26 0,-1 0 0,-1-1 0,-5 28 0,5-45 0,-1 0 0,1 1 0,-1-1 0,-1 0 0,1 0 0,-1 0 0,0 0 0,0 0 0,-1-1 0,0 1 0,0-1 0,0 0 0,-1 0 0,1-1 0,-11 8 0,-101 56-1365,100-57-5461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5:08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6 752 24575,'-3'-148'0,"0"46"0,20-204 0,-16 296 0,1-1 0,0 1 0,1 0 0,0 0 0,1 0 0,-1 0 0,7-11 0,-7 18 0,-1 0 0,1-1 0,-1 1 0,1 0 0,0 0 0,0 1 0,0-1 0,1 1 0,-1-1 0,1 1 0,-1 0 0,1 0 0,0 1 0,-1-1 0,1 1 0,0 0 0,0 0 0,0 0 0,0 0 0,0 1 0,5-1 0,0 1 0,1 0 0,0 1 0,0 0 0,-1 0 0,1 1 0,-1 0 0,1 1 0,-1 0 0,0 0 0,0 1 0,0 0 0,0 1 0,-1 0 0,0 0 0,0 1 0,0 0 0,0 0 0,-1 1 0,0 0 0,-1 0 0,0 0 0,0 1 0,0 0 0,-1 1 0,0-1 0,-1 1 0,0 0 0,0 0 0,-1 0 0,0 0 0,3 17 0,8 49 0,-4 0 0,2 149 0,-14-394 0,4-118 0,-2 281 0,1 0 0,0 0 0,0 0 0,0 1 0,1-1 0,0 0 0,1 0 0,-1 1 0,1-1 0,1 1 0,-1 0 0,1 0 0,0 0 0,0 0 0,1 1 0,-1 0 0,1 0 0,1 0 0,-1 0 0,11-6 0,-7 6 0,1 1 0,1-1 0,-1 2 0,1-1 0,-1 2 0,1-1 0,0 1 0,0 1 0,0 0 0,0 1 0,0 0 0,15 2 0,-20-2 0,-1 1 0,0 1 0,0-1 0,0 1 0,0 0 0,0 0 0,0 0 0,0 1 0,-1-1 0,1 1 0,-1 0 0,0 1 0,0-1 0,0 1 0,0 0 0,-1 0 0,1 0 0,-1 0 0,0 1 0,4 8 0,4 8 0,-1 1 0,-1 1 0,8 32 0,-6-19 0,-2-5 25,-1 1 0,-2 0 0,5 60 0,-9 100-977,-2-163 439,-1-4-6313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5:09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24575,'5'0'0,"7"0"0,6 0 0,5 0 0,10 0 0,3 0 0,1 0 0,-1 0 0,-6 0-8191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5:10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24575,'5'0'0,"7"0"0,6 0 0,6 0 0,3 0 0,3 0 0,0 0 0,1 0 0,-4 0-8191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5:13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24575,'1132'0'0,"-1095"2"0,64 11 0,-63-7 0,61 3 0,408-10-1365,-481 1-5461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5:20.8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1 457 24575,'3'-1'0,"0"-1"0,0 0 0,0 0 0,0 0 0,0 0 0,0 0 0,-1-1 0,1 1 0,-1-1 0,0 0 0,0 1 0,0-1 0,0 0 0,0 0 0,0-1 0,1-3 0,5-6 0,69-122 0,-62 102 0,3 1 0,0 1 0,2 1 0,44-51 0,-48 62 0,-13 14 0,0 1 0,0 1 0,0-1 0,1 0 0,-1 1 0,1 0 0,7-6 0,-9 9 0,-1 0 0,0-1 0,1 1 0,-1 0 0,1 0 0,-1-1 0,0 1 0,1 0 0,-1 1 0,0-1 0,1 0 0,-1 0 0,1 1 0,-1-1 0,0 0 0,1 1 0,-1-1 0,0 1 0,0 0 0,0-1 0,1 1 0,-1 0 0,0 0 0,0 0 0,0 0 0,0 0 0,0 0 0,0 0 0,-1 0 0,1 0 0,0 0 0,0 1 0,-1-1 0,1 2 0,14 22 0,-1 1 0,-2 1 0,14 39 0,8 20 0,-13-39 0,3 0 0,1-2 0,36 49 0,-61-93 0,1-1 0,0 1 0,0-1 0,-1 1 0,1 0 0,-1-1 0,1 1 0,-1 0 0,1-1 0,-1 1 0,1 0 0,-1 0 0,0 0 0,1-1 0,-1 1 0,0 0 0,0 0 0,1 0 0,-1 0 0,0 0 0,0-1 0,0 1 0,0 0 0,0 0 0,0 0 0,-1 0 0,1 0 0,0-1 0,0 1 0,-1 0 0,1 0 0,0 0 0,-1 0 0,1-1 0,-1 1 0,1 0 0,-1-1 0,1 1 0,-1 0 0,1-1 0,-1 1 0,0 0 0,1-1 0,-1 1 0,0-1 0,0 1 0,1-1 0,-1 0 0,0 1 0,0-1 0,0 0 0,0 0 0,1 1 0,-1-1 0,0 0 0,0 0 0,0 0 0,0 0 0,0 0 0,-1 0 0,-12 1 0,0-1 0,0 0 0,-16-2 0,15 1 0,-292-2-1365,282 3-5461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5:27.7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88 24575,'0'-5'0,"0"0"0,1 1 0,-1-1 0,1 0 0,0 0 0,0 0 0,1 0 0,-1 1 0,1-1 0,0 0 0,6-7 0,-7 10 0,0 0 0,1 0 0,0 1 0,-1-1 0,1 1 0,0-1 0,0 1 0,0 0 0,0-1 0,0 1 0,0 0 0,0 0 0,0 1 0,0-1 0,0 0 0,1 1 0,-1-1 0,0 1 0,0 0 0,1 0 0,-1 0 0,0 0 0,1 0 0,-1 0 0,0 1 0,1-1 0,-1 1 0,2 0 0,0 1 0,-1-1 0,1 1 0,-1 0 0,0 1 0,1-1 0,-1 1 0,0-1 0,-1 1 0,1 0 0,0 0 0,-1 0 0,1 0 0,-1 0 0,0 1 0,0-1 0,-1 1 0,1-1 0,-1 1 0,2 4 0,1 5 0,0 1 0,-1-1 0,0 1 0,0 16 0,0 16 0,-7 87 0,4-130 0,-1 0 0,1 0 0,-1 0 0,0 1 0,0-2 0,-1 1 0,1 0 0,0 0 0,-1 0 0,0 0 0,1-1 0,-1 1 0,0-1 0,-1 0 0,1 1 0,0-1 0,-1 0 0,1 0 0,-1 0 0,1-1 0,-1 1 0,0-1 0,0 1 0,0-1 0,0 0 0,0 0 0,0 0 0,0 0 0,0-1 0,0 1 0,-6-1 0,198-6-438,-156 6-489,-6 1-5899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5:29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259 0 24575,'0'8'0,"-1"0"0,-1 0 0,1 0 0,-1 0 0,-1 0 0,0-1 0,0 1 0,-5 9 0,-38 59 0,35-61 0,6-7 0,-10 13 0,2 1 0,0 0 0,1 1 0,1 0 0,1 0 0,-7 28 0,11-32 0,0 0 0,-1-1 0,0 0 0,-2 0 0,-16 26 0,13-35-1365,2-8-5461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5:31.0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24575,'5'0'0,"7"0"0,7 10 0,4 9 0,-1 6 0,-4 3 0,-1-2 0,3-1 0,-3 1 0,1 0 0,-2 2 0,-4 0 0,1-4 0,-2-1 0,-3 1 0,3-5 0,4 1 0,0-4-8191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5:32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91 24575,'53'-3'0,"1"-1"0,-1-4 0,100-26 0,-108 22 0,2 2 0,-1 2 0,1 2 0,53 0 0,-70 7-1365,-4-1-5461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5:35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24575,'0'5'0,"0"7"0,0 11 0,5 8 0,2 2 0,0 2 0,-2-1 0,-1 0 0,-2-2 0,-1-5-8191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5:38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24575,'5'0'0,"7"0"0,6 0 0,5 0 0,5 0 0,1 0 0,2 0 0,-5 0-8191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5:40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24575,'5'0'0,"6"0"0,12 0 0,8 0 0,2 0 0,2 0 0,-1 0 0,0 0 0,-7 0-8191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5:45.6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0 121 24575,'1670'0'0,"-1638"-1"0,-1-2 0,34-8 0,-31 5 0,50-3 0,-43 6 0,46-9 0,-49 5 0,64-2 0,-43 9 0,-28 2 0,1-2 0,-1-1 0,0-1 0,0-2 0,0-1 0,0-2 0,39-13 0,-57 15-227,1 1-1,-1 1 1,1 0-1,0 0 1,19 0-1,-9 2-6598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5:49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24575,'2'5'0,"0"1"0,1 0 0,0-1 0,0 0 0,0 1 0,0-1 0,1 0 0,0-1 0,8 9 0,-10-12 0,5 6 0,1-1 0,0 1 0,0-2 0,0 1 0,1-1 0,0-1 0,0 0 0,0 0 0,1 0 0,-1-1 0,1-1 0,0 0 0,0 0 0,-1-1 0,1 0 0,0 0 0,0-1 0,0-1 0,0 0 0,0 0 0,19-6 0,-26 6 0,-1-1 0,1 1 0,0-1 0,-1 0 0,1 0 0,-1 0 0,0 0 0,1-1 0,-1 1 0,0-1 0,-1 1 0,3-4 0,3 1 0,-5 34 0,4 20 0,1-1 0,3 0 0,21 65 0,-11-45 0,-18-61 9,0 0 1,-1 0-1,0 0 0,0 1 0,-1-1 1,1 0-1,-2 1 0,1-1 0,-1 0 0,0 0 1,-1 0-1,-2 10 0,2-13-74,1-1 1,-1 1-1,0 0 1,-1-1-1,1 1 1,0-1-1,-1 0 0,0 0 1,0 0-1,0 0 1,0 0-1,0-1 1,-1 1-1,1-1 0,-1 0 1,1 0-1,-1 0 1,0-1-1,0 1 1,0-1-1,0 0 1,-6 1-1,-14 2-6761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5:51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58 24575,'99'-44'0,"-92"41"0,1 1 0,-1 0 0,1 0 0,0 0 0,0 1 0,0 0 0,0 1 0,0-1 0,0 2 0,0-1 0,9 3 0,-15-3 0,0 1 0,0 0 0,0 0 0,1 0 0,-1 0 0,0 0 0,0 1 0,-1-1 0,1 1 0,0-1 0,0 1 0,-1 0 0,1-1 0,-1 1 0,1 0 0,-1 0 0,0 0 0,2 4 0,-1-1 0,0 1 0,-1-1 0,1 1 0,-1-1 0,0 1 0,-1 0 0,1 8 0,-2 2 0,0 1 0,-1-1 0,-1 0 0,-7 25 0,9-39 0,0 1 0,0-1 0,0 1 0,0 0 0,1-1 0,-1 1 0,1-1 0,0 1 0,0 0 0,0-1 0,0 1 0,0 0 0,1-1 0,-1 1 0,1 0 0,0-1 0,0 1 0,1 3 0,0-4 0,0 0 0,0 0 0,1 0 0,-1-1 0,0 1 0,1 0 0,-1-1 0,1 0 0,-1 0 0,1 0 0,0 0 0,-1 0 0,1 0 0,0 0 0,0-1 0,-1 0 0,5 1 0,25 1-1365,-2-1-5461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5:52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24575,'5'0'0,"7"0"0,7 0 0,4 0 0,4 0 0,3 0 0,0 0 0,1 0 0,0 0 0,0 0 0,-5 0-8191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5:54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24575,'-1'87'0,"3"95"0,-2-177 0,1 0 0,0 0 0,0 0 0,1 0 0,0 0 0,0 0 0,0 0 0,0-1 0,0 1 0,1-1 0,0 0 0,0 0 0,0 0 0,1 0 0,-1 0 0,6 4 0,-7-6 0,1-1 0,-1 1 0,0-1 0,1 0 0,-1 0 0,1 1 0,-1-1 0,1-1 0,-1 1 0,1 0 0,0-1 0,-1 1 0,1-1 0,0 0 0,0 0 0,-1 0 0,1 0 0,0-1 0,0 1 0,-1-1 0,1 1 0,0-1 0,-1 0 0,1 0 0,-1 0 0,1 0 0,-1-1 0,0 1 0,1-1 0,-1 1 0,0-1 0,2-2 0,5-6 0,-1 0 0,-1 0 0,0-1 0,0 0 0,-1 0 0,0 0 0,-1-1 0,0 0 0,4-19 0,-1 9 0,-8 22 0,0-1 0,-1 1 0,2 0 0,-1 0 0,0-1 0,0 1 0,0 0 0,0 0 0,0 0 0,0-1 0,0 1 0,0 0 0,0 0 0,0 0 0,0-1 0,0 1 0,1 0 0,-1 0 0,0 0 0,0-1 0,0 1 0,0 0 0,1 0 0,-1 0 0,0 0 0,0 0 0,0-1 0,1 1 0,-1 0 0,0 0 0,0 0 0,0 0 0,1 0 0,-1 0 0,0 0 0,0 0 0,1 0 0,-1 0 0,0 0 0,0 0 0,0 0 0,1 0 0,-1 0 0,0 0 0,1 0 0,6 12 0,3 18 0,-4 8 0,-2-1 0,-1 1 0,-2 0 0,-6 60 0,4-93-76,1-1 1,-2 0-1,1 1 0,0-1 0,-1 0 0,0 0 0,0 0 0,0 0 1,-1 0-1,1 0 0,-1 0 0,0-1 0,0 1 0,0-1 1,0 0-1,-1 0 0,-6 4 0,-6 3-6750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5:55.0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24575,'0'5'0,"0"7"0,0 6 0,0 6 0,0 3 0,0-3-8191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5:56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24575,'5'0'0,"7"10"0,1 9 0,4 5 0,3 10 0,5 3 0,2 7 0,2 0 0,1-3 0,0 3 0,1-1 0,-1 1 0,-4 0 0,-3-4 0,1-8 0,-4-5 0,-6-1 0,-5-6-8191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5:57.9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261 1 24575,'-5'0'0,"-6"5"0,-8 7 0,-4 11 0,-4 8 0,2 2 0,1 2 0,5-1 0,-1 0 0,-1-2 0,3-1 0,5 0 0,-2-6 0,3-2 0,4-4-8191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5:59.4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77 24575,'9'-8'0,"0"0"0,1 1 0,-1 0 0,1 0 0,1 1 0,-1 1 0,1 0 0,0 0 0,0 1 0,1 0 0,-1 1 0,1 0 0,19-1 0,-29 4 0,0 0 0,0 0 0,0 1 0,0-1 0,-1 0 0,1 1 0,0 0 0,0-1 0,-1 1 0,1 0 0,0 0 0,-1 0 0,1 0 0,-1 0 0,0 1 0,1-1 0,-1 0 0,0 1 0,1-1 0,0 3 0,0 0 0,0 0 0,0 0 0,0 0 0,0 0 0,-1 1 0,0-1 0,0 0 0,0 7 0,1 8 0,-2 0 0,-1 1 0,-2 20 0,2-34 0,-1 11 0,0 0 0,-2 0 0,0 0 0,-1-1 0,0 0 0,-2 0 0,0 0 0,0-1 0,-1 0 0,-19 25 0,25-39 0,1 1 0,-1 0 0,1 0 0,-1 0 0,1 0 0,0 0 0,0 0 0,0 0 0,0 0 0,0 0 0,0 0 0,0 1 0,1-1 0,-1 0 0,1 1 0,0-1 0,0 0 0,0 1 0,0 1 0,1-2 0,0 0 0,0-1 0,0 1 0,1-1 0,-1 1 0,0-1 0,1 0 0,-1 0 0,1 0 0,0 1 0,-1-1 0,1-1 0,0 1 0,0 0 0,-1 0 0,1-1 0,0 1 0,0-1 0,0 1 0,0-1 0,0 0 0,0 0 0,3 0 0,26 3-1365,-1-2-5461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6:00.7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24575,'5'0'0,"7"0"0,6 0 0,5 0 0,4 0 0,3 0 0,0 0 0,1 0 0,1 0 0,-1 0 0,-1 0 0,-4 0-8191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6:01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24575,'5'5'0,"1"12"0,11 8 0,7 5 0,-1 2 0,1-3 0,-3-3 0,-1 0 0,2 0 0,2 1 0,2 6 0,2 3 0,-4 0 0,-1-6 0,-5-3 0,0-6 0,2-2 0,-2-4-8191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6:02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239 0 24575,'-1'28'0,"-1"0"0,-2 0 0,-1-1 0,-14 50 0,-49 102 0,43-118 0,-30 106 0,28-80 96,-2 14-1557,26-80-5365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26:04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24575,'6'5'0,"0"7"0,6 1 0,0 3 0,3 5 0,0 3 0,-4 3 0,-3 2 0,-3 1 0,3-5 0,-1-1 0,0 0 0,-3 2 0,-1-5-8191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7T23:30:31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55:56.2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24575,'2'10'0,"0"-1"0,0 1 0,1-1 0,1 0 0,0 0 0,0 0 0,10 16 0,-5-10 0,-6-9 0,1 0 0,-1 0 0,2-1 0,-1 1 0,0-1 0,1 0 0,0-1 0,0 1 0,1-1 0,10 7 0,-14-10 0,-1 0 0,1 0 0,0 0 0,0 0 0,0-1 0,0 1 0,0-1 0,0 1 0,0-1 0,0 1 0,0-1 0,1 0 0,-1 0 0,0 0 0,0-1 0,0 1 0,0 0 0,0-1 0,0 1 0,0-1 0,0 0 0,0 0 0,0 1 0,0-1 0,-1 0 0,1-1 0,0 1 0,0 0 0,-1 0 0,1-1 0,-1 1 0,1-1 0,-1 0 0,0 1 0,0-1 0,1 0 0,0-2 0,8-10 0,-5 15 0,-5 28 0,-1-13 0,-4 208-1365,5-191-5461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55:57.2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24575,'11'0'0,"-1"0"0,1 0 0,0 1 0,-1 0 0,19 6 0,-25-6 0,-1 1 0,1 0 0,-1 0 0,0 0 0,1 0 0,-1 0 0,0 1 0,-1-1 0,1 1 0,0 0 0,-1 0 0,1 0 0,-1 0 0,0 1 0,0-1 0,0 1 0,-1-1 0,1 1 0,1 3 0,0 5 0,0 1 0,0-1 0,-1 1 0,-1-1 0,0 22 0,-1-21 0,0 1 0,2-1 0,-1 0 0,6 21 0,-5-31 4,0 0 0,0 1-1,0-1 1,0 0 0,0 0 0,1 0-1,-1 0 1,1-1 0,0 1-1,0-1 1,0 0 0,0 0 0,0 0-1,1 0 1,-1 0 0,0 0 0,1-1-1,-1 0 1,1 0 0,0 0-1,-1 0 1,1 0 0,6-1 0,11 3-257,1-2 1,40-2-1,-44 0-444,18-1-6129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55:58.2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24575,'6'7'0,"9"7"0,13 14 0,10 16 0,3-1 0,-5-1 0,-8-1 0,-3-8 0,-6-3 0,1-6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55:59.1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150 0 24575,'0'13'0,"-6"22"0,-15 12 0,-4 5 0,3-2 0,-1-7 0,2-7 0,6-2 0,5-1 0,4-6-8191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55:59.9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24575,'0'0'-8191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56:12.4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24575,'0'6'0,"0"8"0,0 9 0,13 12 0,10 7 0,13 8 0,8 15 0,1 3 0,1 2 0,-2-5 0,-9-7 0,-9-7 0,-4-12 0,1-7 0,-3-8-8191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56:13.8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435 0 24575,'-3'1'0,"1"-1"0,-1 1 0,0 0 0,1 0 0,-1 0 0,1 0 0,0 0 0,-1 0 0,1 1 0,0-1 0,-1 1 0,1 0 0,0-1 0,0 1 0,-3 4 0,-27 37 0,24-33 0,-124 173 0,-27 83 0,108-187-1365,39-55-5461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56:15.9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29 24575,'0'-1'0,"0"-1"0,1 1 0,-1 0 0,0-1 0,1 1 0,-1 0 0,1 0 0,0 0 0,-1 0 0,1 0 0,0-1 0,0 1 0,0 0 0,0 1 0,0-1 0,0 0 0,0 0 0,0 0 0,0 0 0,0 1 0,0-1 0,0 1 0,1-1 0,-1 1 0,0-1 0,0 1 0,1 0 0,-1-1 0,3 1 0,-1-1 0,1 1 0,0-1 0,0 1 0,0 0 0,0 0 0,0 0 0,0 1 0,-1-1 0,5 2 0,-3 0 0,0 1 0,-1-1 0,0 1 0,0 0 0,0 0 0,0 1 0,0-1 0,0 1 0,-1 0 0,0 0 0,0 0 0,0 0 0,0 0 0,-1 1 0,1-1 0,-1 1 0,0 0 0,-1 0 0,1 0 0,0 6 0,3 10 0,-1 0 0,-2 0 0,1 33 0,-3-39 0,0 0 0,-2 0 0,0-1 0,0 1 0,-2 0 0,-8 24 0,-4-2 0,-23 42 0,36-74 0,2-4 0,0 0 0,0 0 0,1 1 0,-1-1 0,0 0 0,1 1 0,-1-1 0,1 0 0,-1 1 0,1-1 0,0 1 0,0-1 0,-1 1 0,1-1 0,0 0 0,0 1 0,1-1 0,-1 1 0,0-1 0,0 1 0,1-1 0,-1 1 0,1 1 0,1-2 0,-1 0 0,0 0 0,0 0 0,1 0 0,-1 0 0,0 0 0,1-1 0,-1 1 0,1-1 0,-1 1 0,1-1 0,-1 1 0,1-1 0,-1 0 0,1 0 0,-1 0 0,1 0 0,1 0 0,13-1 0,-1-1 0,0 0 0,23-8 0,-29 8 0,111-33 23,-68 18-717,102-18 0,-118 31-6132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56:17.1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24575,'7'0'0,"7"0"0,9 0 0,6 0 0,4 0 0,4 0 0,0 0 0,-5 0-8191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56:18.3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56:20.6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0 346 24575,'0'-6'0,"0"-9"0,0-20 0,0-11 0,0-9 0,0-3 0,0 3 0,0 11 0,0 13-8191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56:22.2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24575,'7'0'0,"14"13"0,16 9 0,14 15 0,5 7 0,6 1 0,-2 1 0,-5-9 0,-12-3 0,-6-8 0,-4-2 0,-1 1 0,0-4 0,-5 1 0,-1-3 0,-5 1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56:23.0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24575,'0'12'0,"0"17"0,0 16 0,0 13 0,0 2 0,0 5 0,0-4 0,0-5 0,0-6 0,0-12-8191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56:36.6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24575,'0'6'0,"12"15"0,17 23 0,23 22 0,14 31 0,15 19 0,6 13 0,1-1 0,-8-11 0,-12-13 0,-10-17 0,-16-17 0,-9-22 0,-9-11 0,-10-13-8191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56:37.4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534 1 24575,'-50'57'0,"-80"121"0,105-141 0,-233 394 0,202-321-1365,42-88-5461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56:38.5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3 123 24575,'-1'42'0,"0"-22"0,1 1 0,0 0 0,6 31 0,-4-46 0,-1 0 0,1 0 0,0 0 0,0 0 0,1 0 0,0-1 0,0 1 0,0-1 0,1 0 0,-1 0 0,1 0 0,1 0 0,-1-1 0,1 0 0,-1 0 0,7 4 0,3 0 0,-1-1 0,1-1 0,0 0 0,1-1 0,0 0 0,-1-1 0,1-1 0,1-1 0,-1 0 0,0-1 0,0 0 0,1-1 0,-1-1 0,0 0 0,19-5 0,-21 4 0,0-1 0,0 0 0,0-1 0,0 0 0,-1-1 0,1-1 0,-1 0 0,-1 0 0,1-1 0,-1-1 0,0 0 0,-1 0 0,0-1 0,0 0 0,-1-1 0,0 0 0,12-18 0,-17 19 0,1-1 0,-1 1 0,0-1 0,-1 1 0,0-1 0,-1 0 0,0 0 0,-1 0 0,1-1 0,-2 1 0,0 0 0,0 0 0,-1-1 0,-2-13 0,2 18 0,-1 1 0,0-1 0,1 1 0,-2 0 0,1-1 0,0 1 0,-1 0 0,0 0 0,0 1 0,-1-1 0,0 1 0,1-1 0,-1 1 0,0 0 0,-1 0 0,1 1 0,-1 0 0,0-1 0,0 1 0,0 1 0,0-1 0,0 1 0,-1 0 0,1 0 0,0 1 0,-9-2 0,-7 0 30,-1 0 0,0 2 0,-38 2 0,50-1-165,1 1 0,-1 1 0,1-1 0,0 2 0,-1-1 0,1 1 0,0 1 0,1-1 0,-1 2 0,-15 9 0,7 1-6691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56:39.4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24575,'0'12'0,"0"11"0,0 7 0,0 5 0,7 3 0,1 1 0,7 1 0,-1-1 0,-1-1 0,-4 0 0,-3 0 0,-3-1 0,-1 0 0,-2-7-8191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56:40.3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66 24575,'6'0'0,"15"0"0,10 0 0,6 0 0,3 0 0,1-7 0,6-1 0,-5-6 0,-3-1 0,-3 2 0,-6 4-8191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56:42.6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24575,'27'355'0,"-16"-262"0,-4-49 0,3-1 0,1 0 0,19 49 0,9 28 0,-26-39 0,-12-90 0,0-1 0,1 0 0,0 1 0,0 0 0,1-1 0,0 1 0,0 0 0,1 1 0,8-15 0,7-10 0,30-42 0,-41 64 0,62-77 0,-63 80 0,0 0 0,1 1 0,0 0 0,0 1 0,0-1 0,1 2 0,0-1 0,13-5 0,-19 10 0,-1 0 0,1 1 0,0-1 0,0 1 0,0-1 0,0 1 0,-1 0 0,1 0 0,0 1 0,0-1 0,0 0 0,0 1 0,-1 0 0,1 0 0,0 0 0,0 0 0,-1 0 0,1 0 0,-1 0 0,1 1 0,-1 0 0,0-1 0,0 1 0,1 0 0,-1 0 0,0 0 0,-1 0 0,1 1 0,0-1 0,-1 0 0,1 1 0,-1-1 0,2 4 0,4 9 0,0 0 0,-1 0 0,-1 0 0,5 23 0,-1 5-455,-2-1 0,2 85 0,-9-88-6371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56:56.4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3128 0 24575,'-18'20'0,"1"0"0,-22 33 0,-7 11 0,-901 1047-564,939-1102 541,-898 960-167,-33-36 967,777-767-2142,117-113-5461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56:48.5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24575,'6'0'0,"9"0"0,7 0 0,7 0 0,4 0 0,3 0 0,2 0 0,-6 0-8191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56:49.5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24575,'12'0'0,"11"13"0,8 16 0,10 16 0,6 6 0,0 8 0,-1-7 0,-9-6 0,-4-4 0,-8-9-8191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56:50.4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276 1 24575,'0'12'0,"-7"18"0,-1 15 0,-7 6 0,-6 1 0,0-2 0,4-3 0,-2 2 0,-3 0 0,-5-2 0,3 3 0,-2-7 0,5-5 0,5-2 0,-1-1 0,3-6-8191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56:52.3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75 24575,'0'7'0,"0"7"0,0 15 0,7 2 0,7-4 0,9-7 0,-1-13 0,3-13 0,-3-13 0,-5-9 0,-6-6 0,-5-4 0,-9 5 0,-10 8 0,-10 8 0,0 7-8191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56:58.4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756 0 24575,'0'7'0,"-1"0"0,0 0 0,-1 0 0,1 0 0,-1 0 0,-5 9 0,-1 8 0,-192 443 0,153-367 0,-202 459 0,125-291 134,26-57-1633,83-176-5327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57:01.5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0 590 24575,'1'-11'0,"0"0"0,0 0 0,1 0 0,0 0 0,1 1 0,0-1 0,1 1 0,0-1 0,1 1 0,0 0 0,0 1 0,1-1 0,0 1 0,1 0 0,0 1 0,0 0 0,16-14 0,10-4 0,0 2 0,2 1 0,54-27 0,-10 5 0,-13 10 0,1 3 0,79-26 0,-72 29 0,-30 13 0,2 2 0,0 2 0,0 3 0,81-8 0,190 10 0,-212 8 0,-90-1 0,0 1 0,0 1 0,0 0 0,0 1 0,0 1 0,0 0 0,-1 1 0,0 1 0,0 0 0,0 1 0,-1 0 0,0 1 0,0 1 0,-1 0 0,0 0 0,0 1 0,-1 1 0,-1 0 0,0 0 0,0 1 0,-1 1 0,-1-1 0,0 2 0,8 17 0,-4 7 0,-2 1 0,-1 0 0,-2 0 0,-2 1 0,-2 0 0,-1 0 0,-7 71 0,4-101 0,-1 0 0,0-1 0,0 0 0,-1 1 0,-1-1 0,1 0 0,-2 0 0,1-1 0,-1 1 0,0-1 0,-1 0 0,0-1 0,0 1 0,-1-1 0,0 0 0,0-1 0,0 1 0,-1-1 0,0-1 0,-9 5 0,-18 9 0,0-3 0,-1 0 0,-64 17 0,48-16 0,-2-2 0,-1-1 0,0-4 0,0-1 0,-1-3 0,-111-2 0,-451-8 0,593 4 30,0-2 0,0 0 0,-25-7 0,40 7-179,-1-1 1,0 0-1,1 0 1,0-2-1,0 1 1,0-1-1,1-1 1,-1 1-1,-10-10 1,4-1-6678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55:25.3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24575,'0'21'0,"0"0"0,2 1 0,0-1 0,1 0 0,12 40 0,-13-55 0,0 0 0,1-1 0,-1 1 0,1-1 0,0 0 0,1 0 0,-1 0 0,1 0 0,0-1 0,0 1 0,1-1 0,-1 0 0,1 0 0,0-1 0,0 1 0,0-1 0,0 0 0,1-1 0,-1 1 0,1-1 0,0 0 0,0 0 0,0-1 0,-1 0 0,9 1 0,-10-1 0,1-1 0,-1 1 0,1-1 0,-1 0 0,1 0 0,-1-1 0,1 1 0,-1-1 0,0 0 0,1 0 0,-1 0 0,0-1 0,0 0 0,0 0 0,0 0 0,0 0 0,0 0 0,0-1 0,-1 1 0,1-1 0,-1 0 0,0-1 0,0 1 0,0 0 0,0-1 0,-1 1 0,1-1 0,-1 0 0,3-7 0,-3 100 0,-2 98 0,-5 74 0,0-229-1365,-3-8-5461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55:26.6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35 24575,'9'-1'0,"-1"0"0,0-1 0,1 0 0,-1 0 0,11-5 0,27-7 0,-35 12 0,0 1 0,0 0 0,0 0 0,0 1 0,0 0 0,18 3 0,-26-2 0,0 0 0,0 0 0,0 0 0,0 1 0,0-1 0,0 1 0,0-1 0,0 1 0,0 0 0,-1 0 0,1 0 0,-1 1 0,0-1 0,1 1 0,-1-1 0,0 1 0,-1 0 0,1 0 0,0-1 0,-1 1 0,1 0 0,-1 1 0,0-1 0,0 0 0,0 0 0,0 4 0,1 4 0,-1-1 0,0 1 0,-1 0 0,0-1 0,-1 1 0,0-1 0,0 1 0,-1-1 0,0 1 0,-1-1 0,0 0 0,-5 10 0,-1-2 0,0-1 0,-1 0 0,0-1 0,-2 0 0,-21 24 0,31-38 0,-1 0 0,1 1 0,0-1 0,1 0 0,-1 1 0,0-1 0,1 1 0,-1 0 0,1 0 0,0-1 0,0 1 0,-1 4 0,2-5 0,0-1 0,1 0 0,-1 0 0,1 1 0,-1-1 0,1 0 0,-1 0 0,1 0 0,0 0 0,-1 0 0,1 0 0,0 0 0,0 0 0,0 0 0,0 0 0,0 0 0,0-1 0,0 1 0,0 0 0,0-1 0,0 1 0,0 0 0,0-1 0,1 0 0,-1 1 0,0-1 0,0 0 0,1 1 0,-1-1 0,0 0 0,3 0 0,28 4-1365,1-1-5461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55:30.1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0 151 24575,'1'2'0,"-1"0"0,1-1 0,-1 1 0,1-1 0,0 1 0,0-1 0,0 1 0,0-1 0,0 1 0,0-1 0,1 0 0,-1 0 0,0 1 0,1-1 0,-1 0 0,1 0 0,-1-1 0,1 1 0,-1 0 0,1 0 0,-1-1 0,1 1 0,0-1 0,0 1 0,-1-1 0,1 0 0,3 1 0,55 6 0,-53-7 0,-2 1 0,1-1 0,-1 0 0,0 0 0,0-1 0,1 1 0,-1-1 0,0 0 0,0 0 0,0-1 0,0 0 0,0 0 0,0 0 0,-1 0 0,1-1 0,0 1 0,4-5 0,-4 1 0,0 1 0,0-1 0,0 0 0,-1 0 0,0 0 0,0 0 0,-1-1 0,0 1 0,0-1 0,-1 0 0,3-9 0,12-62 0,-20 228 0,3-66 0,0-38 0,1-7 0,-8 62 0,5-90 0,0 0 0,0 0 0,-1 0 0,0-1 0,-1 1 0,-1-1 0,1 1 0,-2-1 0,1-1 0,-9 11 0,14-20-5,-11 15-221,0-1-1,-1 0 0,-1-1 0,0-1 1,-29 22-1,17-20-6599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55:30.9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24575,'0'6'0,"0"9"0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55:33.5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24575,'0'7'0,"7"13"0,7 5 0,2 3 0,5 4 0,-1 3 0,1-5 0,-2-1 0,2 0 0,-3 2 0,2-4 0,-2-7-8191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55:34.2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214 1 24575,'0'12'0,"-6"11"0,-9 8 0,-1 4 0,-5 4 0,2 0 0,3 0 0,-1-6 0,2-3 0,-2-6 0,1-1 0,-3 1 0,2 4 0,-2-4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55:35.4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24575,'6'0'0,"9"0"0,7 0 0,1 6 0,-4 15 0,-5 10 0,-6 6 0,-3 3 0,-9-6 0,-4-1 0,6-8 0,9-7 0,10-7 0,9-5 0,5-4 0,-33-2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55:36.4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24575,'6'0'0,"15"0"0,29 6 0,18 14 0,10 11 0,-2 12 0,-1 6 0,-13 0 0,-12-9 0,-7-10 0,-12-4 0,-4-1 0,-82-60 0,-32-25-8191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55:37.2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24575,'0'7'0,"13"7"0,10 2 0,7-1 0,-1 2 0,1-1 0,-5-4-8191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55:38.3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147 0 24575,'0'13'0,"0"10"0,-6 7 0,-2 12 0,-7 4 0,1 1 0,1-1 0,4-2 0,-3-3 0,0-2 0,-4-7 0,1-3 0,3 0 0,3 1 0,4-5-8191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08T19:55:39.4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24575,'0'6'0,"6"2"0,2 12 0,6 10 0,1 5 0,-3 3 0,-9-42 0,-5-21-8191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28:06.26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 1 24575,'-2'20'0,"2"0"0,1 0 0,0 0 0,1 0 0,2 0 0,0-1 0,0 1 0,2-1 0,12 27 0,-11-31 0,0-1 0,2 1 0,0-1 0,0-1 0,2 0 0,17 19 0,-24-29 0,0 1 0,1-1 0,-1 0 0,1 0 0,-1 0 0,1 0 0,0-1 0,0 0 0,0 0 0,0 0 0,0-1 0,1 0 0,-1 0 0,0 0 0,1 0 0,-1-1 0,0 0 0,1 0 0,-1 0 0,0-1 0,1 0 0,-1 0 0,0 0 0,7-3 0,1-2 0,0 0 0,-1-1 0,1 0 0,-2-1 0,1 0 0,-1-1 0,0 0 0,-1-1 0,0 0 0,0 0 0,-1-1 0,15-24 0,-14 17 0,0 0 0,-1 0 0,0-1 0,-2 0 0,0-1 0,-2 1 0,0-1 0,3-26 0,-10 268 0,4-91 0,-1 8 0,-4 143 0,3-277 0,0 0 0,-1 1 0,0-1 0,1 0 0,-2 0 0,1 0 0,-1 0 0,0 0 0,0 0 0,0 0 0,0 0 0,-1-1 0,0 1 0,0-1 0,0 0 0,-1 0 0,-6 7 0,4-8 0,0 1 0,-1-1 0,1 0 0,0 0 0,-1 0 0,0-1 0,1 0 0,-1-1 0,0 1 0,0-1 0,0-1 0,-14 1 0,-205-10-1365,194 8-5461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28:08.32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24575,'0'7'0,"0"7"0,0 9 0,0 5 0,0 6 0,0 2 0,0 2 0,0 1 0,0-1 0,6-6 0,2-3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28:09.64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24575,'6'0'0,"9"0"0,7 0 0,13 0 0,7 0 0,2 0 0,1 0 0,-2 0 0,-2 0 0,-1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28:11.07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29 24575,'6'0'0,"9"0"0,7 0 0,7 0 0,4-6 0,4-2 0,1 0 0,0 2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28:14.20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24 24575,'7'0'0,"7"0"0,9 0 0,6 0 0,4 0 0,3 0 0,2 0 0,0 0 0,-6-7 0,-2-1 0,0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28:53.41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224 1 24575,'-5'1'0,"0"1"0,0 0 0,0 0 0,0 1 0,1 0 0,-1 0 0,1 0 0,0 0 0,-1 0 0,1 1 0,1 0 0,-1 0 0,1 0 0,-4 5 0,-8 7 0,2-2 0,0 2 0,1-1 0,1 1 0,1 1 0,0 0 0,1 1 0,0 0 0,2 0 0,0 0 0,-6 29 0,4-6 0,2 0 0,2 1 0,0 79 0,4 9 0,6 133 0,-4-252 0,-1-1 0,2 1 0,0-1 0,0 0 0,0 1 0,1-1 0,1 0 0,0-1 0,0 1 0,1-1 0,0 1 0,1-1 0,0-1 0,0 1 0,1-1 0,0 0 0,0-1 0,1 0 0,0 0 0,0 0 0,1-1 0,0-1 0,0 1 0,16 6 0,29 9-1365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28:56.99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263 80 24575,'-1'8'0,"0"-1"0,0 0 0,-1 0 0,0 0 0,-5 13 0,-7 29 0,14-46 0,0 1 0,0-1 0,0 0 0,0 0 0,0 0 0,1 0 0,0 0 0,-1 0 0,1 0 0,0 0 0,1 0 0,-1 0 0,0 0 0,1-1 0,-1 1 0,1-1 0,0 1 0,0-1 0,0 1 0,0-1 0,1 0 0,-1 0 0,1 0 0,-1 0 0,1-1 0,-1 1 0,1-1 0,0 1 0,0-1 0,0 0 0,0 0 0,0 0 0,0-1 0,4 2 0,12 1 0,0-1 0,0-1 0,1 0 0,26-3 0,-24 1 0,-20 1 0,14 0 0,1-1 0,0 0 0,-1-2 0,1 1 0,24-9 0,-37 10 0,0-1 0,-1 0 0,1 0 0,0 0 0,-1 0 0,0 0 0,1-1 0,-1 0 0,0 0 0,0 1 0,0-2 0,-1 1 0,1 0 0,-1 0 0,0-1 0,0 0 0,0 1 0,0-1 0,-1 0 0,1 0 0,-1 0 0,0 0 0,0 0 0,0 0 0,-1 0 0,0 0 0,0-8 0,0 6 0,0 0 0,-1 1 0,0-1 0,0 0 0,0 1 0,-1-1 0,0 1 0,0 0 0,0-1 0,-1 1 0,1 0 0,-1 0 0,0 1 0,-1-1 0,1 1 0,-1-1 0,0 1 0,0 0 0,-1 0 0,1 1 0,-1-1 0,1 1 0,-1 0 0,0 0 0,0 1 0,-1 0 0,-5-3 0,-8-1 0,1 1 0,-1 0 0,0 1 0,-1 1 0,1 1 0,-35 0 0,6 2 0,19-1 0,0 1 0,-1 1 0,1 2 0,-54 12 0,76-14 0,0 1 0,1 1 0,-1 0 0,1-1 0,0 2 0,0-1 0,0 1 0,0 0 0,1 0 0,-1 1 0,1-1 0,0 1 0,1 0 0,-1 1 0,1-1 0,0 1 0,0 0 0,1 0 0,0 0 0,0 0 0,0 0 0,1 1 0,0 0 0,0-1 0,0 1 0,0 8 0,1-8 0,0 0 0,0 0 0,1 1 0,0-1 0,0 0 0,1 0 0,0 1 0,0-1 0,0 0 0,1 0 0,0 0 0,6 11 0,-5-13 0,0 0 0,1-1 0,0 1 0,0 0 0,0-1 0,0 0 0,1 0 0,0 0 0,-1-1 0,1 1 0,1-1 0,-1-1 0,0 1 0,1-1 0,9 3 0,13 2 0,0-1 0,1-2 0,-1 0 0,1-2 0,0-2 0,0 0 0,47-8 0,-67 7 0,0 0 0,-1-1 0,1 0 0,0 0 0,-1-1 0,0 0 0,1 0 0,-1-1 0,-1 0 0,1-1 0,0 1 0,-1-2 0,0 1 0,0-1 0,-1 0 0,0 0 0,10-12 0,-14 14 0,0 1 0,1 0 0,0-1 0,-1 1 0,1 1 0,0-1 0,1 0 0,-1 1 0,0-1 0,1 1 0,0 0 0,-1 0 0,1 0 0,0 1 0,0 0 0,0-1 0,0 1 0,0 0 0,0 1 0,6-1 0,-5 2 0,0 0 0,0 0 0,0 0 0,0 1 0,0 0 0,-1 0 0,1 0 0,0 1 0,-1-1 0,0 1 0,1 0 0,-1 1 0,-1-1 0,1 1 0,0-1 0,4 7 0,8 10 0,0 0 0,-1 1 0,-1 1 0,-1 1 0,19 45 0,-25-50 0,-1 0 0,-1 0 0,0 1 0,-1 0 0,-1 0 0,-1 0 0,-1 0 0,-1 33 0,-1-45 0,0-1 0,0 0 0,-1 1 0,1-1 0,-1 0 0,-1 0 0,1 0 0,-1 0 0,0 0 0,0-1 0,-1 1 0,0-1 0,0 0 0,0 0 0,-1 0 0,1 0 0,-1-1 0,0 0 0,0 0 0,-1 0 0,1-1 0,-1 0 0,0 0 0,0 0 0,0-1 0,0 0 0,0 0 0,-9 2 0,-17 1 0,1 0 0,-1-3 0,1 0 0,-52-5 0,41 2 0,6 0-1365,4 0-5461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28:58.84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155 0 24575,'-5'1'0,"-1"-1"0,1 1 0,-1 1 0,1-1 0,-1 1 0,1 0 0,0 0 0,0 0 0,0 1 0,0 0 0,0 0 0,0 0 0,1 1 0,-1-1 0,1 1 0,0 0 0,0 0 0,1 1 0,-1-1 0,1 1 0,0-1 0,0 1 0,-2 7 0,-2 2 0,0 1 0,2 0 0,-1 0 0,2 0 0,0 0 0,1 1 0,-1 19 0,1 6 0,1 0 0,3 0 0,1 1 0,2-1 0,2 0 0,12 47 0,-14-78 0,1 1 0,0-1 0,1-1 0,0 1 0,1-1 0,0 0 0,0 0 0,0-1 0,1 1 0,1-2 0,12 10 0,3 1 0,1-1 0,1-2 0,31 15 0,-32-20-1365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29:00.36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24575,'4'1'0,"-1"1"0,1 0 0,-1 0 0,0 0 0,1 0 0,-1 1 0,0-1 0,-1 1 0,1-1 0,0 1 0,-1 0 0,0 0 0,1 0 0,-1 1 0,3 5 0,9 11 0,235 283 0,-103-130 0,-129-153-1365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29:01.41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596 0 24575,'-9'2'0,"0"1"0,0 0 0,0 0 0,0 1 0,1 0 0,0 0 0,0 1 0,0 0 0,0 1 0,1 0 0,-9 8 0,-2 1 0,-47 40 0,2 3 0,-73 88 0,-49 47 0,164-172-1365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29:02.82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24575,'9'0'0,"0"0"0,0 1 0,-1 1 0,1-1 0,0 1 0,-1 1 0,1-1 0,-1 1 0,0 1 0,0 0 0,0 0 0,-1 0 0,1 1 0,-1 0 0,0 1 0,-1 0 0,1 0 0,-1 0 0,0 1 0,0-1 0,-1 1 0,0 1 0,7 13 0,0 0 0,-1 1 0,-1 0 0,-1 1 0,-1 0 0,0 0 0,-2 1 0,5 38 0,-7-17 0,-2 0 0,-1 1 0,-8 54 0,-8-28-1365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29:05.18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243 1 24575,'0'6'0,"0"9"0,0 7 0,-6 1 0,-2 2 0,-7 4 0,-5-4 0,-1 1 0,-3 1 0,-3 4 0,-3 1 0,-4-3 0,5-2 0,1-4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29:15.72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24575,'225'20'0,"-3"0"0,-116-22 0,81 3 0,-182 0 0,0 0 0,-1 0 0,1 0 0,0 1 0,0-1 0,-1 1 0,1 1 0,-1-1 0,1 0 0,-1 1 0,0 0 0,0 0 0,0 0 0,-1 1 0,1-1 0,-1 1 0,0 0 0,0 0 0,0 0 0,0 0 0,-1 1 0,1-1 0,-1 1 0,-1-1 0,1 1 0,0 0 0,-1 0 0,1 7 0,3 14 0,-1 1 0,-2 0 0,-1 53 0,-1-62 0,-4 1209 0,4-1001 0,0-221 0,0 1 0,0-1 0,0 0 0,-1 1 0,0-1 0,0 0 0,0 0 0,0 0 0,-1 1 0,0-1 0,0-1 0,-1 1 0,1 0 0,-6 7 0,4-9 0,1 0 0,-1 0 0,0 0 0,-1 0 0,1-1 0,0 1 0,-1-1 0,1 0 0,-1-1 0,0 1 0,1-1 0,-1 0 0,0 0 0,0-1 0,0 1 0,-6-1 0,-158-2 103,74-2-1571,63 4-5358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28:26.48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0 149 24575,'7'0'0,"-1"-1"0,1 0 0,-1 0 0,0-1 0,1 0 0,5-2 0,26-7 0,235-25 0,-29 5 0,37 0 0,-127 16 0,209 2-1365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28:29.42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414 0 24575,'-1'94'0,"3"106"0,2-165 0,2 0 0,1 0 0,2-1 0,1 0 0,26 55 0,-36-89 0,1 1 0,-1 0 0,1 0 0,-1 0 0,1-1 0,-1 1 0,0 0 0,1 0 0,-1 0 0,0 0 0,0 0 0,0 0 0,0 0 0,0 0 0,0 0 0,0 0 0,0 0 0,0 0 0,0 0 0,0 0 0,0 0 0,-1-1 0,1 1 0,0 0 0,-1 1 0,0-1 0,0-1 0,-1 1 0,1-1 0,0 1 0,0-1 0,0 0 0,0 0 0,0 1 0,0-1 0,0 0 0,0 0 0,-1 0 0,1 0 0,0 0 0,0-1 0,0 1 0,0 0 0,-2-1 0,-64-26 0,48 18 0,-7 0 0,1 2 0,-2 0 0,1 2 0,-30-2 0,41 5 0,1 1 0,-1 1 0,1 1 0,-1 0 0,1 0 0,0 2 0,-1 0 0,1 0 0,-17 8 0,27-9 0,0 0 0,0 1 0,1 0 0,-1 0 0,1 0 0,-1 0 0,1 1 0,0-1 0,0 1 0,1 0 0,-1 0 0,1 0 0,0 0 0,0 0 0,0 0 0,1 1 0,-1-1 0,1 1 0,0-1 0,0 1 0,0 5 0,-1 15 0,1-1 0,4 47 0,-1-36 0,-2-29 0,0-1 0,0 1 0,1 0 0,0 0 0,0-1 0,0 1 0,1 0 0,-1-1 0,1 0 0,1 1 0,-1-1 0,1 0 0,6 8 0,-6-9 0,1-1 0,0 0 0,0 0 0,0 0 0,0-1 0,1 0 0,-1 1 0,1-2 0,-1 1 0,1 0 0,0-1 0,0 0 0,0 0 0,-1 0 0,1-1 0,8 1 0,-2 0-68,-1-1 0,0 1-1,0-1 1,1-1 0,-1 0 0,0-1-1,0 0 1,0 0 0,0-1 0,0 0-1,0-1 1,-1 0 0,0 0 0,0-1-1,0 0 1,0-1 0,-1 0-1,0-1 1,10-9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28:32.97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304 1 24575,'4'59'0,"-1"16"0,-4-73 0,1 1 0,-1 0 0,0-1 0,0 1 0,0 0 0,0-1 0,0 1 0,-1-1 0,1 0 0,-1 1 0,0-1 0,0 0 0,1 0 0,-1 0 0,0 0 0,-1 0 0,1-1 0,0 1 0,0 0 0,-1-1 0,1 0 0,-1 0 0,1 0 0,-1 0 0,0 0 0,1 0 0,-1-1 0,0 1 0,0-1 0,-3 1 0,-13 1 0,0-1 0,0 0 0,-26-4 0,23 2 0,16 1 0,1-1 0,-1 1 0,1 0 0,-1 1 0,1 0 0,-1-1 0,1 2 0,0-1 0,0 1 0,-1-1 0,1 2 0,0-1 0,-5 3 0,7-2 0,0 0 0,-1 1 0,1-1 0,1 0 0,-1 1 0,0 0 0,1 0 0,0 0 0,0 0 0,0 0 0,0 0 0,1 0 0,0 1 0,0-1 0,0 1 0,-1 6 0,0 5 0,0-1 0,0 1 0,2-1 0,0 1 0,4 28 0,-4-40 0,1 0 0,0 0 0,0 0 0,0 0 0,1 0 0,-1 0 0,1-1 0,0 1 0,0 0 0,0-1 0,1 0 0,-1 1 0,1-1 0,0 0 0,0-1 0,0 1 0,0 0 0,0-1 0,1 1 0,-1-1 0,1 0 0,-1 0 0,1-1 0,0 1 0,0-1 0,0 0 0,4 1 0,5 1 0,0 0 0,0-2 0,1 1 0,-1-2 0,0 0 0,0 0 0,0-1 0,0-1 0,0 0 0,0-1 0,0 0 0,0-1 0,-1 0 0,0-1 0,0-1 0,0 0 0,-1 0 0,1-1 0,-1-1 0,11-9 0,-3-1-1365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28:33.99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24575,'6'0'0,"15"0"0,10 12 0,6 5 0,9 5 0,9 5 0,2 5 0,-3-4 0,-10 0 0,-7-4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28:35.59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385 1 24575,'-3'2'0,"0"-1"0,0 1 0,0 0 0,0 0 0,0 1 0,0-1 0,1 1 0,-1-1 0,1 1 0,0 0 0,0 0 0,0 0 0,0 0 0,0 0 0,-2 7 0,-3 2 0,-138 195 0,134-194 0,1 0 0,-22 19 0,22-23 0,0 1 0,0 0 0,1 1 0,-13 20 0,6-1-90,9-16-165,-1 0 0,0-1 0,-1 0 0,-20 23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28:37.87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24575,'5'2'0,"0"-1"0,0 1 0,1 1 0,-1-1 0,0 1 0,-1-1 0,1 1 0,0 1 0,-1-1 0,0 1 0,0 0 0,0 0 0,5 6 0,16 13 0,17 9 0,228 161 0,-254-184 9,-1-2 0,1 0 0,27 9 0,-3-2-1410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28:50.37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259 506 24575,'3'0'0,"0"-1"0,0 0 0,0 0 0,0 0 0,0-1 0,0 1 0,0-1 0,0 0 0,-1 1 0,1-1 0,-1 0 0,1 0 0,-1-1 0,0 1 0,0-1 0,0 1 0,0-1 0,0 1 0,0-1 0,1-3 0,28-61 0,-22 39 0,-2 0 0,-1 0 0,-1-1 0,-2 0 0,-1 0 0,-1 0 0,-2 0 0,-4-39 0,4 63 0,-1-1 0,1 0 0,-1 1 0,0 0 0,0-1 0,0 1 0,-1 0 0,0 0 0,0 0 0,0 0 0,-1 1 0,0-1 0,1 1 0,-10-7 0,11 9 0,0 0 0,0 0 0,-1 1 0,1-1 0,0 1 0,-1 0 0,1 0 0,-1 0 0,1 0 0,-1 0 0,0 0 0,1 1 0,-1-1 0,0 1 0,1 0 0,-1-1 0,0 1 0,0 1 0,1-1 0,-1 0 0,0 1 0,1-1 0,-1 1 0,0 0 0,1 0 0,-1 0 0,1 0 0,-1 0 0,1 1 0,0-1 0,0 1 0,-4 2 0,-4 7 0,0-1 0,1 2 0,0-1 0,1 1 0,1 1 0,0-1 0,0 1 0,1 0 0,-7 23 0,-1 14 0,-12 68 0,19-87 0,-19 50 0,17-58 0,2 1 0,0 0 0,1 1 0,-2 27 0,-10 116 0,-5 117 0,24 137-1365,-1-388-5461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28:51.38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29 24575,'6'0'0,"9"0"0,14 0 0,8 0 0,11 0 0,3-6 0,6-2 0,-2 0 0,-9 2-8191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29:17.07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67 24575,'97'1'0,"202"-6"0,-232 0 0,-1-2 0,96-24 0,-119 20-1365,-6 2-5461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29:19.70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24575,'0'708'0,"2"-662"0,15 79 0,-9-75 0,2 56 0,-12 121 0,4 97 0,23-186 0,-16-93 0,-8-41 0,0 0 0,1 0 0,-1 0 0,1 0 0,-1 0 0,1-1 0,0 1 0,1 0 0,-1-1 0,1 1 0,-1-1 0,1 0 0,0 0 0,0 0 0,1-1 0,-1 1 0,0-1 0,1 1 0,0-1 0,-1 0 0,1-1 0,0 1 0,0 0 0,0-1 0,0 0 0,0 0 0,5 0 0,12 2 0,1-2 0,-1 0 0,1-1 0,25-4 0,-5 1 0,107 0-1365,-117 3-5461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5:34.16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299 1 24575,'-2'9'0,"1"-1"0,-2 1 0,1-1 0,-1 0 0,0 0 0,-1 0 0,0 0 0,-5 8 0,-4 8 0,-47 103 0,-61 191 0,102-253 0,2 0 0,4 0 0,2 2 0,4-1 0,0 79 0,7-49 0,5 112 0,-3-195 10,1 1 0,0-1 0,1 1 0,1-1 0,0 0 0,1-1 0,0 1 0,1-1 0,0 0 0,1-1 0,12 15 0,7 5-505,2 0 0,46 37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5:37.14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79 262 24575,'1'3'0,"0"0"0,0 0 0,1 0 0,-1-1 0,1 1 0,0 0 0,0-1 0,0 1 0,0-1 0,0 0 0,1 0 0,-1 0 0,1 0 0,2 2 0,0 0 0,14 11 0,1 0 0,0-2 0,26 13 0,-35-20 0,1 0 0,-1-2 0,1 1 0,0-2 0,0 1 0,0-2 0,25 3 0,-31-6 0,-1 0 0,0 0 0,0 0 0,0-1 0,0 0 0,0 0 0,0 0 0,-1-1 0,1 0 0,-1 0 0,1 0 0,-1 0 0,0-1 0,0 1 0,-1-1 0,1 0 0,-1 0 0,1 0 0,-2-1 0,1 1 0,3-6 0,2-4 0,-1 0 0,0-1 0,-1 0 0,-1 0 0,8-29 0,-11 28 0,1 1 0,-2 0 0,0 0 0,-1-1 0,0 1 0,-4-21 0,4 31 0,-1 1 0,0 0 0,-1-1 0,1 1 0,0 0 0,-1 0 0,0-1 0,0 1 0,-1 1 0,1-1 0,-1 0 0,1 0 0,-1 1 0,0 0 0,-1 0 0,1 0 0,-1 0 0,1 0 0,-1 0 0,0 1 0,0 0 0,0 0 0,0 0 0,0 0 0,-7-2 0,1 3 0,0-1 0,0 1 0,0 0 0,0 1 0,0 0 0,0 1 0,0 0 0,1 0 0,-1 1 0,0 1 0,0-1 0,1 2 0,0-1 0,0 1 0,0 1 0,0-1 0,0 2 0,1-1 0,0 1 0,0 0 0,-9 11 0,-1 0 0,1 2 0,1 0 0,1 2 0,0-1 0,2 2 0,0-1 0,-13 35 0,12-23 0,2 1 0,-10 40 0,18-57 0,1 0 0,1 0 0,1 0 0,0 0 0,1 0 0,3 28 0,-3-42 0,1 0 0,-1 0 0,1 0 0,-1 0 0,1-1 0,0 1 0,0 0 0,0 0 0,1-1 0,-1 1 0,1 0 0,-1-1 0,1 1 0,0-1 0,0 0 0,0 0 0,0 0 0,4 3 0,-3-4 0,-1 0 0,1 0 0,-1 0 0,1 0 0,0-1 0,-1 1 0,1-1 0,0 1 0,-1-1 0,1 0 0,0 0 0,-1-1 0,1 1 0,0 0 0,-1-1 0,5-1 0,8-4 0,-1 0 0,1-1 0,-1-1 0,0 0 0,15-13 0,-28 20 0,24-17 0,0-3 0,-2 0 0,-1-1 0,0-1 0,-2-1 0,0-1 0,-2 0 0,-1-2 0,-1 0 0,-1-1 0,13-37 0,-26 61 0,0-1 0,0 1 0,0 0 0,0 0 0,0 0 0,1 1 0,0-1 0,0 1 0,0-1 0,0 1 0,0 0 0,5-4 0,-6 7 0,0-1 0,0 0 0,0 1 0,-1-1 0,1 1 0,0 0 0,0-1 0,0 1 0,0 0 0,0 0 0,0 0 0,-1 0 0,1 1 0,0-1 0,0 0 0,0 1 0,0-1 0,0 1 0,-1 0 0,1 0 0,0 0 0,-1 0 0,1 0 0,0 0 0,-1 0 0,0 0 0,1 0 0,-1 1 0,0-1 0,3 3 0,3 4 0,-1 0 0,0 1 0,0-1 0,0 1 0,-1 0 0,-1 1 0,0-1 0,0 1 0,0 0 0,3 18 0,-1 10 0,3 63 0,0-2 0,4 29 0,-5 224 0,-9-229 0,1-110 0,-1 1 0,0-1 0,-1 1 0,-1-1 0,0 1 0,-1-1 0,0 0 0,-1-1 0,0 1 0,-1-1 0,-1 0 0,-9 13 0,6-10 0,-2-2 0,0 0 0,0 0 0,-1-1 0,0-1 0,-1 0 0,-1-1 0,0 0 0,-16 7 0,17-11-76,-2 0 1,1-1-1,0-1 0,-1-1 0,1 0 0,-1-1 0,0-1 0,0 0 1,0-1-1,0-1 0,0 0 0,0-1 0,0-1 0,1-1 1,-1 0-1,1 0 0,-25-13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5:38.32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24575,'0'7'0,"6"14"0,9 16 0,13 20 0,9 20 0,11 22 0,3 6 0,-1-2 0,-8-12 0,-6-16 0,-9-14 0,-9-11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5:39.62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608 1 24575,'-10'0'0,"0"1"0,0 1 0,1 0 0,-1 0 0,1 1 0,0 0 0,0 1 0,0 0 0,0 1 0,0-1 0,1 1 0,-8 7 0,-15 12 0,-46 47 0,50-45 0,-200 225 0,166-179 0,53-62-18,2 1-1,-1 0 1,1 0-1,0 1 1,1-1-1,-4 15 1,-1 2-1218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5:41.58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87 1 24575,'5'7'0,"0"1"0,0 0 0,0 0 0,-1 0 0,-1 1 0,0-1 0,0 1 0,0 0 0,2 17 0,6 17 0,8 16 0,-4 0 0,13 86 0,-15-60 0,-4-25 0,4 97 0,-14 425 0,0-569 0,0-1 0,0 1 0,-2-1 0,1 0 0,-1 1 0,-1-1 0,0-1 0,-1 1 0,0 0 0,-12 18 0,-5 3 13,-2-1 1,-29 30 0,24-30-717,-32 48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5:45.10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72 24575,'1'0'0,"81"0"0,121-14 0,106-39 0,-301 51 0,1 1 0,-1 0 0,0 1 0,1-1 0,-1 1 0,0 1 0,1 0 0,-1 0 0,0 1 0,14 4 0,-17-4 0,-1 1 0,0 0 0,1 0 0,-1 0 0,0 0 0,-1 1 0,1 0 0,-1-1 0,1 1 0,-1 1 0,0-1 0,-1 0 0,1 1 0,-1-1 0,0 1 0,0 0 0,0 0 0,1 7 0,6 25 0,6 42 0,5 22 0,-7-47 0,-3 0 0,5 96 0,-12 113 0,-4-175 0,3-61 0,0-1 0,12 49 0,2 17 0,3 20 0,-11-78 0,-2 1 0,2 45 0,-6 25 0,18 275 0,-20-375 0,38 246 0,-28-177 0,-4 0 0,-3 0 0,-7 77 0,2-13 0,2-132 0,0-1 0,0 1 0,-1 0 0,1-1 0,-1 1 0,0-1 0,-1 1 0,1-1 0,-1 1 0,0-1 0,-1 0 0,-2 6 0,2-8 0,0 0 0,0 0 0,0 0 0,0-1 0,-1 1 0,1-1 0,-1 0 0,1 0 0,-1 0 0,0 0 0,0 0 0,0-1 0,0 0 0,0 0 0,0 0 0,0 0 0,-5 0 0,-30 2 0,-45 0 0,44-3 0,-49 7 0,-47 7 0,96-12 0,0 2 0,0 2 0,0 1 0,0 2 0,-45 17 0,57-16-1365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5:13.92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887 0 24575,'0'1101'0,"-1"-1092"0,-3-12 0,-9-26 0,-12-46 0,22 60 0,-1 1 0,-1-1 0,0 1 0,-1-1 0,0 2 0,-1-1 0,-1 1 0,0 0 0,-1 0 0,-1 1 0,1 1 0,-2-1 0,0 2 0,0-1 0,-1 1 0,-19-12 0,-1 2 0,-1 2 0,-1 1 0,0 2 0,-54-16 0,73 27 0,0 1 0,0 1 0,0 0 0,-1 1 0,1 1 0,0 1 0,-1 0 0,1 0 0,0 2 0,0 0 0,0 0 0,1 2 0,-1 0 0,1 0 0,0 1 0,0 1 0,1 1 0,0 0 0,0 0 0,-22 20 0,10-5 0,16-15 0,0-1 0,0 1 0,0 1 0,1 0 0,1 0 0,-1 1 0,1-1 0,1 2 0,0-1 0,0 1 0,1-1 0,-6 22 0,7-19 0,1 1 0,0-1 0,1 1 0,1 0 0,0-1 0,1 1 0,0 0 0,1 0 0,5 21 0,-4-28 0,0-1 0,0 1 0,1 0 0,0-1 0,1 0 0,-1 0 0,1 0 0,0 0 0,1-1 0,-1 1 0,1-1 0,0 0 0,1 0 0,-1-1 0,1 0 0,0 0 0,0 0 0,0-1 0,0 0 0,10 4 0,4 0 0,1-1 0,0-1 0,0 0 0,0-2 0,0 0 0,1-2 0,-1 0 0,26-3 0,-16-1 0,1-1 0,0-1 0,-1-3 0,55-18 0,-68 17 0,0 0 0,0 0 0,-1-2 0,16-13 0,-9 7 0,-2 5-1365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5:16.61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75 24575,'1124'0'0,"-1071"-3"0,0-2 0,102-25 0,-97 17 0,115-10 0,55 23-1365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5:19.31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339 1 24575,'3'93'0,"5"0"0,4 0 0,41 153 0,36 198 0,-70-392 0,-15-44 0,-1-1 0,0 1 0,0-1 0,0 1 0,-1 0 0,0 0 0,-1 0 0,0 1 0,0-1 0,-1 9 0,0-17 0,0 1 0,-1 0 0,1-1 0,0 1 0,-1-1 0,1 1 0,-1-1 0,1 1 0,0 0 0,-1-1 0,1 0 0,-1 1 0,1-1 0,-1 1 0,0-1 0,1 0 0,-1 1 0,1-1 0,-1 0 0,0 1 0,1-1 0,-1 0 0,0 0 0,1 0 0,-1 0 0,0 0 0,1 0 0,-1 0 0,0 0 0,1 0 0,-1 0 0,0 0 0,1 0 0,-1 0 0,0 0 0,1-1 0,-1 1 0,0 0 0,0-1 0,-29-12 0,26 11 0,-18-11 0,-1 2 0,0 0 0,0 1 0,-1 2 0,-1 0 0,1 1 0,-1 2 0,-48-5 0,49 9 0,6 0 0,1 0 0,-1 1 0,1 1 0,-1 1 0,-30 6 0,44-7 0,0 1 0,1-1 0,-1 1 0,1 0 0,-1 0 0,1 0 0,0 0 0,-1 0 0,1 1 0,0 0 0,1-1 0,-1 1 0,0 0 0,1 0 0,0 1 0,-1-1 0,1 0 0,1 1 0,-1-1 0,0 1 0,1 0 0,0 0 0,0-1 0,0 1 0,0 0 0,1 0 0,-1 0 0,1 0 0,0 0 0,0 0 0,1 4 0,-1-4 0,0-1 0,1 0 0,-1 0 0,1 0 0,0 1 0,-1-1 0,1 0 0,1 0 0,-1 0 0,0 0 0,1-1 0,0 1 0,-1 0 0,1-1 0,0 1 0,0-1 0,4 4 0,-1-3 0,-1 1 0,1-1 0,0-1 0,0 1 0,0-1 0,0 0 0,1 0 0,-1 0 0,9 1 0,11 0 0,0-1 0,0 0 0,43-5 0,-39 2 0,128-4-1365,-126 5-5461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5:20.66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24575,'3'1'0,"0"0"0,0 0 0,0 1 0,0-1 0,-1 1 0,1-1 0,-1 1 0,1 0 0,-1 0 0,0 0 0,0 1 0,1-1 0,-2 0 0,1 1 0,2 3 0,5 5 0,130 126 0,-78-80 0,90 109 0,-62-23 0,-80-131-273,-1 1 0,0 0 0,-1 0 0,7 17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5:22.16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657 1 24575,'-6'1'0,"0"0"0,0 1 0,0 0 0,0 0 0,0 0 0,0 1 0,1 0 0,-1 0 0,1 0 0,-10 9 0,0-2 0,-55 39 0,2 2 0,2 4 0,-77 82 0,129-121 0,1 1 0,-17 28 0,18-25 0,-1-1 0,-15 17 0,14-18 28,0 1 0,2 0-1,-21 41 1,-6 11-1504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5:26.97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296 636 24575,'2'-17'0,"0"0"0,2 1 0,-1-1 0,2 1 0,0 0 0,1 0 0,1 1 0,0-1 0,1 1 0,17-24 0,-14 23 0,0-1 0,-2-1 0,0 0 0,-1 0 0,-1-1 0,0 0 0,5-31 0,-9 31 0,-1 0 0,-1 0 0,-1 0 0,0 1 0,-2-1 0,-4-24 0,5 38 0,0-1 0,-1 1 0,0 0 0,0 0 0,0 0 0,0 1 0,-1-1 0,0 0 0,0 1 0,0 0 0,0 0 0,-1 0 0,0 0 0,0 0 0,0 1 0,0-1 0,0 1 0,-1 0 0,1 1 0,-1-1 0,0 1 0,0 0 0,0 0 0,0 0 0,0 1 0,-9-2 0,2 1 0,0 0 0,-1 1 0,1 1 0,0-1 0,-1 2 0,-23 4 0,29-4 0,0 1 0,0 1 0,0-1 0,0 1 0,1 1 0,-1-1 0,1 1 0,0 0 0,0 1 0,0-1 0,0 1 0,-9 11 0,0 3 0,1 2 0,0-1 0,2 2 0,1 0 0,0 0 0,2 1 0,0 0 0,2 0 0,0 1 0,2 0 0,-3 29 0,-1 37 0,6 154 0,4-168 0,-2 132 0,4 161 0,16-199 0,-4-38 0,-13-117-1365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5:28.53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 0 24575,'-2'244'0,"5"272"0,15-263 0,1 48 0,-18-71-1365,-2-191-5461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5:29.79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38 24575,'6'0'0,"9"0"0,7 0 0,7 0 0,-2-7 0,8-1 0,3 0 0,2 1 0,0 2 0,0 3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5:46.75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29 24575,'6'0'0,"8"0"0,9 0 0,6 0 0,4 0 0,4 0 0,0 0 0,14 0 0,10 0 0,8 0 0,-2 0 0,-6-6 0,-1-3 0,-4 2 0,-12 0-8191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5:49.25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24575,'0'226'0,"23"1146"0,-16-1158 0,3 56 0,8-123 0,37 149 0,-29-178 0,-6 0 0,10 180 0,-31-290 0,1 0 0,1 0 0,-1 0 0,1-1 0,1 1 0,0 0 0,0-1 0,3 8 0,-3-12 0,-1 0 0,1 0 0,0-1 0,0 0 0,0 1 0,1-1 0,-1 0 0,1 0 0,-1 0 0,1 0 0,-1 0 0,1-1 0,0 1 0,0-1 0,0 0 0,0 0 0,0 0 0,0 0 0,0 0 0,0-1 0,0 0 0,5 1 0,71 3 50,125-9 0,-47-1-1515,-125 6-5361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6:02.12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24575,'6'0'0,"9"0"0,8 0 0,12 7 0,13 1 0,17 0 0,10-1 0,11-3 0,10-1 0,1-1 0,-10-2 0,-13 0 0,-13 0 0,-17 0-8191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6:03.21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24575,'12'0'0,"17"0"0,10 0 0,4 0 0,2 0 0,-2 0 0,-1 0 0,-1 0 0,-2 0 0,5 0 0,1 0 0,0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6:11.27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845 0 24575,'0'1155'0,"2"-1125"0,1 0 0,8 37 0,-5-38 0,4 55 0,-10-83 0,0 0 0,0 0 0,0 0 0,0 1 0,0-1 0,0 0 0,0 0 0,0 0 0,0 0 0,-1 0 0,1 0 0,0 0 0,-1 0 0,1 0 0,-1 0 0,1 0 0,-1 0 0,1 0 0,-2 1 0,2-2 0,-1 0 0,1 0 0,-1 0 0,0 0 0,1 0 0,-1 0 0,1 0 0,-1 0 0,1 0 0,-1 0 0,0-1 0,1 1 0,-1 0 0,1 0 0,-1-1 0,1 1 0,-1 0 0,1-1 0,-1 1 0,1-1 0,0 1 0,-1 0 0,1-1 0,-1 0 0,-29-42 0,26 37 0,-24-39 0,6 9 0,-1 1 0,-49-56 0,64 82 0,0 1 0,0 0 0,-1 0 0,-1 1 0,1 1 0,-1-1 0,0 2 0,-1-1 0,1 1 0,-1 1 0,0 0 0,0 0 0,0 1 0,-21-2 0,-5 1 0,0 2 0,0 2 0,-43 5 0,68-4 0,0 1 0,0 0 0,1 1 0,-1 0 0,1 1 0,0 0 0,0 1 0,0 0 0,1 1 0,0 0 0,0 0 0,0 1 0,-16 16 0,9-3 0,1 0 0,1 1 0,1 1 0,1 1 0,1-1 0,1 2 0,1 0 0,1 0 0,1 1 0,1 0 0,1 0 0,2 0 0,-3 30 0,7-50 0,0 0 0,-1 0 0,1 0 0,1-1 0,-1 1 0,1 0 0,0 0 0,0-1 0,0 1 0,1 0 0,0-1 0,0 1 0,0-1 0,0 0 0,1 0 0,-1 0 0,1 0 0,0 0 0,0 0 0,1-1 0,5 6 0,-2-5 0,1 0 0,-1 0 0,1-1 0,0 0 0,0 0 0,0-1 0,0 0 0,0 0 0,0-1 0,1 0 0,14-1 0,215-4 0,-72 0 0,-153 4-91,-1-1 0,0 0 0,0 0 0,0-2 0,0 1 0,0-1 0,0-1 0,0 0 0,-1-1 0,0 0 0,0-1 0,0 0 0,-1 0 0,10-9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6:14.15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24575,'1003'0'0,"-975"2"27,-1 1 0,0 1-1,0 2 1,50 16 0,-43-11-527,0-2 1,38 5-1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6:16.32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561 0 24575,'0'622'0,"0"-621"0,0 9 0,0 0 0,-1 0 0,0 0 0,-5 18 0,6-27 0,0 1 0,0-1 0,-1 0 0,1 0 0,-1 0 0,1 0 0,-1 1 0,1-1 0,-1 0 0,0 0 0,0 0 0,1 0 0,-1-1 0,0 1 0,0 0 0,0 0 0,0 0 0,0-1 0,0 1 0,0 0 0,0-1 0,0 1 0,-1-1 0,1 1 0,0-1 0,0 0 0,0 0 0,-1 1 0,1-1 0,0 0 0,0 0 0,0 0 0,-1 0 0,1 0 0,0 0 0,0-1 0,-1 1 0,1 0 0,0-1 0,0 1 0,0-1 0,0 1 0,0-1 0,-1 1 0,1-1 0,0 0 0,0 0 0,1 1 0,-1-1 0,-2-2 0,-45-40 0,42 36 0,-1 1 0,1 0 0,-1-1 0,0 2 0,-1-1 0,1 1 0,-1 1 0,-16-8 0,6 6 0,0 1 0,0 1 0,-1 1 0,0 1 0,1 0 0,-1 1 0,0 1 0,0 1 0,1 1 0,-1 0 0,1 2 0,-1 0 0,-19 7 0,31-7 0,1 1 0,-1-1 0,1 1 0,0 0 0,1 1 0,-1 0 0,1 0 0,0 0 0,0 0 0,1 1 0,0-1 0,0 1 0,1 0 0,-1 1 0,2-1 0,-1 1 0,1-1 0,0 1 0,-1 10 0,1-6 0,0 1 0,1-1 0,0 1 0,1-1 0,0 1 0,1-1 0,1 1 0,0-1 0,0 0 0,1 0 0,7 18 0,-7-26 0,-1 0 0,1 0 0,0 0 0,0 0 0,0-1 0,0 0 0,1 1 0,0-1 0,-1 0 0,1-1 0,0 1 0,0-1 0,1 0 0,-1 0 0,0 0 0,1 0 0,-1-1 0,1 1 0,-1-1 0,1-1 0,5 1 0,14 2 0,0-2 0,0-1 0,24-3 0,-13 1 0,14 1-119,73-6 370,-108 4-465,0 1 0,0-2 0,-1 0 0,1 0 1,-1-1-1,21-12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6:17.17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24575,'7'6'0,"14"14"0,16 24 0,8 9 0,9 9 0,2 0 0,-9-4 0,-6-12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6:18.28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530 0 24575,'-1'4'0,"-1"0"0,1 0 0,-1 0 0,0-1 0,0 1 0,0 0 0,0-1 0,-1 0 0,1 1 0,-5 3 0,-5 8 0,-169 231 0,-20 30 0,151-211 92,-10 14-1549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6:43.39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230 80 24575,'478'0'0,"-476"0"0,0 1 0,-1-1 0,1 0 0,0 0 0,0 0 0,0 0 0,-1 0 0,1-1 0,0 1 0,0 0 0,-1-1 0,1 0 0,0 1 0,0-1 0,-1 0 0,1 0 0,1-1 0,-3 1 0,0 0 0,0 1 0,0-1 0,0 0 0,-1 0 0,1 0 0,0 1 0,-1-1 0,1 0 0,-1 1 0,1-1 0,-1 0 0,1 1 0,-1-1 0,1 0 0,-1 1 0,1-1 0,-1 1 0,0-1 0,1 1 0,-1 0 0,0-1 0,0 1 0,-1-1 0,-9-5 0,-1 0 0,0 1 0,-17-6 0,-34 0 0,0 2 0,-1 3 0,1 3 0,-87 7 0,40-2 0,103-2 0,-1 0 0,1 0 0,-1 1 0,1 0 0,0 0 0,0 1 0,-1 0 0,1 0 0,0 1 0,0 0 0,-11 7 0,14-7 0,0 1 0,0-1 0,0 1 0,1 0 0,0 0 0,0 0 0,0 1 0,0-1 0,0 1 0,1 0 0,0-1 0,0 1 0,0 0 0,1 0 0,0 1 0,0-1 0,-1 10 0,-4 64 0,9 141 0,1-91 0,-2 732 0,-2-510 0,19-94 0,-2-46 0,-14 344 0,-5-288 0,2-260 0,0 0 0,0 0 0,1 0 0,0 1 0,0-1 0,0 0 0,1 0 0,0 0 0,1-1 0,0 1 0,0 0 0,7 10 0,-6-12 0,0 0 0,1-1 0,0 0 0,0 0 0,0 0 0,0 0 0,1-1 0,-1 0 0,1 0 0,0 0 0,0-1 0,0 0 0,0 0 0,0-1 0,7 2 0,33 3 0,0-2 0,1-2 0,72-6 0,-17 1-1365,-71 3-5461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6:23.64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1021 24575,'17'0'0,"0"-2"0,0 0 0,0-1 0,-1 0 0,1-2 0,-1 0 0,0 0 0,0-2 0,0 0 0,21-14 0,8-8 0,80-71 0,-47 35 0,-56 46 0,-1-1 0,-1 0 0,-1-2 0,0 0 0,22-38 0,-12 12 0,41-94 0,-59 114 0,-1-1 0,-2 0 0,0 0 0,-2-1 0,-2 0 0,0 0 0,-2 0 0,-1 0 0,-6-60 0,4 87 0,1-1 0,-1 1 0,0 0 0,0 0 0,0-1 0,0 1 0,0 0 0,-1 0 0,1 0 0,-1 1 0,0-1 0,0 0 0,0 1 0,-4-6 0,4 7 0,0 0 0,1 0 0,-1 0 0,0 1 0,0-1 0,0 0 0,1 1 0,-1-1 0,0 1 0,0-1 0,0 1 0,0 0 0,0 0 0,0 0 0,0 0 0,0 0 0,0 0 0,0 1 0,0-1 0,1 1 0,-1-1 0,0 1 0,0 0 0,0 0 0,1 0 0,-1 0 0,-2 1 0,-14 10 0,0 0 0,1 2 0,1 0 0,-29 31 0,-54 78 0,70-84 0,-15 25 0,3 1 0,-46 102 0,48-89 0,33-65 0,1 0 0,0 1 0,1-1 0,1 1 0,0-1 0,0 1 0,1 17 0,2 102 0,2-72 0,1 482 0,-1-502 0,2 0 0,10 42 0,-7-41 0,5 80 0,-13 134-1365,1-225-5461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6:24.69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24575,'12'0'0,"11"0"0,14 0 0,7 0 0,2 0 0,-1 0 0,-1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6:26.40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369 1 24575,'-1'8'0,"1"1"0,-2-1 0,1 1 0,-1-1 0,-1 1 0,0-1 0,0 0 0,-5 9 0,-41 66 0,11-21 0,-10 39 0,4 2 0,5 1 0,5 2 0,-32 165 0,52-171 0,4 0 0,6 189 0,6-178 0,-1-92-124,1 1 0,1 0 0,0-1 0,2 0 0,0 0 0,1 0-1,1-1 1,1 0 0,1 0 0,20 32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6:29.04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63 231 24575,'-1'8'0,"0"0"0,0 1 0,-1-1 0,-1 0 0,-3 11 0,-8 27 0,12-33 0,0-1 0,1 1 0,1 0 0,0 0 0,0 0 0,5 22 0,-5-31 0,2 0 0,-1 0 0,0 0 0,1-1 0,-1 1 0,1 0 0,0-1 0,0 1 0,1-1 0,-1 0 0,1 0 0,-1 0 0,1 0 0,0 0 0,0-1 0,0 1 0,1-1 0,-1 0 0,0 0 0,1 0 0,0 0 0,-1-1 0,1 1 0,0-1 0,7 1 0,28 4 0,0-3 0,0-1 0,72-6 0,-29 1 0,-70 2 0,0 1 0,0-2 0,0 1 0,0-2 0,0 1 0,0-2 0,0 1 0,-1-2 0,0 0 0,0 0 0,15-10 0,-19 10 0,-1 0 0,0 0 0,0-1 0,0 0 0,-1 0 0,0 0 0,0-1 0,0 0 0,-1 0 0,0 0 0,0 0 0,-1-1 0,0 1 0,-1-1 0,1 0 0,-1 0 0,-1 0 0,1-8 0,2-9 0,-2 0 0,-1-1 0,-4-39 0,3 60 0,-1 0 0,1 0 0,-1-1 0,0 1 0,-1 0 0,1 0 0,-1 0 0,0 0 0,0 1 0,-1-1 0,0 0 0,1 1 0,-1 0 0,-1-1 0,1 1 0,-1 1 0,1-1 0,-1 0 0,0 1 0,0 0 0,-1 0 0,1 0 0,-10-4 0,-3 2 0,0 0 0,0 2 0,-1 0 0,1 1 0,-1 0 0,0 2 0,1 0 0,-1 1 0,-30 6 0,26-3 0,1 1 0,0 1 0,0 1 0,0 1 0,1 1 0,0 1 0,-27 17 0,44-25 0,0-1 0,0 1 0,0 0 0,0 0 0,1 0 0,-1 1 0,1-1 0,-1 1 0,1-1 0,0 1 0,0 0 0,0 0 0,0 0 0,0 0 0,1 0 0,0 0 0,-1 0 0,1 0 0,0 1 0,0-1 0,1 1 0,-1-1 0,1 0 0,0 1 0,0-1 0,0 1 0,0-1 0,1 6 0,1-4 0,1 0 0,-1-1 0,1 1 0,0 0 0,0-1 0,1 0 0,-1 0 0,1 0 0,0 0 0,0 0 0,0-1 0,0 0 0,1 0 0,-1 0 0,1 0 0,0-1 0,8 4 0,1-1 0,0 1 0,1-2 0,-1 0 0,1 0 0,0-2 0,29 2 0,-35-4 0,0 0 0,-1 0 0,1-1 0,0 0 0,-1-1 0,1 0 0,-1-1 0,1 1 0,-1-2 0,0 1 0,0-1 0,-1 0 0,12-8 0,12-15 0,-2-2 0,-1-1 0,-1 0 0,37-57 0,0 1 0,-63 84 0,0 1 0,0 0 0,-1 0 0,1-1 0,0 1 0,0 0 0,1 0 0,-1 0 0,0 0 0,0 0 0,0 0 0,1 1 0,-1-1 0,0 0 0,1 1 0,-1-1 0,1 1 0,-1-1 0,0 1 0,1-1 0,2 1 0,-3 0 0,0 1 0,0 0 0,0-1 0,0 1 0,1 0 0,-2-1 0,1 1 0,0 0 0,0 0 0,0 0 0,0 0 0,0 0 0,-1 0 0,1 0 0,0 0 0,-1 0 0,1 0 0,-1 0 0,1 0 0,-1 3 0,4 11 0,0 0 0,-1 0 0,0 23 0,-1-22 0,78 412 0,35-7 0,-111-408 0,4 16 0,22 85 0,-27-101 0,-1 0 0,-1 0 0,0 1 0,0-1 0,-2 0 0,-2 20 0,1-25 0,-1 0 0,1-1 0,-2 0 0,1 1 0,-1-1 0,0 0 0,-1-1 0,0 1 0,0-1 0,0 0 0,-1 0 0,1 0 0,-1-1 0,-8 5 0,-6 5 0,0-2 0,-2 0 0,-28 12 0,-5-4 0,-1-2 0,-60 13 0,69-20 0,12-4-97,1-2-1,-1-1 1,0-2-1,0-1 1,0-2-1,-1-1 1,1-2-1,0-1 1,1-2-1,-1-1 1,1-2-1,1-1 0,-36-16 1,25 7-6729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6:30.42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24575,'4'1'0,"0"-1"0,0 1 0,0-1 0,0 2 0,0-1 0,0 0 0,0 1 0,-1-1 0,1 1 0,0 0 0,-1 0 0,1 1 0,-1-1 0,0 1 0,0-1 0,0 1 0,0 0 0,0 0 0,-1 1 0,5 5 0,4 9 0,-1 0 0,-1 1 0,8 20 0,1 4 0,46 68 0,-40-72 0,32 69 0,-44-78-341,2-2 0,1 0-1,27 38 1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6:31.79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568 1 24575,'-5'1'0,"0"0"0,0 1 0,0 0 0,0 0 0,0 1 0,0-1 0,0 1 0,1 0 0,-1 0 0,1 0 0,0 1 0,0 0 0,-6 7 0,2-3 0,-69 74 0,3 4 0,-101 154 0,159-217 0,-1 4 0,-25 55 0,-9 15 0,15-56-1365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6:33.29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24575,'17'11'0,"-1"1"0,0 1 0,0 0 0,-2 1 0,1 0 0,-2 1 0,0 1 0,16 25 0,16 17 0,-33-42 0,0 0 0,-1 1 0,-1 1 0,0 0 0,12 34 0,22 97 0,-18-52 0,-17-62 0,-1 0 0,-2 0 0,2 62 0,-10 111 0,-1-78 0,5 0 0,-5 133 0,0-241 13,0-1 0,-2 1 0,0-1 0,-1 0-1,-16 34 1,-57 98-588,54-109-292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6:46.79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24575,'92'2'0,"1"4"0,-1 5 0,145 35 0,-229-45 0,-1 2 0,-1-1 0,1 1 0,0 0 0,0 1 0,-1-1 0,0 1 0,0 0 0,0 1 0,0 0 0,-1 0 0,0 0 0,0 0 0,0 1 0,0 0 0,-1 0 0,0 0 0,4 10 0,3 8 0,-2 1 0,-1 0 0,10 48 0,-12-44 0,6 33 0,-4 1 0,0 65 0,1 4 0,13 776 0,-24-615 0,7-174 0,25 147 0,-22-214 0,15 110 0,38 312 0,-39 7 0,-21-436 0,1-32 0,-2 0 0,0 0 0,0 1 0,-1-1 0,-1 0 0,0 0 0,-5 17 0,5-27 0,0 0 0,1-1 0,-1 1 0,0-1 0,0 1 0,-1-1 0,1 0 0,0 0 0,-1 0 0,1 0 0,-1 0 0,0 0 0,0-1 0,1 1 0,-1-1 0,0 0 0,0 0 0,0 0 0,-6 1 0,-7 0 0,1 0 0,-29 1 0,30-3 0,-380-2 129,123-2-1623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6:49.13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24575,'0'0'-8191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7:03.62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561 1 24575,'0'1947'0,"-1"-1965"0,-1-1 0,-1 1 0,0 0 0,-1 1 0,-1-1 0,-1 1 0,0-1 0,-1 2 0,-1-1 0,-1 1 0,0 0 0,-1 1 0,-17-19 0,20 28 0,0 1 0,0 0 0,0 1 0,-1 0 0,0 0 0,1 1 0,-1 0 0,-1 0 0,1 0 0,0 1 0,-1 1 0,1 0 0,-1 0 0,0 0 0,1 1 0,-1 0 0,-10 2 0,-6 1 0,0 0 0,1 2 0,-1 0 0,-39 16 0,55-18 0,0 1 0,0 0 0,0 0 0,0 1 0,1 1 0,0-1 0,0 1 0,0 0 0,1 1 0,0 0 0,-7 9 0,9-9 0,0 1 0,1 0 0,1-1 0,-1 2 0,1-1 0,0 0 0,1 1 0,0-1 0,0 1 0,1-1 0,0 1 0,1 14 0,-1 23 0,0-12 0,0 0 0,3 0 0,1 1 0,8 38 0,-9-66 5,1 0-1,0 0 1,0 0 0,0 0-1,1-1 1,0 0-1,1 0 1,-1 0 0,1 0-1,0-1 1,1 0 0,-1 0-1,1 0 1,0 0-1,0-1 1,1 0 0,-1-1-1,1 1 1,0-1-1,0 0 1,0-1 0,0 0-1,0 0 1,0-1-1,12 2 1,-5-1-119,0-1 0,0 0-1,1-1 1,-1-1 0,0 0 0,0-1-1,0-1 1,0 0 0,0 0 0,-1-2-1,1 0 1,22-11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7:04.88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38 24575,'938'-22'0,"-402"6"-1365,-498 16-5461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7:10.50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672 1 24575,'-2'174'0,"5"185"0,16-215 0,-11-97 0,2 61 0,-8-71 0,-1-16 0,0 0 0,-1 0 0,-5 27 0,5-48 0,0 1 0,0-1 0,0 0 0,0 1 0,0-1 0,0 1 0,0-1 0,0 0 0,-1 1 0,1-1 0,0 0 0,0 1 0,0-1 0,-1 1 0,1-1 0,0 0 0,-1 0 0,1 1 0,0-1 0,0 0 0,-1 1 0,1-1 0,-1 0 0,1 0 0,0 0 0,-1 1 0,1-1 0,0 0 0,-1 0 0,1 0 0,-1 0 0,1 0 0,-1 0 0,1 0 0,0 0 0,-1 0 0,1 0 0,-1 0 0,1 0 0,0 0 0,-1 0 0,1 0 0,-1 0 0,1-1 0,0 1 0,-1 0 0,1 0 0,-1 0 0,1-1 0,0 1 0,-1 0 0,1 0 0,0-1 0,0 1 0,-1 0 0,1-1 0,0 1 0,0 0 0,-1-1 0,1 0 0,-19-21 0,8 7 0,-1 1 0,0-1 0,-1 2 0,0 0 0,-1 0 0,-20-13 0,23 19 0,0 1 0,0 1 0,-1 0 0,1 0 0,-1 1 0,0 0 0,0 1 0,-1 0 0,1 1 0,-19 0 0,-65-1 0,-105 12 0,196-9 0,0 1 0,0-1 0,0 1 0,0 1 0,0-1 0,1 1 0,-1 0 0,0 0 0,1 0 0,0 0 0,-1 1 0,1 0 0,0 0 0,0 0 0,0 0 0,1 1 0,-1-1 0,1 1 0,0 0 0,0 0 0,0 0 0,1 1 0,-1-1 0,1 0 0,0 1 0,0 0 0,1-1 0,-3 11 0,0 9 0,1 0 0,1 0 0,1 1 0,4 42 0,-1-35 0,-2-25 0,0 1 0,1-1 0,0 1 0,1-1 0,-1 1 0,1-1 0,1 0 0,-1 0 0,5 8 0,-4-11 0,0 0 0,0 0 0,0 0 0,0-1 0,1 1 0,-1-1 0,1 0 0,0 0 0,0 0 0,0 0 0,1-1 0,-1 1 0,1-1 0,8 3 0,17 2 0,0 0 0,1-2 0,-1-2 0,1-1 0,0-1 0,-1-1 0,33-5 0,-51 3 9,-1 0-1,1 0 1,0-1-1,-1-1 1,0 0-1,0-1 0,0 0 1,15-9-1,7-8-290,36-31 0,-39 29-595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7:11.54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24575,'6'13'0,"9"9"0,7 15 0,7 13 0,11 17 0,5 9 0,7 4 0,1 2 0,4-1 0,-8-8 0,-5-4 0,-5-14 0,-8-10 0,-4-12 0,-6-6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7:12.76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537 1 24575,'-286'304'0,"266"-284"0,-7 9 0,1 0 0,-41 61 0,57-77 27,1 0-1,-2-1 1,-12 13-1,12-15-320,2 0 0,-1 1-1,2 0 1,-11 17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7:23.04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301 1 24575,'-1'5'0,"0"0"0,0 0 0,-1 0 0,0 0 0,0 0 0,0 0 0,-1 0 0,-5 7 0,1 1 0,-70 149 0,7-10 0,49-105 0,-30 91 0,31-77 0,12-33 0,0 0 0,2 1 0,2 0 0,-3 46 0,10 122 0,0-73 0,-4-37 0,3 92 0,1-162 0,0 1 0,1 0 0,1-1 0,0 0 0,2 0 0,0-1 0,13 24 0,77 104 0,-26-43 0,9 8-43,-51-72-1279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7:25.37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76 1 24575,'-2'10'0,"0"0"0,0 0 0,-1 1 0,0-2 0,-1 1 0,-5 10 0,-1 6 0,1-1 0,1 1 0,1 0 0,1 1 0,1-1 0,2 1 0,1 0 0,2 52 0,1-73 0,0 1 0,0-1 0,1 1 0,0-1 0,0 1 0,1-1 0,0 0 0,0 0 0,0-1 0,1 1 0,0-1 0,0 1 0,0-1 0,1 0 0,0-1 0,0 1 0,0-1 0,0 0 0,1 0 0,-1 0 0,1-1 0,10 4 0,-3-1 0,1-1 0,-1-1 0,1 0 0,0-1 0,-1 0 0,1-2 0,0 1 0,1-2 0,23-1 0,-32 0 0,0 0 0,1-1 0,-1 1 0,0-2 0,0 1 0,0-1 0,0 1 0,-1-2 0,1 1 0,-1-1 0,0 1 0,0-1 0,0-1 0,0 1 0,-1-1 0,0 0 0,0 0 0,0 0 0,0 0 0,-1-1 0,0 0 0,3-7 0,1-2 0,-2 0 0,0 0 0,0-1 0,-2 1 0,0-1 0,-1 0 0,1-29 0,-2 41 0,-1 1 0,0-1 0,0 0 0,-1 0 0,1 0 0,-1 1 0,1-1 0,-1 0 0,0 1 0,-1-1 0,1 0 0,-1 1 0,1 0 0,-1-1 0,0 1 0,0 0 0,-1 0 0,1 0 0,0 0 0,-1 0 0,0 1 0,0-1 0,0 1 0,0 0 0,0-1 0,0 1 0,-1 1 0,1-1 0,-1 1 0,1-1 0,-1 1 0,1 0 0,-1 0 0,0 0 0,0 1 0,1-1 0,-1 1 0,0 0 0,-7 1 0,4-1 0,0 1 0,-1 1 0,1-1 0,0 1 0,0 0 0,0 1 0,0-1 0,0 1 0,1 1 0,-1 0 0,1-1 0,0 2 0,0-1 0,0 1 0,1 0 0,-1 0 0,1 0 0,0 1 0,1 0 0,-5 7 0,4-2 11,0 0-1,1 1 1,0-1-1,1 1 1,0 0 0,1 0-1,-1 18 1,2 87-692,3-89-88,-1 4-6057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7:26.68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696 0 24575,'1'62'0,"3"-1"0,14 74 0,-11-92 0,11 49 0,-5 1 0,2 126 0,-15-205 0,-1 0 0,1 0 0,-2 0 0,0-1 0,-7 22 0,7-29 0,0 0 0,-1 0 0,0-1 0,-1 1 0,1-1 0,-1 0 0,0 0 0,0 0 0,0-1 0,-1 1 0,0-1 0,0 0 0,0-1 0,-11 7 0,-14 6 0,0-1 0,-2-2 0,1-1 0,-2-1 0,-58 11 0,36-14 0,0-2 0,-100-2 0,10-5-1365,114 0-5461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7:31.17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24575,'0'12'0,"7"18"0,1 15 0,7 13 0,12 2 0,2 11 0,2-1 0,3-6 0,-5-2 0,-1-4 0,0-7 0,-3-5 0,-7-4 0,0-4 0,-3-1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7:32.18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602 1 24575,'-1'7'0,"-1"0"0,0 0 0,0 0 0,-1-1 0,0 1 0,0 0 0,-1-1 0,0 0 0,0 0 0,0 0 0,-1 0 0,-8 8 0,-9 14 0,-67 97 0,-111 210 0,34-29 35,91-173-1435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7:33.76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69 1 24575,'1'10'0,"1"0"0,1 0 0,0 0 0,0 0 0,1 0 0,9 16 0,-7-12 0,45 99 0,59 193 0,-92-239 0,-3 1 0,-3 1 0,-3 0 0,0 102 0,-11 298 0,0-438 0,0-1 0,-2 1 0,-2-1 0,0 0 0,-21 55 0,-72 140 0,77-179 0,-106 218 0,98-213-1365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7:48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261 1 24575,'-9'11'0,"0"1"0,1 0 0,0 1 0,1 0 0,1 0 0,0 0 0,0 1 0,-3 16 0,-10 18 0,-5 8 0,3 1 0,2 0 0,-15 75 0,28-106 0,-1 0 0,-15 35 0,13-41 0,2 0 0,1 0 0,0 1 0,1 0 0,-1 21 0,4 247 0,5-136 0,-3-140-227,1 0-1,0 1 1,1-1-1,1 0 1,4 16-1,2-6-6598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2:47:50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0 24575,'-1'23'0,"2"1"0,0-1 0,1 1 0,1-1 0,2 0 0,0 0 0,1-1 0,16 36 0,-8-23 0,-2 0 0,-1 1 0,-1 0 0,-2 1 0,4 57 0,-7-22 0,-10 138 0,-1-163-195,-2 1 0,-2-2 0,-1 0 0,-3 0 0,-2-1 0,-42 84 0,46-107-6631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3:10:02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24575,'58'-2'0,"-39"0"0,0 1 0,0 1 0,0 1 0,0 0 0,0 1 0,0 2 0,31 8 0,-45-9 0,-1-1 0,0 0 0,0 1 0,0 0 0,0 0 0,-1 0 0,1 1 0,-1-1 0,0 1 0,0 0 0,0 0 0,0 0 0,-1 0 0,0 0 0,0 0 0,0 1 0,0-1 0,-1 1 0,1 0 0,-1-1 0,0 1 0,-1 0 0,1 0 0,-1 0 0,0-1 0,0 1 0,0 0 0,-3 8 0,3-7 0,-1 0 0,0 0 0,-1 0 0,1 0 0,-1 0 0,0-1 0,-1 1 0,1-1 0,-1 0 0,0 1 0,-1-1 0,1 0 0,-1-1 0,0 1 0,0-1 0,0 0 0,-1 0 0,1 0 0,-1 0 0,0-1 0,0 0 0,-8 4 0,-4 0 0,16-5 0,28-3 0,-6 0 0,-12 0 0,0 1 0,1 0 0,-1 1 0,1 0 0,-1 1 0,0 0 0,0 0 0,0 1 0,0 0 0,0 1 0,-1 0 0,11 6 0,-13-6 0,-1 0 0,0 0 0,-1 0 0,1 1 0,-1 0 0,0 0 0,0 0 0,0 0 0,-1 0 0,0 1 0,0 0 0,0-1 0,-1 1 0,1 0 0,-1 1 0,-1-1 0,1 0 0,0 13 0,1 7 0,-1 0 0,-2 0 0,-4 44 0,4-65 0,0 0 0,-1 0 0,0 0 0,0 0 0,-1 0 0,1 0 0,-1-1 0,0 1 0,0 0 0,0-1 0,-1 0 0,0 1 0,0-1 0,0 0 0,0 0 0,-1 0 0,1-1 0,-1 0 0,0 1 0,0-1 0,0 0 0,-1-1 0,1 1 0,-1-1 0,1 0 0,-7 2 0,-6-1-341,0 0 0,-1-2-1,-32 0 1,18-2-6485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3:17:06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24575,'106'-2'0,"120"5"0,-222-2 0,0 0 0,0 0 0,0 1 0,1-1 0,-1 1 0,-1 0 0,1 0 0,0 1 0,0-1 0,-1 1 0,1-1 0,-1 1 0,0 0 0,0 1 0,0-1 0,0 0 0,-1 1 0,1 0 0,-1-1 0,0 1 0,0 0 0,0 0 0,-1 0 0,1 0 0,-1 1 0,0-1 0,0 0 0,0 9 0,0-8 0,0-1 0,-1 1 0,1 0 0,-1-1 0,0 1 0,-1 0 0,1-1 0,-1 1 0,0 0 0,0-1 0,0 1 0,-1-1 0,1 1 0,-1-1 0,0 0 0,-1 0 0,1 0 0,-1 0 0,1 0 0,-1 0 0,0-1 0,-1 1 0,1-1 0,-1 0 0,1 0 0,-8 5 0,2-5 0,0 0 0,0-1 0,0 1 0,0-2 0,-1 1 0,1-1 0,-13-1 0,29 0 0,2-1 0,0 1 0,0 0 0,0 0 0,0 1 0,0 0 0,0 1 0,0 0 0,0 0 0,-1 1 0,1 0 0,13 7 0,-13-4 0,0 0 0,-1 1 0,1-1 0,-2 2 0,1-1 0,-1 1 0,0 0 0,-1 0 0,0 1 0,0 0 0,-1 0 0,0 1 0,-1-1 0,1 1 0,-2 0 0,0 0 0,0 0 0,-1 1 0,0-1 0,0 1 0,-2-1 0,1 1 0,-2 13 0,1-3 0,1-2 0,-1 1 0,-1-1 0,-1 1 0,-5 22 0,7-38 0,-2 0 0,1 1 0,0-1 0,-1 0 0,0 0 0,0 0 0,0 0 0,0-1 0,-1 1 0,1 0 0,-1-1 0,0 0 0,0 1 0,-1-1 0,1-1 0,0 1 0,-1 0 0,0-1 0,1 0 0,-1 0 0,0 0 0,0 0 0,-1 0 0,-3 0 0,-10 1-341,1 0 0,-1-2-1,-31 0 1,16-2-6485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3:50:13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3:50:13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1:08.11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24575,'0'63'0,"3"1"0,3-1 0,2 0 0,18 65 0,-14-78 0,45 142 0,-14-46 0,-43-145 0,0 0 0,0 0 0,1 0 0,-1 0 0,1-1 0,-1 1 0,0 0 0,1 0 0,0 0 0,-1-1 0,1 1 0,-1 0 0,1 0 0,0-1 0,0 1 0,-1-1 0,1 1 0,2 0 0,5-10 0,0-33 0,-7 38 0,4-41 0,23-133 0,-23 154 0,1 1 0,1-1 0,2 2 0,0-1 0,17-28 0,-21 43 0,1 1 0,0-1 0,1 2 0,-1-1 0,1 1 0,0 0 0,1 0 0,-1 1 0,1 0 0,0 0 0,1 1 0,-1 0 0,1 0 0,-1 1 0,1 0 0,0 1 0,0 0 0,1 0 0,-1 1 0,17 0 0,-13 1 0,0 0 0,0 1 0,0 0 0,0 1 0,0 0 0,0 1 0,0 1 0,-1 0 0,1 1 0,-1 0 0,-1 0 0,1 2 0,-1-1 0,14 12 0,-7-3 2,-2 2-1,1 0 1,-2 1-1,-1 0 0,0 1 1,-1 1-1,-1 0 1,-1 1-1,14 37 0,-3 9-16,25 130-1,2 8-1332,-39-173-5478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1:08.80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24575,'6'0'0,"15"0"0,10 0 0,6 0 0,3 0 0,1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1:10.07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24575,'6'0'0,"9"0"0,8 0 0,12 0 0,7 0 0,2 6 0,0 2 0,-1 0 0,-2-2 0,-1-1 0,-2-3 0,0 0 0,-1-2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1:12.78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226 0 24575,'-7'3'0,"0"-1"0,1 1 0,0 0 0,-1 0 0,1 1 0,0 0 0,1 0 0,-1 0 0,1 1 0,0 0 0,-9 10 0,-5 4 0,4-6 0,0 1 0,1 0 0,1 2 0,-18 24 0,26-32 0,0 1 0,0-1 0,1 1 0,0 1 0,1-1 0,0 0 0,0 1 0,1 0 0,0-1 0,1 1 0,-1 12 0,2-19 0,0 0 0,0 0 0,1 0 0,-1 0 0,0 0 0,1-1 0,0 1 0,0 0 0,0 0 0,0-1 0,0 1 0,1 0 0,-1-1 0,1 1 0,-1-1 0,1 0 0,0 0 0,0 1 0,5 2 0,-3-2 0,1 0 0,-1 0 0,1-1 0,0 0 0,0 0 0,0 0 0,0-1 0,0 0 0,1 0 0,5 1 0,8-1 0,-1-1 0,0 0 0,1-2 0,-1 0 0,24-6 0,2-2 0,0 2 0,0 2 0,0 2 0,1 2 0,0 2 0,-1 2 0,1 2 0,-1 1 0,0 3 0,0 2 0,58 20 0,-11 8 0,-1 4 0,120 76 0,-104-57 0,-71-41 0,-1 2 0,0 2 0,-2 1 0,47 47 0,-51-47 0,1-1 0,40 26 0,-56-40 0,-12-10 0,0 0 0,0 0 0,0 1 0,-1-1 0,1 1 0,0-1 0,0 1 0,-1-1 0,1 1 0,0-1 0,-1 1 0,1 0 0,0-1 0,-1 1 0,1 0 0,-1 0 0,1-1 0,-1 1 0,0 0 0,1 0 0,-1 0 0,0-1 0,1 1 0,-1 0 0,0 0 0,0 0 0,0 0 0,0 0 0,0 0 0,0 0 0,0 1 0,-1-1 0,0 0 0,-1 0 0,1 0 0,0 0 0,-1 0 0,1 0 0,-1 0 0,1-1 0,-1 1 0,1 0 0,-1-1 0,1 1 0,-1-1 0,0 0 0,-1 1 0,-71 5 0,72-6 0,-97-1 0,57-1 0,0 2 0,1 2 0,-1 1 0,1 2 0,-44 12 0,35-4 17,-1-2-1,0-3 1,-58 3 0,-154-8-464,161-4-538,71 1-5841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1:14.55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193 409 24575,'10'0'0,"0"1"0,0-1 0,-1-1 0,1 0 0,0 0 0,-1-1 0,1 0 0,-1-1 0,0 0 0,1 0 0,-1-1 0,-1 0 0,1-1 0,-1 0 0,1 0 0,-1-1 0,-1 0 0,1 0 0,9-11 0,-3 1 0,0-1 0,-1 0 0,-1 0 0,9-20 0,-16 28 0,0 1 0,-1-1 0,-1 0 0,1 0 0,-1-1 0,-1 1 0,0-1 0,0 1 0,-1-1 0,0 0 0,-1-9 0,0 14 0,-1 0 0,0 1 0,0-1 0,-1 1 0,1-1 0,-1 1 0,0 0 0,0-1 0,0 1 0,-1 0 0,1 0 0,-1 1 0,0-1 0,0 0 0,0 1 0,-6-5 0,3 4 0,0 0 0,-1 0 0,0 1 0,1-1 0,-1 1 0,0 1 0,0-1 0,0 1 0,-14-1 0,9 1 0,-1 1 0,1 0 0,-1 1 0,1 1 0,-1 0 0,1 0 0,0 2 0,0-1 0,0 2 0,0-1 0,0 2 0,-15 7 0,13-3 0,1 0 0,0 2 0,0 0 0,1 0 0,1 1 0,0 0 0,0 1 0,2 1 0,-1-1 0,2 2 0,0-1 0,0 1 0,2 0 0,-1 0 0,2 1 0,-6 28 0,3-3 0,2 1 0,1-1 0,3 1 0,1-1 0,7 67 0,-5-99 0,0 1 0,1 0 0,0 0 0,0-1 0,1 1 0,1-1 0,-1 1 0,2-1 0,-1-1 0,1 1 0,0-1 0,1 1 0,0-1 0,0-1 0,1 1 0,0-1 0,0 0 0,1-1 0,-1 0 0,1 0 0,1-1 0,-1 0 0,1 0 0,0-1 0,0 0 0,1 0 0,-1-1 0,1-1 0,10 3 0,69 12-341,0-4 0,1-4-1,156-4 1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1:21.96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151 1083 24575,'-9'-42'0,"2"18"0,-22-100 0,3 17 0,-17-145 0,27 133 0,-4-48 0,19 145 0,1 0 0,1 0 0,1 1 0,1-1 0,8-32 0,-9 49 0,0 0 0,1 0 0,-1 0 0,1 1 0,0-1 0,0 1 0,0 0 0,0 0 0,1 0 0,0 0 0,0 0 0,0 1 0,0 0 0,0 0 0,1 0 0,-1 0 0,1 1 0,0 0 0,0 0 0,0 0 0,0 0 0,0 1 0,0 0 0,0 0 0,1 0 0,7 1 0,14-2 0,1 2 0,-1 1 0,48 8 0,-68-8 0,-1 0 0,0 1 0,0 0 0,0 0 0,0 1 0,0-1 0,0 1 0,-1 1 0,1-1 0,-1 1 0,0 0 0,0 0 0,0 0 0,-1 1 0,1 0 0,-1-1 0,0 2 0,3 6 0,7 9 0,-2 1 0,-1 1 0,9 25 0,13 46 0,-4 2 0,-4 0 0,-4 2 0,-5 0 0,-4 2 0,-4-1 0,-8 139 0,-3-118-1365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1:23.14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24575,'0'19'0,"7"25"0,14 23 0,9 33 0,7 23 0,3 4 0,1-1 0,-7-16 0,-8-20 0,-4-26 0,-4-17 0,0-16 0,-2-8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1:24.39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410 0 24575,'-3'8'0,"1"0"0,-1 0 0,-1 0 0,1-1 0,-1 1 0,0-1 0,-9 11 0,-103 130 0,79-96 0,22-34 0,1 1 0,1 1 0,1 0 0,-17 39 0,11-14 0,-2-1 0,-2-1 0,-34 52 0,35-61-1365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1:26.56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38 24575,'0'-1'0,"1"0"0,-1-1 0,0 1 0,1 0 0,-1 0 0,1 0 0,0-1 0,-1 1 0,1 0 0,0 0 0,0 0 0,0 0 0,0 0 0,0 0 0,0 0 0,0 1 0,0-1 0,0 0 0,0 0 0,0 1 0,0-1 0,1 1 0,-1-1 0,0 1 0,0 0 0,3-1 0,39-7 0,-39 8 0,11-3 0,1 2 0,0 0 0,0 1 0,-1 0 0,1 1 0,29 6 0,-40-5 0,-1-1 0,1 1 0,0 0 0,-1 0 0,0 1 0,1-1 0,-1 1 0,0 0 0,0 0 0,0 0 0,-1 1 0,1-1 0,-1 1 0,0 0 0,0 0 0,0 0 0,-1 0 0,1 1 0,-1-1 0,0 1 0,0-1 0,-1 1 0,1 0 0,-1 0 0,1 8 0,2 7 0,-2 0 0,0 1 0,-1 0 0,-1-1 0,-1 1 0,0-1 0,-2 1 0,0-1 0,-2 0 0,-8 24 0,8-34 0,-2 0 0,1 0 0,-1-1 0,-1 0 0,1 0 0,-1 0 0,-1-1 0,0-1 0,0 1 0,0-2 0,-1 1 0,-19 8 0,22-13 0,15-8 0,18-8 0,-13 9 0,6-3 0,0 0 0,1 2 0,0 0 0,41-5 0,-57 10 0,0 1 0,0-1 0,-1 1 0,1 0 0,0 1 0,0-1 0,0 1 0,0 0 0,0 0 0,0 0 0,-1 0 0,1 1 0,0-1 0,-1 1 0,1 0 0,-1 0 0,0 0 0,0 0 0,0 1 0,0 0 0,0-1 0,0 1 0,-1 0 0,1 0 0,-1 0 0,0 1 0,0-1 0,0 1 0,0-1 0,-1 1 0,1-1 0,-1 1 0,1 6 0,4 23 0,-3 1 0,0 0 0,-2 0 0,-2 0 0,-8 53 0,8-80 6,-1 0 0,0 0-1,0 0 1,0 0 0,-1 0-1,0 0 1,-1-1 0,0 0 0,0 1-1,0-1 1,0-1 0,-1 1-1,0-1 1,-1 1 0,1-1-1,-1-1 1,0 1 0,0-1 0,0 0-1,-10 4 1,-4 2-254,0-1 1,-1-1-1,0-1 1,0 0-1,-35 5 1,23-7-6579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1:29.00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301 1 24575,'-4'5'0,"0"1"0,0 1 0,1-1 0,0 0 0,0 1 0,1 0 0,0 0 0,0-1 0,1 1 0,0 0 0,-1 8 0,-7 27 0,-10 32 0,-10 85 0,17-84 0,-24 80 0,30-139 0,-1 0 0,-1-1 0,-1 1 0,0-2 0,-21 27 0,17-24 0,1 0 0,0 1 0,-11 25 0,15-23 0,2 0 0,0 0 0,1 0 0,1 1 0,1 0 0,0 23 0,5 132 0,2-69 0,-4-58 0,0 4 0,9 88 0,-6-123 0,1 0 0,1-1 0,0 1 0,1-1 0,1 0 0,0 0 0,1 0 0,18 24 0,-10-17 0,14 20 0,56 62 0,-73-91 33,-1 1-1,13 21 1,-16-23-399,0 0 0,1-1 1,23 24-1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1:30.33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24575,'1'11'0,"1"-1"0,0 1 0,0 0 0,1-1 0,1 1 0,0-1 0,8 15 0,2 8 0,33 80 0,42 118 0,-70-178 0,-3 1 0,-2 1 0,-2 0 0,5 75 0,-18 292 0,0-403-76,-1-1 1,-1 0-1,-1 0 0,-1 0 0,0-1 0,-1 1 0,-1-1 0,0-1 1,-2 1-1,0-1 0,-1-1 0,0 0 0,-1 0 0,-1-1 1,0 0-1,-1-1 0,-20 16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1:32.83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24575,'0'6'0,"1"-1"0,0 0 0,0 0 0,1 1 0,-1-1 0,1 0 0,0 0 0,0 0 0,1-1 0,-1 1 0,1 0 0,0-1 0,1 0 0,-1 0 0,5 4 0,8 9 0,2-1 0,22 15 0,-10-7 0,-10-7 0,1-1 0,26 15 0,-38-26 0,0 0 0,0-1 0,1-1 0,0 1 0,-1-2 0,1 1 0,0-1 0,18 0 0,24 0 0,0-3 0,0-2 0,0-3 0,70-16 0,196-70 0,-154 50 0,-10 4 0,-115 29 0,0 2 0,1 1 0,0 2 0,0 1 0,0 3 0,57 6 0,-85-5 0,0 2 0,0-1 0,0 1 0,-1 1 0,0 0 0,1 1 0,-2 0 0,1 1 0,0 0 0,-1 0 0,0 1 0,11 11 0,-9-9 0,-5-5 0,-1 0 0,1-1 0,-1 1 0,1-1 0,0-1 0,0 1 0,1-1 0,-1-1 0,0 1 0,1-1 0,-1 0 0,1-1 0,-1 0 0,1 0 0,11-2 0,11-3 0,0-2 0,47-17 0,-48 14 0,48-9 0,-18 13-42,0 2-1,74 6 1,-58-1-1196,-39 0-5588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1:34.30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337 251 24575,'2'-50'0,"-1"-44"0,-2 87 0,1 1 0,-1-1 0,-1 0 0,1 0 0,-1 1 0,0-1 0,-1 1 0,1-1 0,-1 1 0,-5-8 0,6 12 0,1 0 0,-1 0 0,1 0 0,-1 0 0,1 1 0,-1-1 0,0 0 0,0 1 0,0 0 0,0-1 0,0 1 0,0 0 0,0 0 0,0 0 0,-1 0 0,1 1 0,0-1 0,0 0 0,-1 1 0,1 0 0,-4-1 0,2 2 0,1-1 0,-1 1 0,0 0 0,1 0 0,-1 1 0,1-1 0,-1 1 0,1-1 0,0 1 0,-1 0 0,1 0 0,-3 4 0,-7 5 0,1 1 0,0 1 0,1 0 0,-15 24 0,4-1 0,2 2 0,2-1 0,2 2 0,1 1 0,2 0 0,1 0 0,3 1 0,1 1 0,2-1 0,2 1 0,1 57 0,7 0 0,3 0 0,5-1 0,40 161 0,4-94 129,-6-17-1623,-41-113-5332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1:35.21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68 24575,'13'0'0,"9"0"0,15-6 0,7-3 0,2 1 0,-1 1 0,-1 3 0,4-5 0,0-1 0,-1 2 0,-4 1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1:36.85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0 228 24575,'30'-25'0,"1"2"0,0 1 0,59-30 0,-58 34 0,-6 4 0,1 2 0,1 0 0,0 2 0,0 2 0,1 0 0,0 2 0,42-4 0,211 3 0,-208 8 0,463 5 0,-522-6-65,0 0 0,1 1 0,-1 0 0,0 2 0,0 0 0,0 0 0,0 1 0,0 1 0,-1 1 0,0 0 0,0 0 0,-1 2 0,1-1 0,-1 2 0,-1 0 0,0 0 0,0 1 0,-1 1 0,0 0 0,9 13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1:38.74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269 379 24575,'1'2'0,"-1"1"0,1-1 0,0 1 0,-1 0 0,1-1 0,0 1 0,1-1 0,-1 0 0,0 1 0,1-1 0,-1 0 0,1 0 0,0 0 0,-1 0 0,1 0 0,0 0 0,0 0 0,1-1 0,-1 1 0,0-1 0,0 1 0,1-1 0,-1 0 0,3 1 0,5 2 0,0 0 0,0-1 0,0 0 0,18 3 0,-22-5 0,1-1 0,-1 1 0,1-1 0,-1 0 0,1-1 0,-1 0 0,1 0 0,-1 0 0,0 0 0,0-1 0,1 0 0,-1-1 0,-1 1 0,1-1 0,7-5 0,-6 3 0,0-1 0,0 0 0,-1 0 0,1-1 0,-1 0 0,-1 0 0,0-1 0,0 1 0,8-16 0,-3-2 0,-1 0 0,-1-1 0,-1 0 0,-1 0 0,-2 0 0,3-43 0,-7 62 0,1-1 0,-1 1 0,-1-1 0,1 1 0,-1 0 0,-4-14 0,4 18 0,0 0 0,0 1 0,0-1 0,-1 1 0,1-1 0,-1 1 0,0 0 0,0 0 0,1 0 0,-1 0 0,-1 0 0,1 0 0,0 0 0,0 0 0,-1 1 0,1-1 0,-1 1 0,1 0 0,-1 0 0,1 0 0,-5-1 0,-21-3 0,0 1 0,-1 1 0,1 1 0,-1 2 0,0 1 0,1 1 0,-1 2 0,1 0 0,-42 13 0,57-13 0,-1 1 0,0 0 0,1 0 0,0 1 0,1 1 0,-1 0 0,1 1 0,1 1 0,-1-1 0,-9 12 0,13-12 0,1 1 0,0 0 0,0 0 0,1 1 0,0-1 0,1 1 0,0 1 0,1-1 0,0 1 0,0 0 0,1 0 0,1 0 0,-2 12 0,1-5 0,1 0 0,1 0 0,1 0 0,0 0 0,2 0 0,6 33 0,-6-44 0,0 0 0,1 0 0,0 0 0,0 0 0,1 0 0,-1-1 0,2 1 0,-1-1 0,1 0 0,0 0 0,0-1 0,0 1 0,1-1 0,0 0 0,0-1 0,0 0 0,1 0 0,10 5 0,-7-4 0,0-1 0,0 0 0,1 0 0,-1-2 0,1 1 0,0-1 0,0-1 0,0 0 0,0 0 0,0-1 0,0 0 0,0-1 0,0-1 0,0 0 0,16-4 0,-7-2 0,0 0 0,0-1 0,0-1 0,-1-1 0,-1 0 0,32-26 0,-25 16 0,-12 9 0,1 0 0,-1 2 0,2 0 0,-1 0 0,2 1 0,-1 1 0,19-7 0,-31 14 0,-1 1 0,0 0 0,1-1 0,-1 1 0,0 0 0,1 0 0,-1 0 0,0 0 0,1 1 0,-1-1 0,0 1 0,0-1 0,1 1 0,-1 0 0,0 0 0,0 0 0,0 0 0,0 0 0,3 3 0,-1-1 0,0 1 0,-1-1 0,1 1 0,-1 0 0,0 1 0,0-1 0,0 1 0,3 6 0,2 7 0,-1 1 0,-1 0 0,6 29 0,8 70 0,-5 1 0,-1 141 0,-11-176 0,-5 321 0,1-400 0,0 0 0,0 0 0,0 0 0,-1 0 0,0 0 0,0 0 0,0 0 0,-1-1 0,1 1 0,-1-1 0,0 0 0,0 1 0,-1-1 0,1-1 0,-1 1 0,0 0 0,0-1 0,0 0 0,0 0 0,-1 0 0,-5 2 0,-10 5 0,-1-1 0,0-1 0,-36 8 0,44-12 0,-68 17-273,-1-4 0,-1-3 0,0-4 0,-136-1 0,188-10-6553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2:08.37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152 615 24575,'1'-72'0,"21"-141"0,-20 200 0,16-129 0,-17 129 0,-1 0 0,0 0 0,-1 0 0,-1 0 0,0 0 0,0 1 0,-1-1 0,-8-20 0,10 30 0,-1 0 0,1 0 0,-1 1 0,1-1 0,-1 1 0,0-1 0,0 1 0,0-1 0,0 1 0,0 0 0,-1 0 0,-2-2 0,4 3 0,-1 1 0,1-1 0,-1 1 0,1-1 0,0 1 0,-1 0 0,1-1 0,-1 1 0,1 0 0,-1 0 0,1 0 0,0 0 0,-1 0 0,1 0 0,-1 0 0,1 1 0,-1-1 0,-2 1 0,0 2 0,-1 0 0,1 0 0,-1 0 0,1 1 0,0-1 0,0 1 0,0 0 0,1 0 0,-1 0 0,1 1 0,-5 8 0,-2 2 0,2 1 0,0 1 0,0 0 0,2 0 0,0 0 0,1 0 0,1 1 0,0 0 0,1 0 0,2 0 0,-1 30 0,1 33 0,4 0 0,3-1 0,4 0 0,3 0 0,27 86 0,106 264 0,57 198 0,-192-581-455,-1 0 0,5 79 0,-14-86-6371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2:09.24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24575,'6'0'0,"15"0"0,16 0 0,14 0 0,12 0 0,0 0 0,-3 0 0,-6 0 0,-6 0 0,1 0 0,-1 0 0,-3 0 0,-2 0 0,-3 0 0,-2 0 0,0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2:10.54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81 0 24575,'1'84'0,"1"-28"0,-2 0 0,-3 0 0,-12 61 0,-26 140 0,36-222 0,-13 131 0,17-141 0,0 1 0,2-1 0,1 1 0,8 37 0,-6-49-105,1 1 0,1-1 0,0 0 0,1-1 0,0 1 0,1-1 0,1-1 0,0 0 0,1 0 0,0-1 0,1 0 0,16 13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2:13.60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2 686 24575,'0'-685'0,"-1"735"0,1 5 0,8 82 0,-5-118 0,1 0 0,0 0 0,1 0 0,1-1 0,1 0 0,1 0 0,0 0 0,12 17 0,-4-11 0,0-1 0,2 0 0,0-1 0,34 29 0,-45-44 0,1-1 0,0 0 0,1-1 0,-1 0 0,1 0 0,0-1 0,13 5 0,-16-8 0,-1 0 0,1 0 0,-1 0 0,1 0 0,-1-1 0,1 0 0,-1 0 0,1 0 0,-1-1 0,1 0 0,-1 0 0,0 0 0,1-1 0,6-2 0,-9 2 0,0 0 0,0 0 0,0-1 0,0 1 0,0 0 0,0-1 0,-1 0 0,1 0 0,-1 0 0,0 0 0,0 0 0,0 0 0,0 0 0,0-1 0,-1 1 0,0-1 0,1 1 0,-1-1 0,0-4 0,3-11 0,-1-1 0,0-30 0,0 10 0,22-237 0,-24 277 0,-1 1 0,0-1 0,0 0 0,0 0 0,0 0 0,0 0 0,0 0 0,0 0 0,0 0 0,0 0 0,0 0 0,0 0 0,0 0 0,0 0 0,0 0 0,0 0 0,0 0 0,1 0 0,-1 0 0,0 0 0,0 0 0,0 0 0,0 0 0,0 0 0,0 0 0,0 0 0,0 0 0,0 0 0,0 0 0,0 0 0,0 0 0,1 0 0,-1 0 0,0 0 0,0 0 0,0 0 0,0 0 0,0 0 0,0 0 0,0 0 0,0 0 0,0 0 0,0 0 0,0 0 0,0 0 0,0 0 0,1 0 0,5 15 0,7 22 0,-2-4 0,1 0 0,1-1 0,2 0 0,1-1 0,2-1 0,1 0 0,29 35 0,-43-60 9,1 0 1,-1 0-1,1 0 0,-1-1 0,1 1 1,1-2-1,-1 1 0,0 0 0,1-1 0,0 0 1,0-1-1,8 2 0,2 0-380,0-1-1,0-1 1,34 0 0,-19-2-6455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2:14.63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24575,'1'8'0,"0"-1"0,1 1 0,0 0 0,0-1 0,1 1 0,0-1 0,0 0 0,1 1 0,0-2 0,0 1 0,8 10 0,17 31 0,-13-7 0,-2 0 0,-1 1 0,-3 1 0,-1 0 0,5 69 0,-9 222 0,-6-255 0,2 56 0,-6 122 0,3-234 44,-13 46 0,4-22-1497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2:20.53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1 483 24575,'9'-1'0,"-1"0"0,1 0 0,-1-1 0,1 0 0,-1 0 0,0-1 0,10-5 0,8-2 0,110-40 0,279-89 0,-45 42 0,433-54 0,-683 140-682,181 7-1,-264 5-6143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2:21.83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24575,'13'0'0,"10"0"0,13 0 0,8 0 0,2 0 0,6 0 0,0 0 0,-2 0 0,-4 0 0,-3 0 0,-2 0 0,-3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2:29.74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24575,'6'0'0,"9"0"0,7 7 0,1 7 0,8 9 0,0 6 0,0-2 0,-6 1 0,1 2 0,1-5 0,-4 1 0,1-5 0,-4 1 0,0-4 0,-2 1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2:30.76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274 1 24575,'-6'6'0,"-3"9"0,-5 7 0,-7 7 0,-6 5 0,2 2 0,-2 8 0,-2 3 0,-2 5 0,-3 1 0,5-3 0,7-3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2:32.41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24575,'6'0'0,"8"0"0,9 0 0,6 0 0,4 0 0,4 0 0,-6 7 0,-7 7 0,-8 9 0,-6 5 0,-6 6 0,-3 2 0,-2 2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2:33.44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180 1 24575,'0'6'0,"0"9"0,0 7 0,0 7 0,0 5 0,0 2 0,-6-4 0,-9-8 0,-8-8 0,-6-7 0,-4-5 0,-3-3 0,-2-2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3:55:47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5 24575,'214'-3'0,"235"8"0,-443-5 0,0 1 0,0 0 0,-1 0 0,1 0 0,-1 0 0,1 1 0,-1 0 0,1 0 0,-1 1 0,0-1 0,0 1 0,0 0 0,-1 0 0,1 1 0,-1 0 0,1 0 0,-1 0 0,0 0 0,-1 0 0,7 10 0,-6-7 0,-1 1 0,-1-1 0,1 1 0,-1 0 0,0-1 0,-1 1 0,0 0 0,0 0 0,0 0 0,-1 0 0,-1 0 0,1 0 0,-4 13 0,2-8 0,0 0 0,-2-1 0,0 1 0,0-1 0,-1 0 0,0-1 0,-1 1 0,0-1 0,-1 0 0,-1 0 0,0-1 0,0 0 0,0 0 0,-2-1 0,1 0 0,-1-1 0,0 0 0,-21 12 0,-21-2 0,-1-3 0,-85 14 0,59-13 0,285-12 0,-152-6 0,-22 0 0,-1 2 0,0 0 0,1 2 0,36 8 0,-61-9 0,0 1 0,-1-1 0,1 2 0,-1-1 0,1 1 0,-1 0 0,0 0 0,0 0 0,0 1 0,-1 0 0,1 0 0,-1 1 0,0 0 0,0 0 0,-1 0 0,1 0 0,-1 0 0,0 1 0,-1 0 0,1 0 0,-1 0 0,0 0 0,-1 1 0,4 10 0,-1 5 0,0 1 0,-2 0 0,0 0 0,-2 0 0,0 0 0,-2 0 0,-4 31 0,5-47 0,-2 0 0,1 0 0,-1 0 0,0 0 0,0 0 0,0-1 0,-1 1 0,0-1 0,-1 0 0,1 0 0,-1 0 0,0 0 0,-1-1 0,1 0 0,-1 1 0,0-2 0,-1 1 0,1-1 0,-1 1 0,0-1 0,0-1 0,0 1 0,0-1 0,-1 0 0,1-1 0,-1 0 0,-12 3 0,-37 1-59,0-2 0,0-3 0,-60-6 0,47 1-1070,10 2-5697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3:56:51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 24575,'12'0'0,"1"-2"0,0 0 0,-1-1 0,16-5 0,-18 5 0,0 0 0,0 1 0,0 0 0,1 0 0,-1 1 0,13 0 0,-19 2 0,0 0 0,0-1 0,0 2 0,0-1 0,0 0 0,0 1 0,0-1 0,-1 1 0,1 0 0,-1 1 0,1-1 0,-1 0 0,0 1 0,0 0 0,0 0 0,0 0 0,-1 0 0,1 0 0,-1 1 0,3 4 0,0 2 0,0 1 0,-1-1 0,0 1 0,-1 0 0,0 0 0,-1 0 0,0 0 0,0 1 0,-1 19 0,-1-17 0,0-1 0,-1 1 0,-1 0 0,0 0 0,-1 0 0,0-1 0,-9 22 0,7-26 0,-1 0 0,0-1 0,0 1 0,-1-1 0,0 0 0,-14 12 0,-20 23 0,40-42 0,0 0 0,1 0 0,-1 0 0,0 0 0,0 0 0,1 0 0,-1 0 0,1 0 0,-1 0 0,1 0 0,-1 0 0,1 0 0,0 1 0,0-1 0,0 0 0,-1 0 0,1 0 0,0 1 0,0-1 0,0 0 0,1 0 0,-1 0 0,0 0 0,0 1 0,1 1 0,1-2 0,-1 1 0,0-1 0,0 0 0,1 0 0,-1 0 0,1 1 0,-1-1 0,1-1 0,0 1 0,-1 0 0,1 0 0,0-1 0,-1 1 0,1 0 0,2-1 0,10 3 0,0-1 0,0-1 0,21-1 0,-28 0 0,31 0-1365,-4-1-5461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3:57:58.01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146 1 24575,'2'645'0,"-5"705"0,-14-750 0,-2 202 0,22-424 0,-6 510 0,-3-819 0,-3 0 0,-31 121 0,4-31 0,28-111 0,3 0 0,1 80 0,16 98 0,-6-156 0,75 838 0,-76-836 0,37 420 0,-7-330-1365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3:58:04.5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24575,'0'5'0,"1"0"0,0 1 0,0-1 0,1 0 0,0 1 0,3 7 0,6 16 0,20 92 0,24 190 0,-44-219 0,16 263 0,-28-253 0,1-156 0,-2 23 0,2 0 0,1-1 0,1 1 0,2 0 0,15-57 0,-18 84 0,1 1 0,-1-1 0,1 1 0,0 0 0,0 0 0,0 0 0,1 0 0,-1 0 0,1 0 0,0 1 0,0-1 0,0 1 0,0 0 0,0 0 0,6-3 0,-2 2 0,0 0 0,1 0 0,-1 1 0,1 0 0,0 1 0,-1-1 0,11 1 0,-4 0 0,1 1 0,-1 1 0,0 1 0,1 0 0,-1 0 0,0 1 0,25 10 0,-31-10 0,0 1 0,0 0 0,0 1 0,0-1 0,-1 2 0,0-1 0,0 1 0,0 0 0,-1 0 0,0 1 0,0 0 0,0 0 0,-1 0 0,6 12 0,-5-6 0,-2-1 0,0 1 0,0 0 0,-1 0 0,-1 0 0,0 1 0,-1-1 0,0 1 0,-2 13 0,0 10-1365,0-5-5461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3:58:05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 1 24575,'-1'7'0,"0"-1"0,0 1 0,-1-1 0,0 1 0,0-1 0,0 1 0,-1-1 0,0 0 0,-7 10 0,-6 13 0,-3 12 0,-17 35 0,-35 111 0,63-148 0,1 1 0,3 0 0,1 0 0,2 0 0,6 58 0,-2 0 0,-5 4 0,4 90 0,0-169 0,1-1 0,1 1 0,0-1 0,2-1 0,1 1 0,12 26 0,-15-40 8,0 0 0,1-1 1,0 0-1,0 0 0,1 0 0,0-1 0,0 1 0,0-1 0,1-1 0,0 1 1,8 3-1,8 5-309,1-2 1,31 11-1,-37-15-260,6 1-6265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3:58:06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24575,'6'0'0,"3"13"0,5 10 0,7 7 0,6 12 0,-2 4 0,2-5 0,-4-3 0,-6-3 0,-6 0 0,2-6 0,-2-2 0,3-6 0,0 0 0,4-3 0,-2 1 0,3-3 0,-1-3-8191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3:58:08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328 171 24575,'-2'7'0,"0"0"0,0-1 0,-1 1 0,0-1 0,0 1 0,-1-1 0,0 0 0,0 0 0,0-1 0,0 1 0,-8 6 0,-8 14 0,-77 93 0,40-52 0,32-34 0,-21 39 0,28-43 0,5-15 0,8-19 0,11-30 0,7 6 0,1 0 0,1 1 0,2 1 0,26-34 0,90-97 0,-128 153 0,116-134 0,-109 125-273,1 0 0,0 2 0,1-1 0,25-15 0,-17 13-6553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3:58:10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24575,'3'1'0,"0"0"0,0 0 0,0 0 0,0 1 0,0-1 0,0 1 0,-1 0 0,1 0 0,0 0 0,-1 0 0,4 5 0,26 28 0,-18-16 0,-1 0 0,-1 1 0,-1 1 0,-1 0 0,-1 0 0,-1 1 0,0 0 0,-2 1 0,-1 0 0,4 31 0,-1 27 0,-3 126 0,-9 304 0,4-481-195,-2 1 0,0-1 0,-3 0 0,0 0 0,-2 0 0,-19 50 0,15-54-6631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3:58:11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24575,'6'0'0,"9"0"0,7 0 0,7 0 0,17 0 0,19 0 0,12 0 0,-2 0 0,-7 0 0,-8 0 0,-9 0 0,-7 0 0,-10 0-8191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3:58:12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 24575,'13'0'0,"10"0"0,7 0 0,6 0 0,2 0 0,1 0 0,0 0 0,7-6 0,7-2 0,1 0 0,-3 2 0,-3 1 0,-3 3 0,-10 0-8191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3:58:22.0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574 1 24575,'-14'2'0,"1"0"0,-1 1 0,0 0 0,1 1 0,0 1 0,0 0 0,-15 9 0,-22 8 0,21-11 0,1 2 0,0 1 0,1 1 0,1 1 0,0 2 0,-34 31 0,31-18 0,2 1 0,2 2 0,1 0 0,-28 54 0,51-87 0,-2 4 0,1-1 0,-1 1 0,1 0 0,0 0 0,0 0 0,1 0 0,0 0 0,-2 10 0,3-13 0,0 0 0,0 0 0,0-1 0,1 1 0,-1 0 0,0-1 0,1 1 0,-1 0 0,1-1 0,0 1 0,0 0 0,-1-1 0,1 1 0,0-1 0,0 0 0,0 1 0,1-1 0,-1 0 0,0 0 0,0 1 0,1-1 0,-1 0 0,0 0 0,1-1 0,-1 1 0,1 0 0,0 0 0,-1-1 0,1 1 0,2 0 0,23 5 0,1-2 0,0 0 0,0-2 0,0-1 0,0-1 0,42-6 0,17 1 0,-56 4 0,-13 0 0,0 0 0,0 1 0,1 1 0,-1 1 0,31 7 0,-44-7 0,-1 0 0,1 0 0,0 0 0,-1 0 0,1 1 0,-1 0 0,0 0 0,0 0 0,0 0 0,0 1 0,-1 0 0,1 0 0,-1 0 0,0 0 0,0 0 0,0 0 0,-1 1 0,1-1 0,-1 1 0,0 0 0,-1 0 0,1 0 0,-1 0 0,0 0 0,0 6 0,4 16 0,-2 0 0,-1 1 0,-1 0 0,-2-1 0,0 1 0,-2-1 0,-7 31 0,8-53 0,0 0 0,0 0 0,-1 0 0,1-1 0,-1 1 0,0-1 0,0 0 0,0 0 0,-1 0 0,0 0 0,1 0 0,-1-1 0,-1 0 0,1 0 0,0 0 0,-1 0 0,1-1 0,-1 1 0,0-1 0,0 0 0,0-1 0,0 1 0,0-1 0,-8 1 0,-13 1 0,0-1 0,0-1 0,-46-5 0,38 2 0,12 2-273,1-2 0,-1 0 0,1-1 0,-30-9 0,27 4-6553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3:58:24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1 298 24575,'20'0'0,"-1"-1"0,1-1 0,-1-1 0,1-1 0,-1-1 0,0 0 0,29-13 0,0-6 0,68-44 0,-113 65 0,5-2 0,0-1 0,-1-1 0,1 0 0,-1 0 0,-1 0 0,0-1 0,0 0 0,7-11 0,-11 16 0,-1 0 0,1 0 0,-1 0 0,0 0 0,0 0 0,0 0 0,0 0 0,-1 0 0,1-1 0,-1 1 0,0 0 0,0-6 0,-1 7 0,1 0 0,-1 1 0,0-1 0,1 0 0,-1 0 0,0 1 0,0-1 0,0 0 0,0 1 0,-1-1 0,1 1 0,0-1 0,-1 1 0,1 0 0,0-1 0,-1 1 0,0 0 0,1 0 0,-1 0 0,0 0 0,0 0 0,-3 0 0,-1-2 0,0 1 0,-1 0 0,0 1 0,1-1 0,-1 1 0,0 1 0,1-1 0,-1 1 0,0 0 0,0 1 0,0 0 0,1 0 0,-1 0 0,0 1 0,1 0 0,0 0 0,-1 1 0,1-1 0,0 1 0,0 1 0,0-1 0,1 1 0,-7 5 0,2 0 0,1-1 0,1 1 0,0 1 0,0-1 0,1 1 0,0 1 0,0-1 0,1 1 0,1 0 0,0 1 0,1-1 0,-4 14 0,-2 11 0,1 1 0,2 0 0,1 1 0,3-1 0,0 40 0,3-72 0,1-1 0,-1 1 0,1 0 0,0-1 0,0 1 0,1-1 0,-1 0 0,1 1 0,0-1 0,0 0 0,0 0 0,1 0 0,0 0 0,0 0 0,0-1 0,0 1 0,7 5 0,-4-4 0,1-1 0,0 0 0,0-1 0,0 1 0,0-1 0,0-1 0,0 0 0,1 0 0,-1 0 0,10 1 0,5-2 0,-1 0 0,1-1 0,0-1 0,0-1 0,0-1 0,40-11 0,-37 5 34,0-1 1,38-21-1,0 0-1502,-39 21-5358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3:58:26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0 263 24575,'2'26'0,"1"-1"0,1 0 0,2 0 0,0 0 0,12 28 0,-14-42 0,9 16 0,-13-27 0,0 0 0,1 0 0,-1 0 0,0 0 0,0 0 0,1 0 0,-1 0 0,0 1 0,0-1 0,1 0 0,-1 0 0,0 0 0,0 0 0,1 0 0,-1-1 0,0 1 0,1 0 0,-1 0 0,0 0 0,0 0 0,1 0 0,-1 0 0,0 0 0,0 0 0,0-1 0,1 1 0,-1 0 0,0 0 0,0 0 0,0 0 0,1-1 0,-1 1 0,0 0 0,0 0 0,0 0 0,0-1 0,0 1 0,1 0 0,-1 0 0,0-1 0,0 1 0,0 0 0,0 0 0,0-1 0,0 1 0,0-1 0,8-51 0,-8-92 0,1-21 0,0 160 0,0 0 0,0 0 0,1 0 0,-1 0 0,1 1 0,0-1 0,1 0 0,-1 1 0,1 0 0,0-1 0,0 1 0,0 0 0,0 0 0,1 1 0,0-1 0,-1 1 0,1 0 0,1 0 0,-1 0 0,0 0 0,1 1 0,-1-1 0,1 1 0,0 1 0,0-1 0,0 0 0,8 0 0,7-2 0,0 0 0,0 2 0,0 0 0,0 1 0,36 4 0,-46-2 0,-1 1 0,1 0 0,-1 1 0,0 0 0,0 0 0,0 1 0,0 0 0,0 0 0,-1 1 0,0 1 0,0-1 0,0 1 0,-1 0 0,0 1 0,0 0 0,0 0 0,-1 1 0,10 15 0,-8-9 0,0 0 0,0 1 0,-2-1 0,0 2 0,0-1 0,-2 1 0,0 0 0,-1 0 0,0 0 0,0 24 0,-6 255-1365,3-264-5461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3:58:35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1 686 24575,'4'-3'0,"0"0"0,0 0 0,0 0 0,0-1 0,-1 0 0,0 0 0,0 0 0,0 0 0,0 0 0,0-1 0,2-6 0,105-178 0,-95 156 0,-1 0 0,-2-1 0,-1 0 0,-2-1 0,-1 0 0,5-47 0,-3 20 0,2-35 0,-15 136 0,2 0 0,1 0 0,2 0 0,2 0 0,10 46 0,-11-76 0,0 0 0,0 0 0,1-1 0,0 1 0,1-1 0,0 0 0,0-1 0,0 1 0,1-1 0,0 0 0,1 0 0,0 0 0,0-1 0,0 0 0,1-1 0,0 0 0,0 0 0,0 0 0,0-1 0,1-1 0,-1 1 0,1-1 0,0-1 0,0 1 0,1-2 0,-1 1 0,0-1 0,1-1 0,-1 1 0,0-2 0,1 1 0,-1-1 0,0-1 0,0 0 0,15-5 0,-14 4 0,0-1 0,0 0 0,-1 0 0,1-1 0,-1-1 0,0 1 0,-1-2 0,0 1 0,0-1 0,0 0 0,0-1 0,-1 1 0,-1-2 0,1 1 0,-1-1 0,-1 0 0,0 0 0,0 0 0,-1-1 0,4-10 0,0-5 0,-2 0 0,0-1 0,-2 1 0,-1-1 0,-1 0 0,-2-49 0,-3 214 0,3 112 0,0-248 0,1 1 0,-1-1 0,1 1 0,0-1 0,0 0 0,0 1 0,0-1 0,1 0 0,-1 0 0,1 0 0,0 0 0,0 0 0,0 0 0,0 0 0,0-1 0,1 1 0,-1-1 0,1 0 0,0 1 0,-1-1 0,1 0 0,0-1 0,0 1 0,1 0 0,-1-1 0,0 0 0,0 0 0,1 0 0,5 1 0,8 1 0,1-2 0,0 0 0,-1 0 0,31-4 0,-18 1 0,-24 2 9,0 0-1,0-1 1,0 0-1,0 0 1,0 0 0,0 0-1,-1-1 1,1 0-1,-1 0 1,1-1-1,-1 1 1,0-1-1,8-5 1,-10 4-96,0 0-1,1 0 1,-2 0 0,1 0-1,0 0 1,-1-1 0,0 1-1,0-1 1,0 1-1,0-1 1,-1 0 0,0 0-1,0 0 1,0 1 0,-1-1-1,1-8 1,0-17-6739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3:58:36.6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3:58:55.5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153 103 24575,'0'-3'0,"-1"0"0,1 1 0,-1-1 0,1 0 0,-1 0 0,0 0 0,0 1 0,0-1 0,0 0 0,0 1 0,-1-1 0,1 1 0,-1-1 0,0 1 0,0 0 0,1-1 0,-1 1 0,-1 0 0,1 1 0,0-1 0,0 0 0,-1 1 0,1-1 0,-1 1 0,0-1 0,1 1 0,-5-1 0,1 0 0,0 0 0,-1 1 0,1-1 0,-1 1 0,1 1 0,-1-1 0,0 1 0,1 0 0,-1 1 0,1 0 0,-8 1 0,13-2 0,1 0 0,-1 0 0,0 0 0,0 0 0,0 0 0,1 0 0,-1 0 0,0 1 0,0-1 0,1 0 0,-1 0 0,0 1 0,0-1 0,1 1 0,-1-1 0,0 0 0,1 1 0,-1-1 0,1 1 0,-1 0 0,0-1 0,1 1 0,-1-1 0,1 1 0,0 0 0,-1 1 0,17 7 0,36 1 0,7-11 0,-57 0 0,0 1 0,0 0 0,0 0 0,0-1 0,0 1 0,0-1 0,0 0 0,0 0 0,0 0 0,0 0 0,0 0 0,-1 0 0,1 0 0,0 0 0,-1-1 0,1 1 0,-1-1 0,1 1 0,-1-1 0,0 1 0,0-1 0,0 0 0,1 0 0,-2 0 0,2-2 0,-2 3 0,0-1 0,0 1 0,0 0 0,0 0 0,0 0 0,0-1 0,-1 1 0,1 0 0,-1 0 0,1 0 0,0 0 0,-1 0 0,0 0 0,1 0 0,-1 0 0,0 0 0,0 0 0,1 0 0,-1 0 0,0 1 0,0-1 0,0 0 0,0 0 0,0 1 0,0-1 0,0 1 0,0-1 0,0 1 0,0-1 0,-1 1 0,1 0 0,0 0 0,0-1 0,0 1 0,-2 0 0,-44-3 0,41 4 0,1 1 0,0-1 0,-1 1 0,1 0 0,0 1 0,0-1 0,0 1 0,1 0 0,-1 0 0,0 1 0,1-1 0,-7 9 0,9-11 0,0 1 0,1-1 0,0 1 0,-1 0 0,1 0 0,0 0 0,0-1 0,0 1 0,0 0 0,0 0 0,0 0 0,0 1 0,1-1 0,-1 0 0,1 0 0,0 0 0,0 0 0,-1 1 0,1-1 0,1 0 0,-1 0 0,0 0 0,0 1 0,1-1 0,-1 0 0,1 0 0,0 0 0,0 0 0,0 0 0,0 0 0,0 0 0,0 0 0,0 0 0,3 2 0,-3-3-28,-1-1-1,1 1 1,0 0-1,0-1 1,0 1 0,0-1-1,0 1 1,0-1-1,0 1 1,0-1-1,0 0 1,0 1-1,0-1 1,0 0 0,0 0-1,0 0 1,0 0-1,0 0 1,0 0-1,0 0 1,0 0 0,1-1-1,-1 1 1,0 0-1,0 0 1,0-1-1,0 1 1,0-1-1,-1 1 1,1-1 0,0 1-1,0-1 1,0 0-1,0 1 1,-1-1-1,1 0 1,0 0-1,0 0 1,-1 0 0,1 1-1,-1-1 1,1 0-1,-1 0 1,1 0-1,-1 0 1,0 0-1,1-2 1,8-17-6798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3:59:11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24575,'5'90'0,"3"-1"0,26 109 0,-9-58 0,-21-119 0,11 70 0,7 163 0,-23-171 0,1-75 0,-1-11 0,1-42 0,0 34 0,-1-26 0,2-1 0,1 1 0,2-1 0,12-51 0,-14 80 0,0 1 0,1-1 0,0 1 0,1-1 0,0 1 0,0 0 0,1 1 0,0-1 0,0 1 0,1 0 0,0 0 0,0 0 0,0 1 0,1 0 0,0 0 0,0 1 0,1 0 0,0 0 0,-1 1 0,2 0 0,-1 0 0,0 1 0,1 0 0,10-2 0,-4 1 0,1 1 0,-1 1 0,0 1 0,1 0 0,-1 1 0,1 0 0,-1 2 0,31 5 0,-39-5 0,1 0 0,-1 1 0,-1 0 0,1 0 0,0 1 0,-1 0 0,0 0 0,0 0 0,0 1 0,0-1 0,-1 1 0,1 1 0,-1-1 0,-1 1 0,1 0 0,-1 0 0,0 1 0,0-1 0,-1 1 0,4 11 0,65 218 0,-67-212-341,-1 1 0,-1-1-1,0 37 1,-3-31-6485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3:59:12.3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24575,'0'7'0,"0"7"0,0 15 0,0 8 0,0 5 0,0 1 0,0-1 0,0-1 0,0-1 0,0-7-8191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3:59:13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408 0 24575,'-3'1'0,"0"0"0,0 1 0,0-1 0,1 1 0,-1-1 0,1 1 0,-1 0 0,1 0 0,0 0 0,-1 0 0,1 0 0,0 0 0,0 1 0,-2 3 0,-3 2 0,-47 60 0,2 2 0,3 2 0,3 3 0,-58 130 0,93-177 0,1 0 0,1 1 0,2 0 0,1 0 0,-4 53 0,6 153 0,4-232 0,0 6 0,1 0 0,0 0 0,0 0 0,1 0 0,0 0 0,0-1 0,1 1 0,0-1 0,1 1 0,-1-1 0,2 0 0,-1-1 0,1 1 0,0-1 0,1 0 0,0 0 0,7 6 0,-4-5 0,1 0 0,1-1 0,-1-1 0,1 1 0,0-2 0,1 0 0,-1 0 0,1-1 0,0 0 0,0-1 0,23 2 0,32 8-1365,-42-5-5461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3:59:18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24575,'1'11'0,"2"0"0,-1 0 0,1 0 0,1 0 0,0 0 0,1-1 0,0 0 0,0 0 0,1 0 0,14 17 0,7 15 0,102 174 0,55 98 0,-169-282-1365,-1-2-5461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3:59:19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814 1 24575,'0'6'0,"-13"21"0,-22 31 0,-18 37 0,-19 33 0,-16 21 0,-5 9 0,6-3 0,6-16 0,11-18 0,10-24 0,10-22 0,12-18 0,8-12 0,8-7 0,8-5 0,6-7-8191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3:59:20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24575,'3'1'0,"0"1"0,0-1 0,0 0 0,0 1 0,-1-1 0,1 1 0,-1 0 0,1 0 0,-1 0 0,0 0 0,1 1 0,-1-1 0,0 0 0,-1 1 0,3 2 0,5 7 0,19 20 0,-1 2 0,-2 0 0,38 72 0,41 124 0,-96-207 0,0 1 0,-2-1 0,-1 1 0,-1 1 0,0-1 0,-2 1 0,-1-1 0,-4 45 0,-1-36 0,-2-1 0,-1 0 0,-1 0 0,-2 0 0,-1-2 0,-16 34 0,21-51-65,0-1 0,0-1 0,-1 1 0,-1-1 0,1 0 0,-2 0 0,0-1 0,0 0 0,-1-1 0,0 0 0,0-1 0,-1 0 0,0 0 0,-1-1 0,0-1 0,0 0 0,0 0 0,0-1 0,-1-1 0,-15 4 0,-5-4-6761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3:59:21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68 24575,'6'0'0,"3"-6"0,5-2 0,7 0 0,6 1 0,5 3 0,9 1 0,5-5 0,-1-1 0,0 1 0,-9 2-8191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3:59:22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51 24575,'6'0'0,"8"0"0,9 0 0,6 0 0,4-6 0,4-2 0,0-1 0,2 3 0,-1-5 0,-6 0-8191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3:59:55.8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742 0 24575,'-40'0'0,"-142"6"0,157-3 0,1 1 0,0 1 0,0 1 0,0 1 0,-32 15 0,14-1 0,2 3 0,0 0 0,-71 60 0,101-75 0,1 0 0,0 1 0,1 0 0,0 1 0,0-1 0,1 2 0,0-1 0,1 1 0,1 0 0,0 0 0,0 0 0,1 1 0,1-1 0,-3 16 0,1 17 0,1 1 0,4 77 0,0-100 0,0-13 0,1 1 0,-1-1 0,2 0 0,0 1 0,0-1 0,1 0 0,0 0 0,0 0 0,6 10 0,-5-14 0,-1-1 0,1 1 0,0-1 0,1 0 0,-1 0 0,1-1 0,0 1 0,0-1 0,0 0 0,1 0 0,-1-1 0,1 0 0,0 0 0,0 0 0,9 3 0,52 14 0,1-2 0,95 13 0,-97-25-168,97-4 0,-117-3-861,-4 1-5797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23:59:58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5 24575,'-2'106'0,"5"121"0,-2-216 0,1 0 0,1 0 0,0 0 0,0 0 0,1-1 0,1 1 0,0-1 0,0 0 0,1 0 0,0-1 0,0 0 0,1 0 0,1 0 0,-1-1 0,1 0 0,1-1 0,-1 0 0,13 8 0,-6-5 0,0-1 0,0 0 0,1-2 0,0 1 0,1-2 0,0 0 0,0-1 0,0-1 0,0-1 0,34 3 0,-35-5 0,-1-1 0,1 0 0,-1-2 0,1 0 0,16-4 0,-28 5 0,0 0 0,0 0 0,0-1 0,-1 1 0,1-1 0,0 0 0,-1-1 0,1 1 0,-1 0 0,0-1 0,0 0 0,0 0 0,0 0 0,0 0 0,0 0 0,-1-1 0,0 1 0,1-1 0,-1 1 0,-1-1 0,1 0 0,-1 0 0,1 0 0,0-4 0,2-10 0,-1 0 0,-1 0 0,0-1 0,-2 1 0,0 0 0,-1 0 0,-5-31 0,4 38 0,-1 1 0,0-1 0,-1 1 0,0 0 0,-1 0 0,0 0 0,0 0 0,-1 1 0,0 0 0,-1 0 0,0 0 0,0 1 0,-1 0 0,-9-7 0,-5-3 0,-21-16 0,-68-42 0,95 67 0,0 0 0,-1 2 0,0 0 0,0 0 0,-1 2 0,1 0 0,-1 1 0,-26-2 0,35 5-91,-1-1 0,0 2 0,1-1 0,-1 2 0,0-1 0,1 1 0,-1 0 0,0 1 0,1 0 0,-1 1 0,1 0 0,0 1 0,0-1 0,-13 9 0,5 3-6735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0:00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389 1 24575,'-17'1'0,"1"1"0,0 1 0,1 0 0,-1 1 0,0 1 0,1 0 0,0 2 0,0-1 0,1 2 0,0 0 0,0 0 0,-18 16 0,11-7 0,1 0 0,1 1 0,1 1 0,0 1 0,2 0 0,0 1 0,-13 24 0,27-42 0,0 1 0,-1 0 0,2 0 0,-1 0 0,0 1 0,1-1 0,0 0 0,0 1 0,0-1 0,1 0 0,-1 1 0,1-1 0,1 9 0,0-11 0,-1 0 0,1 1 0,0-1 0,0 0 0,1 0 0,-1 1 0,0-1 0,1 0 0,-1-1 0,1 1 0,0 0 0,-1 0 0,1-1 0,0 1 0,0-1 0,0 1 0,0-1 0,1 0 0,-1 0 0,0 0 0,0 0 0,1 0 0,-1 0 0,1-1 0,-1 1 0,4-1 0,26 4 0,0-1 0,-1-2 0,1-1 0,34-5 0,-25 2 0,63 3 0,-100 0 0,-1 1 0,1-1 0,-1 1 0,0 0 0,1 0 0,-1 0 0,0 0 0,1 1 0,-1-1 0,0 1 0,0 0 0,0 0 0,-1 0 0,1 0 0,0 1 0,-1-1 0,1 0 0,-1 1 0,0 0 0,0 0 0,0 0 0,0 0 0,-1 0 0,1 0 0,-1 0 0,1 0 0,-1 1 0,0-1 0,1 6 0,0 10 0,0-1 0,-1 0 0,0 0 0,-4 29 0,1-19 0,2-19 0,-1 1 0,0-1 0,0 0 0,-1 0 0,0 0 0,-1 0 0,0 0 0,0-1 0,-1 1 0,0-1 0,-10 15 0,9-17 0,0 0 0,-1-1 0,1 0 0,-1 0 0,0 0 0,0-1 0,0 0 0,-1 0 0,1 0 0,-1-1 0,0 0 0,0 0 0,-1-1 0,1 0 0,-8 1 0,-8 1-455,-1-2 0,-42 0 0,33-3-6371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0:02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0 422 24575,'3'-67'0,"13"-75"0,-7 80 0,1-89 0,-10 182 0,0-6 0,1 1 0,5 34 0,-4-50 0,1-1 0,-1 1 0,2-1 0,-1 0 0,1 0 0,1 0 0,0 0 0,0 0 0,11 12 0,-9-13 0,1-1 0,0 0 0,0-1 0,1 0 0,0 0 0,0-1 0,0 0 0,1 0 0,-1-1 0,1 0 0,0-1 0,0 0 0,1-1 0,-1 0 0,1-1 0,17 1 0,-19-1 0,1-1 0,0 0 0,-1-1 0,1 0 0,0-1 0,-1 1 0,0-2 0,1 1 0,-1-1 0,0-1 0,0 0 0,-1 0 0,1-1 0,-1 0 0,0 0 0,0-1 0,0 0 0,10-11 0,-13 9 0,-1 0 0,1-1 0,-1 0 0,-1 0 0,0 0 0,0 0 0,-1-1 0,0 1 0,0-1 0,-1 1 0,-1-1 0,1 1 0,-3-18 0,0 62 0,0-21 0,1-1 0,0 1 0,2 0 0,-1 0 0,4 16 0,-3-26 0,0 0 0,0-1 0,0 1 0,0-1 0,1 1 0,-1-1 0,1 0 0,0 1 0,0-1 0,0 0 0,1 0 0,-1 0 0,1-1 0,0 1 0,-1-1 0,1 1 0,0-1 0,0 0 0,1 0 0,-1 0 0,0-1 0,1 1 0,-1-1 0,1 1 0,6 0 0,29 8 0,54 12 0,-86-21 0,1 0 0,0 0 0,-1-1 0,1 0 0,0 0 0,0-1 0,-1 0 0,1 0 0,7-3 0,-12 3 6,-1 0 1,1 0-1,-1-1 0,1 1 0,-1-1 1,0 1-1,0-1 0,0 0 0,0 0 0,0 0 1,0 0-1,0-1 0,-1 1 0,1 0 1,-1-1-1,1 1 0,-1-1 0,1-3 1,1-3-304,-1 1 0,0-1 0,-1 1 1,1-14-1,0-9-6529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0:04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0:17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1 156 24575,'-1'24'0,"2"-1"0,1 1 0,0-1 0,2 0 0,7 27 0,-10-46 0,0 1 0,1 0 0,0-1 0,0 0 0,0 1 0,0-1 0,1 0 0,-1 0 0,1 0 0,0 0 0,0-1 0,0 1 0,1-1 0,0 0 0,-1 0 0,1 0 0,0 0 0,0-1 0,0 1 0,1-1 0,-1 0 0,1 0 0,-1-1 0,1 0 0,-1 1 0,1-1 0,0-1 0,0 1 0,-1-1 0,1 0 0,0 0 0,7-1 0,-3-1 0,1 0 0,0-1 0,-1 0 0,0-1 0,0 0 0,0 0 0,0-1 0,-1 0 0,0-1 0,0 0 0,0 0 0,-1-1 0,0 1 0,7-10 0,6-7 0,-1-2 0,0 0 0,16-31 0,-30 46 0,1 0 0,-1 0 0,-1-1 0,0 0 0,0 0 0,-1 0 0,0 0 0,1-21 0,-4 29 0,0 0 0,0 0 0,0-1 0,0 1 0,-1 0 0,1 0 0,-1 0 0,0 0 0,0 0 0,0 0 0,-1 0 0,1 0 0,-1 1 0,1-1 0,-1 0 0,0 1 0,0-1 0,0 1 0,0 0 0,-1-1 0,1 1 0,-1 0 0,1 1 0,-1-1 0,0 0 0,1 1 0,-1-1 0,0 1 0,0 0 0,0 0 0,0 0 0,0 0 0,0 1 0,-1-1 0,-3 1 0,-10-2 0,0 0 0,0 2 0,0 0 0,-1 1 0,1 0 0,0 2 0,-32 8 0,37-7 0,1-1 0,0 2 0,0 0 0,0 0 0,1 1 0,-1 0 0,2 0 0,-1 1 0,1 1 0,0 0 0,0 0 0,-11 14 0,18-19 0,0-1 0,0 1 0,0 0 0,0 0 0,1 0 0,-1 0 0,1 1 0,-1-1 0,1 0 0,0 1 0,1-1 0,-1 1 0,0-1 0,1 1 0,0-1 0,0 1 0,0-1 0,0 1 0,1-1 0,1 7 0,-1-7 0,0 0 0,1-1 0,0 1 0,0 0 0,0-1 0,0 1 0,0-1 0,0 1 0,1-1 0,-1 0 0,1 0 0,-1 0 0,1 0 0,0-1 0,0 1 0,0-1 0,0 1 0,0-1 0,0 0 0,0 0 0,1-1 0,3 1 0,1 1 0,0-1 0,0 0 0,0 0 0,0-1 0,0 0 0,0 0 0,0-1 0,0 0 0,-1-1 0,1 0 0,0 0 0,-1 0 0,1-1 0,-1 0 0,0-1 0,14-7 0,21-1 0,-3 2 0,-38 9 0,0 1 0,1-1 0,-1 0 0,1 0 0,-1 0 0,0 0 0,0 0 0,0 0 0,1 0 0,-1 0 0,0 0 0,0-1 0,0 1 0,-1 0 0,1-1 0,0 1 0,-1-1 0,1 1 0,0-1 0,0-2 0,-1 5 0,-1-1 0,1 0 0,0 0 0,0 0 0,0 0 0,0 1 0,0-1 0,-1 0 0,1 0 0,0 0 0,0 0 0,0 0 0,0 0 0,-1 1 0,1-1 0,0 0 0,0 0 0,0 0 0,-1 0 0,1 0 0,0 0 0,0 0 0,0 0 0,-1 0 0,1 0 0,0 0 0,0 0 0,0 0 0,-1 0 0,1 0 0,0 0 0,0 0 0,0 0 0,-1-1 0,1 1 0,0 0 0,0 0 0,0 0 0,0 0 0,-1 0 0,1 0 0,0 0 0,0-1 0,0 1 0,0 0 0,0 0 0,0 0 0,-1 0 0,1-1 0,0 1 0,0 0 0,0 0 0,0 0 0,0-1 0,0 1 0,0 0 0,0 0 0,0-1 0,-15 16 0,11-6 0,0 0 0,0 1 0,1-1 0,0 0 0,1 1 0,0 0 0,-1 12 0,3-14 0,-1 0 0,0-1 0,-1 1 0,0 0 0,0-1 0,0 0 0,-1 1 0,0-1 0,-1 0 0,1 0 0,-7 8 0,9-15 0,1 1 0,-1 0 0,1-1 0,-1 1 0,0 0 0,1-1 0,-1 1 0,0-1 0,1 1 0,-1-1 0,0 0 0,0 1 0,0-1 0,1 0 0,-1 1 0,0-1 0,0 0 0,0 0 0,0 0 0,0 0 0,1 1 0,-1-1 0,0-1 0,0 1 0,0 0 0,0 0 0,0 0 0,-1-1 0,0 0 0,0 0 0,1 0 0,-1-1 0,0 1 0,1 0 0,-1-1 0,1 1 0,0-1 0,-1 0 0,1 1 0,0-1 0,-1-2 0,0-1 0,-1 0 0,1 0 0,0 0 0,1 0 0,-1 0 0,1 0 0,0-1 0,0 1 0,0-9 0,4 3 0,0 0 0,0 0 0,8-18 0,-6 19 0,-1-1 0,0 0 0,4-20 0,-8 31-9,13-57 139,-12 54-229,1 0 0,-1 0 0,1 0 0,0 0 0,0 0 0,0 1 0,0-1 0,0 0-1,1 1 1,-1 0 0,1-1 0,0 1 0,-1 0 0,7-3 0,13-4-6727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0:21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80 24575,'8'-6'0,"1"0"0,-1 1 0,1 1 0,0-1 0,1 1 0,-1 1 0,1 0 0,18-4 0,-8 2 0,17-4 0,-1 1 0,1 2 0,0 2 0,44 0 0,-60 4 0,-1 0 0,1 2 0,-1 1 0,1 0 0,-1 2 0,0 0 0,-1 1 0,1 1 0,19 11 0,-34-16 0,-1 1 0,1 0 0,-1 1 0,0-1 0,0 1 0,0 0 0,-1 0 0,1 0 0,-1 0 0,0 1 0,0-1 0,0 1 0,-1 0 0,0 0 0,0 0 0,0 0 0,0 0 0,-1 0 0,1 9 0,1 8 0,-2-1 0,0 1 0,-5 34 0,2-20 0,1-24 0,-1 1 0,-1-1 0,0 0 0,-1 0 0,0 0 0,0 0 0,-1 0 0,-1-1 0,0 0 0,-15 19 0,7-11 0,0-2 0,-1 0 0,-1-1 0,-1 0 0,-23 16 0,31-26 0,-1-1 0,1-1 0,-1 0 0,-13 4 0,14-6 0,42-12 0,-1 2 0,0 1 0,1 2 0,0 1 0,-1 1 0,49 3 0,-77 0 0,0 0 0,0 1 0,-1 0 0,1 0 0,-1 0 0,1 0 0,-1 0 0,1 1 0,-1 0 0,0 0 0,1 0 0,-1 0 0,0 0 0,0 0 0,-1 1 0,1-1 0,0 1 0,-1 0 0,0 0 0,0 0 0,1 0 0,-2 0 0,1 1 0,0-1 0,-1 1 0,1-1 0,-1 1 0,0-1 0,0 1 0,0 7 0,2 10 0,-2 1 0,0 0 0,-1 0 0,-5 28 0,2-9 0,3-23 0,0-8 0,0 1 0,-1-1 0,0 1 0,-1-1 0,0 0 0,-5 14 0,6-21 0,-1 0 0,0 0 0,0 0 0,0 0 0,0 0 0,0-1 0,-1 1 0,1-1 0,-1 1 0,0-1 0,1 0 0,-1 0 0,0 0 0,0 0 0,-1-1 0,1 1 0,0-1 0,0 0 0,-1 0 0,1 0 0,-1 0 0,1-1 0,-5 1 0,-47 4 17,0-3-1,-84-7 1,25 0-1432,80 5-5411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0:22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24575,'23'48'0,"-10"-20"0,1 0 0,2-1 0,19 26 0,200 273 0,-194-266-90,-8-11-335,-3 1 0,28 58 0,-46-76-6401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0:23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327 1 24575,'-1'17'0,"-1"0"0,-1 0 0,-1 0 0,-1-1 0,0 1 0,-1-1 0,-10 20 0,-6 19 0,-44 103 0,-13 40 0,39-106 0,3-7 0,4 22-1365,26-76-5461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0:26.7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 24575,'0'-2'0,"0"1"0,1 0 0,-1 0 0,1-1 0,-1 1 0,1 0 0,0 0 0,-1 0 0,1 0 0,0 0 0,0 0 0,0 0 0,0 0 0,0 0 0,0 0 0,0 0 0,0 0 0,0 1 0,0-1 0,0 0 0,0 1 0,1-1 0,-1 1 0,0-1 0,0 1 0,3-1 0,39-6 0,-39 6 0,11-1 0,5-1 0,-1 1 0,1 1 0,0 1 0,27 3 0,-43-3 0,0 1 0,0 0 0,0-1 0,0 1 0,0 1 0,-1-1 0,1 1 0,0-1 0,-1 1 0,1 0 0,-1 0 0,0 1 0,0-1 0,0 0 0,0 1 0,0 0 0,0 0 0,-1 0 0,1 0 0,-1 0 0,0 1 0,0-1 0,0 1 0,-1-1 0,1 1 0,-1 0 0,0-1 0,1 6 0,2 11 0,-1 1 0,-2-1 0,0 1 0,-1-1 0,-1 1 0,-3 20 0,2-29 0,0-1 0,-1 1 0,-1-1 0,1 0 0,-2 0 0,1 0 0,-2-1 0,1 1 0,-2-1 0,1 0 0,-15 16 0,-11 7 0,6-5 0,-56 46 0,95-72 0,0-1 0,-1 0 0,1-1 0,19-2 0,197-4 0,-223 5-57,-1 0 0,0 0 1,0 0-1,0-1 0,1 0 0,-1 0 0,-1 0 0,1-1 0,0 1 0,-1-1 0,1 0 1,-1 0-1,0-1 0,0 0 0,0 1 0,0-1 0,-1 0 0,0-1 0,0 1 1,0-1-1,0 1 0,-1-1 0,4-8 0,2-11-6769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0:43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24575,'3'50'0,"2"-1"0,20 84 0,-8-52 0,114 656 0,-122-684 0,4 15 0,6 103 0,-20-197 0,1-223 0,1 241 0,0 0 0,1-1 0,0 1 0,0 0 0,1 0 0,0 0 0,0 1 0,1-1 0,-1 1 0,2 0 0,-1 0 0,1 0 0,0 0 0,1 1 0,0 0 0,0 0 0,0 0 0,0 1 0,1 0 0,0 0 0,0 1 0,0 0 0,1 0 0,0 0 0,-1 1 0,12-3 0,1 1 0,0 0 0,1 1 0,-1 1 0,1 1 0,0 1 0,0 0 0,0 2 0,0 0 0,31 7 0,-42-5 0,0 0 0,-1 0 0,1 1 0,-1 0 0,1 0 0,-1 1 0,-1 0 0,1 1 0,-1 0 0,0 1 0,0-1 0,-1 1 0,0 1 0,0-1 0,0 1 0,-1 1 0,-1-1 0,1 1 0,-1 0 0,5 14 0,5 15 0,-2 0 0,-2 1 0,11 73 0,-19-96 0,3 29-682,3 76-1,-9-89-6143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0:44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24575,'0'6'0,"0"9"0,0 13 0,0 10 0,0 9 0,0 11 0,0 0 0,7-9 0,1-6 0,0-5 0,-1-2 0,-3-7-8191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0:48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0 24575,'-29'34'0,"1"2"0,2 0 0,2 2 0,1 0 0,2 2 0,1 0 0,3 2 0,1-1 0,2 2 0,2 0 0,-10 69 0,15-63 0,3 0 0,2 1 0,5 73 0,0-94 0,2-1 0,0 1 0,2-1 0,1 0 0,1-1 0,2 0 0,17 33 0,15 16-1365,-26-44-5461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0:49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24575,'0'7'0,"0"13"0,7 23 0,14 23 0,10 13 0,-1 5 0,2-5 0,-5-10 0,-8-11 0,1-8 0,-5-7 0,2-4 0,-1-3 0,2-1 0,-2-6-8191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0:58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1 856 24575,'1'-10'0,"0"0"0,0 0 0,1 0 0,1 0 0,-1 0 0,2 1 0,-1-1 0,1 1 0,1 0 0,0 0 0,0 0 0,12-14 0,8-8 0,59-54 0,-33 37 0,11-16 0,-2-3 0,86-125 0,9-17-1365,-141 187-5461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1:00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24575,'78'84'0,"-4"3"0,-4 3 0,-4 3 0,77 146 0,-133-220 0,-2 1 0,0 0 0,-2 0 0,0 1 0,-1 0 0,-1 0 0,1 26 0,-5 150 0,-3-104 0,2-77 0,0-1 0,-1 1 0,0-1 0,-1 0 0,-1 0 0,-1 0 0,0 0 0,-1-1 0,0 0 0,-1 0 0,-1 0 0,-15 21 0,5-13 0,-1-1 0,-1-1 0,-1 0 0,-1-2 0,-1 0 0,-24 14 0,32-22-118,-63 46-1129,58-37-5579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1:01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24575,'6'0'0,"9"0"0,8 0 0,6 0 0,4 0 0,4 0 0,1 0 0,0 0 0,0 0 0,0 0 0,0 0 0,-1 0 0,-6 0-8191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1:02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24575,'6'0'0,"9"0"0,14 0 0,14 0 0,7 0 0,7 0 0,0 0 0,-3 0 0,-5 0 0,-4 0 0,-10 0-8191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1:07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481 1 24575,'-39'0'0,"0"1"0,0 2 0,-74 15 0,100-15 0,1 1 0,0 0 0,0 1 0,0 0 0,0 1 0,1 0 0,0 1 0,0 0 0,1 1 0,0 0 0,0 1 0,1 0 0,0 0 0,1 1 0,-15 21 0,14-13 0,0 0 0,1 1 0,0 0 0,2 0 0,0 0 0,1 1 0,-3 38 0,1 145 0,8-172 0,-1-11 0,1 0 0,6 36 0,-5-49 0,0 0 0,0 0 0,0 0 0,1 0 0,0 0 0,1 0 0,-1-1 0,1 0 0,1 1 0,8 9 0,6 4 0,2 0 0,32 24 0,-44-38 0,-1-1 0,2 0 0,-1 0 0,0-1 0,1 0 0,0-1 0,-1 0 0,1 0 0,1-1 0,11 1 0,128-1-313,-119-3-739,1 1-5774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1:09.4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 0 24575,'-3'159'0,"7"164"0,-3-315 0,0-1 0,1 1 0,0-1 0,0 0 0,1 1 0,-1-1 0,2 0 0,-1-1 0,1 1 0,0-1 0,0 1 0,1-1 0,0 0 0,0-1 0,1 1 0,-1-1 0,1 0 0,0-1 0,10 7 0,-11-8 0,0 0 0,0-1 0,0 1 0,1-1 0,-1 0 0,1 0 0,0-1 0,0 0 0,-1 0 0,1 0 0,0-1 0,0 1 0,0-1 0,0-1 0,0 1 0,-1-1 0,1 0 0,0-1 0,0 1 0,-1-1 0,1 0 0,-1 0 0,1-1 0,-1 0 0,9-6 0,-4 0 0,-1-1 0,0-1 0,0 0 0,-1 0 0,-1 0 0,0-1 0,0 0 0,6-18 0,17-27 0,-21 40 0,0 0 0,-1-1 0,0 1 0,-2-2 0,0 1 0,5-28 0,-9 34 0,-1 0 0,1 1 0,-2-1 0,0 0 0,0 0 0,-1 1 0,0-1 0,-1 1 0,-1-1 0,0 1 0,-8-21 0,8 26 0,-1 1 0,0 0 0,0-1 0,-1 1 0,1 1 0,-1-1 0,0 1 0,-1 0 0,1 0 0,-1 0 0,1 1 0,-1 0 0,0 0 0,-1 0 0,1 1 0,0 0 0,-1 0 0,-8-1 0,-16-3 0,0 2 0,-47-1 0,65 4 0,-230 1-1365,209 1-5461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1:11.5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696 3 24575,'-35'-1'0,"10"0"0,0 1 0,0 1 0,-46 8 0,65-8 0,1 1 0,-1-1 0,1 1 0,0 0 0,-1 0 0,1 0 0,0 1 0,1 0 0,-1 0 0,0 0 0,1 1 0,0 0 0,-1-1 0,1 1 0,1 1 0,-1-1 0,1 0 0,0 1 0,0 0 0,0 0 0,0 0 0,-2 9 0,1-3 0,1 1 0,0 0 0,1 0 0,0 0 0,1 0 0,0 0 0,1 0 0,1 13 0,0-21 0,-1 0 0,1 0 0,0 0 0,0-1 0,0 1 0,0 0 0,1 0 0,0-1 0,-1 1 0,1-1 0,1 0 0,-1 1 0,0-1 0,1 0 0,-1 0 0,1-1 0,0 1 0,0 0 0,0-1 0,1 0 0,-1 0 0,0 0 0,1 0 0,-1 0 0,1-1 0,0 1 0,0-1 0,4 1 0,15 1 0,0-1 0,0-1 0,1-1 0,41-6 0,-48 3 0,1 1 0,-1 1 0,1 0 0,-1 1 0,1 1 0,0 1 0,-1 0 0,0 2 0,26 7 0,-39-9 0,0 1 0,0 0 0,-1 0 0,1 0 0,-1 0 0,1 0 0,-1 1 0,0-1 0,0 1 0,-1 0 0,1 0 0,-1 0 0,0 0 0,0 0 0,0 0 0,0 1 0,-1-1 0,0 1 0,0-1 0,0 1 0,0 7 0,1 7 0,-1-1 0,-1 1 0,-4 37 0,3-49 0,-1-1 0,0 1 0,0 0 0,-1-1 0,1 1 0,-1-1 0,-1 0 0,1 0 0,-1 0 0,0-1 0,0 1 0,-1-1 0,0 0 0,0 0 0,0-1 0,0 1 0,-1-1 0,1 0 0,-11 4 0,-11 6 0,0-1 0,-2-2 0,-34 10 0,29-10 0,-3 0 10,0-2-1,-1-1 0,0-2 1,-41 1-1,-157-6-265,116-3-900,86 2-5670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1:13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24575,'3'1'0,"-1"0"0,1 1 0,-1 0 0,0-1 0,0 1 0,1 0 0,-1 0 0,-1 0 0,1 0 0,0 1 0,0-1 0,-1 1 0,2 2 0,3 3 0,75 105 0,69 125 0,-127-201 0,28 35 0,-32-47 0,-1 0 0,-1 2 0,19 40 0,-24-44 32,1-1 0,0 0-1,23 27 1,-20-28-529,0 1-1,21 41 1,-28-41-6329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1:14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402 0 24575,'-1'3'0,"1"0"0,-1 0 0,0 0 0,0 0 0,0 0 0,0-1 0,-1 1 0,1 0 0,-1-1 0,1 1 0,-1-1 0,-3 4 0,-4 7 0,-27 44 0,-49 76 0,-84 178 0,139-250 26,-16 41-1417,38-79-5435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1:16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2 24575,'29'0'0,"-16"-1"0,0 1 0,-1 0 0,1 1 0,0 0 0,18 5 0,-28-5 0,0 0 0,1 1 0,-1-1 0,0 1 0,1 0 0,-1 0 0,0 0 0,0 0 0,-1 0 0,1 1 0,0-1 0,-1 1 0,0 0 0,1 0 0,-1 0 0,0 0 0,-1 0 0,1 0 0,0 1 0,-1-1 0,0 0 0,0 1 0,2 6 0,0 4 0,-1 1 0,-1-1 0,0 1 0,0-1 0,-2 1 0,0-1 0,0 1 0,-1-1 0,-1 1 0,-9 26 0,10-34 0,-1 0 0,0-1 0,0 0 0,0 1 0,-1-1 0,0 0 0,0-1 0,0 1 0,-1-1 0,0 0 0,0 0 0,0 0 0,-1-1 0,1 0 0,-1 0 0,0 0 0,-1-1 0,1 1 0,0-2 0,-1 1 0,0-1 0,1 0 0,-1 0 0,-10 1 0,-39-1 0,104-5 0,-28 1 0,-1 1 0,1 1 0,-1 0 0,30 5 0,-44-4 0,0 0 0,0 1 0,0-1 0,0 1 0,-1 0 0,1 0 0,0 0 0,-1 1 0,1 0 0,-1-1 0,0 2 0,0-1 0,0 0 0,0 1 0,-1 0 0,1 0 0,-1 0 0,0 0 0,0 0 0,-1 1 0,1-1 0,-1 1 0,2 5 0,1 11 0,-1 1 0,-1 0 0,-1 0 0,0 0 0,-2 0 0,-1 0 0,-4 34 0,4-51 4,0 0 0,0 0 0,0 0 0,-1 0 0,0 0 0,1 0 0,-2 0 0,1-1 0,-1 1 0,1-1 0,-1 0 0,0 0 0,-1 0 0,1 0 0,-1 0 0,0 0 0,1-1 0,-2 0 0,1 0 0,0 0 0,-1 0 0,1-1 0,-1 0 0,0 0 0,1 0 0,-1 0 0,-6 0 0,-12 3-248,0-2 0,1 0 0,-1-1 0,-39-3 0,52 0-13,-22 0-6569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1:18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1:21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103 185 24575,'0'-20'0,"-1"6"0,1-1 0,0 0 0,1 0 0,1 1 0,7-27 0,-8 38 0,0 0 0,0 0 0,1 0 0,-1 1 0,1-1 0,-1 0 0,1 1 0,0-1 0,0 1 0,0 0 0,1 0 0,-1 0 0,0 0 0,1 0 0,0 0 0,-1 0 0,1 1 0,0 0 0,0-1 0,0 1 0,0 0 0,0 0 0,0 1 0,0-1 0,0 0 0,0 1 0,0 0 0,0 0 0,0 0 0,0 0 0,0 0 0,0 1 0,5 1 0,-3-2 0,-1 1 0,0 0 0,0 1 0,0-1 0,0 1 0,0-1 0,0 1 0,-1 0 0,1 1 0,-1-1 0,1 1 0,-1-1 0,0 1 0,0 0 0,0 0 0,0 0 0,0 1 0,-1-1 0,1 1 0,-1 0 0,0-1 0,0 1 0,-1 0 0,1 0 0,-1 0 0,0 0 0,0 0 0,0 1 0,0-1 0,-1 7 0,1-6 0,-1 0 0,-1 0 0,1 0 0,0 0 0,-1 0 0,0 0 0,0-1 0,-1 1 0,0 0 0,1-1 0,-1 1 0,-1-1 0,1 0 0,-1 0 0,1 0 0,-1 0 0,0 0 0,-1 0 0,1-1 0,-1 1 0,1-1 0,-1 0 0,0 0 0,0-1 0,0 1 0,-9 3 0,0-2 0,-1 0 0,0 0 0,0-2 0,-1 0 0,-20 1 0,29-3 0,0 0 0,0 0 0,0 0 0,0-1 0,0 1 0,1-1 0,-1-1 0,0 1 0,0-1 0,1 0 0,-1 0 0,1-1 0,0 0 0,0 0 0,-7-5 0,10 7 3,1 0-1,0 0 1,0 0 0,0-1-1,0 1 1,0 0-1,0-1 1,0 1 0,0 0-1,1-1 1,-1 1-1,0-1 1,1 1 0,-1-1-1,1 0 1,0 1 0,0-1-1,-1 1 1,1-1-1,0 0 1,0 1 0,0-1-1,1 1 1,-1-1-1,0 0 1,1 1 0,-1-1-1,1 1 1,-1-1-1,1 1 1,0-1 0,-1 1-1,1 0 1,0-1-1,0 1 1,0 0 0,0-1-1,0 1 1,1 0-1,-1 0 1,0 0 0,0 0-1,1 0 1,-1 0-1,3 0 1,4-4-189,-1 1 1,1 0-1,0 1 0,0 0 1,0 0-1,0 0 1,9 0-1,14-1-6640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1:23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0 153 24575,'1'-2'0,"-1"1"0,1-1 0,-1 1 0,1-1 0,0 1 0,-1 0 0,1-1 0,0 1 0,0 0 0,0-1 0,0 1 0,0 0 0,0 0 0,0 0 0,1 0 0,-1 0 0,0 0 0,1 0 0,-1 0 0,0 1 0,3-2 0,37-15 0,-27 12 0,43-20 0,-32 12 0,1 1 0,1 1 0,0 2 0,0 1 0,1 0 0,0 3 0,54-5 0,-56 9 0,-13 0 0,0 1 0,0 0 0,0 1 0,1 0 0,21 6 0,-31-6 0,-1 1 0,0-1 0,1 1 0,-1-1 0,0 1 0,0 0 0,0 1 0,0-1 0,0 0 0,-1 1 0,1 0 0,-1-1 0,0 1 0,1 0 0,-1 0 0,0 0 0,-1 1 0,1-1 0,-1 0 0,1 1 0,-1-1 0,0 1 0,0-1 0,-1 1 0,1 5 0,3 12 0,-2 0 0,-1 0 0,0 0 0,-2 0 0,-4 33 0,3-44 0,0-1 0,-1 1 0,0-1 0,-1 1 0,1-1 0,-2 0 0,1-1 0,-1 1 0,-1-1 0,0 0 0,0 0 0,0-1 0,-15 14 0,14-15 0,-37 29 0,42-34 0,1 0 0,0 0 0,0-1 0,0 1 0,-1 0 0,1 0 0,0-1 0,-1 1 0,1-1 0,-1 1 0,1-1 0,-1 0 0,1 1 0,-1-1 0,1 0 0,-1 0 0,1 0 0,-1 0 0,1 0 0,-1-1 0,1 1 0,-1 0 0,1-1 0,0 1 0,-1-1 0,1 1 0,0-1 0,-1 0 0,-1 0 0,2-1 0,1 0 0,-1 1 0,0-1 0,1 0 0,-1 0 0,1 1 0,-1-1 0,1 0 0,0 0 0,0 0 0,0 1 0,0-1 0,0 0 0,0 0 0,0 0 0,1 0 0,-1 1 0,0-1 0,1 0 0,0 0 0,-1 1 0,1-1 0,0 0 0,0 1 0,0-1 0,0 1 0,0-1 0,1 1 0,1-2 0,39-42 0,-28 32 0,0 2 0,1 0 0,1 0 0,0 1 0,0 1 0,1 1 0,28-10 0,-36 15 0,-1 1 0,0 1 0,1 0 0,-1 0 0,0 0 0,1 1 0,-1 0 0,1 1 0,-1 0 0,1 0 0,-1 1 0,0 0 0,0 1 0,0-1 0,0 1 0,0 1 0,0 0 0,-1 0 0,7 5 0,-5-2 0,0 1 0,-1 0 0,0 0 0,0 0 0,-1 1 0,0 0 0,-1 1 0,0 0 0,0 0 0,-1 0 0,-1 0 0,1 1 0,4 21 0,0 4 0,-2 1 0,4 73 0,-9-83 0,0 1 0,0-1 0,-4 29 0,2-49 0,-1-1 0,0 0 0,0 0 0,0 0 0,-1 0 0,0-1 0,0 1 0,0 0 0,-1-1 0,0 1 0,0-1 0,0 0 0,-1 0 0,1 0 0,-6 4 0,-16 11 0,-1 0 0,-1-2 0,0-1 0,-39 17 0,-125 40 0,160-65 0,0-1 0,-1-2 0,1-1 0,-1-2 0,0-1 0,0-1 0,-51-6 0,24-10-1365,36 6-5461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1:25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24575,'0'12'0,"0"17"0,7 16 0,13 12 0,5 17 0,9 0 0,0-5 0,-6-8 0,-1-15 0,-6-8 0,0-5 0,-4-2 0,-4 0 0,1 2 0,-1 0 0,3 2 0,-1 1 0,-3-6-8191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1:26.0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461 1 24575,'-198'356'0,"114"-191"0,-30 69 0,80-182 3,19-31-1371,0 1-5458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1:28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 24575,'10'0'0,"1"-1"0,-1 1 0,1 1 0,0 0 0,-1 0 0,22 6 0,-29-6 0,0 1 0,0-1 0,0 1 0,0 0 0,0 0 0,0 0 0,0 0 0,-1 1 0,1-1 0,-1 1 0,1 0 0,-1-1 0,0 1 0,0 0 0,-1 0 0,1 0 0,-1 1 0,1-1 0,-1 0 0,0 1 0,0-1 0,1 5 0,1 7 0,0 0 0,0 0 0,-2 0 0,1 0 0,-2 1 0,0-1 0,-1 0 0,-1 0 0,0 1 0,-1-1 0,0-1 0,-2 1 0,1 0 0,-2-1 0,0 0 0,-1 0 0,0-1 0,-1 0 0,0 0 0,-21 23 0,-50 45 0,78-81 0,1 0 0,-1 1 0,0 0 0,0-1 0,0 1 0,1-1 0,-1 1 0,0 0 0,0 0 0,1-1 0,-1 1 0,1 0 0,-1 0 0,1 0 0,-1 0 0,1 0 0,0-1 0,-1 1 0,1 0 0,0 0 0,0 0 0,-1 0 0,1 0 0,0 0 0,0 0 0,0 0 0,0 0 0,1 2 0,0-2 0,0 0 0,0 0 0,0 0 0,1 0 0,-1 0 0,0 0 0,1 0 0,-1-1 0,1 1 0,-1 0 0,1-1 0,-1 1 0,1-1 0,-1 0 0,1 0 0,1 1 0,17 0 0,0 0 0,24-2 0,-33 1 0,702-5-240,-539 5-885,-136 0-5701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2:51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24575,'95'-1'0,"104"3"0,-195-1 0,0 0 0,0 0 0,0 0 0,0 0 0,0 1 0,0-1 0,0 1 0,-1 0 0,1 0 0,-1 1 0,0-1 0,1 1 0,-1-1 0,0 1 0,0 0 0,-1 0 0,1 0 0,-1 1 0,1-1 0,-1 1 0,0-1 0,0 1 0,-1 0 0,1 0 0,-1 0 0,0-1 0,0 1 0,1 6 0,0-1 0,-1 1 0,0-1 0,0 1 0,-1-1 0,0 1 0,-1-1 0,0 0 0,0 1 0,-1-1 0,0 0 0,-6 14 0,5-18 0,0-1 0,0 1 0,0-1 0,0 0 0,-1 0 0,0 0 0,0-1 0,0 1 0,0-1 0,-1 0 0,1 0 0,-1 0 0,0-1 0,-7 3 0,-24 16 0,35-16 0,10-2 0,13-1 0,45-5 0,-50 1 0,-1 1 0,1 0 0,0 2 0,0 0 0,-1 0 0,30 8 0,-43-8 0,0 1 0,0-1 0,0 1 0,-1-1 0,1 1 0,0 0 0,-1 0 0,1 0 0,-1 1 0,0-1 0,0 1 0,0-1 0,0 1 0,0-1 0,0 1 0,1 4 0,0 0 0,-1 0 0,0 0 0,0 0 0,0 0 0,-1 1 0,0-1 0,0 8 0,-1-2 0,0 1 0,-1-1 0,0 0 0,-1 0 0,-1-1 0,0 1 0,-9 24 0,8-31 0,0 0 0,-1 0 0,1 0 0,-1-1 0,0 1 0,0-1 0,-1-1 0,0 1 0,0-1 0,0 0 0,0 0 0,-1-1 0,1 1 0,-1-1 0,0-1 0,0 0 0,0 0 0,0 0 0,-9 1 0,-16 2 0,0-1 0,-61-2 0,19-3-1365,42 0-5461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4:03.90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 1 24575,'-2'239'0,"5"267"0,35-137 0,-6-86 0,-27 129 0,-8-222 0,3 497-1365,0-651-5461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4:05.33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24575,'0'0'-8191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4:18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 24575,'8'-1'0,"0"0"0,0-1 0,0 0 0,0 0 0,12-6 0,25-6 0,-41 14 0,12-3 0,0 1 0,0 0 0,0 1 0,-1 1 0,19 1 0,-30 0 0,-1-1 0,1 1 0,-1 0 0,1 0 0,-1 0 0,0 1 0,1-1 0,-1 1 0,0-1 0,0 1 0,0 0 0,0 1 0,0-1 0,-1 0 0,1 1 0,-1-1 0,1 1 0,-1 0 0,0 0 0,0 0 0,0 0 0,0 0 0,-1 0 0,0 1 0,1-1 0,-1 0 0,0 1 0,1 5 0,0 11 0,0-1 0,-1 1 0,-1-1 0,-1 1 0,0 0 0,-2-1 0,0 0 0,-2 1 0,0-2 0,0 1 0,-2 0 0,-1-1 0,0 0 0,-18 27 0,25-44 0,0 0 0,0 0 0,1 1 0,-1-1 0,0 0 0,0 0 0,1 0 0,-1 1 0,1-1 0,-1 0 0,1 1 0,0-1 0,-1 0 0,1 1 0,0-1 0,0 1 0,0-1 0,0 0 0,0 1 0,0-1 0,0 1 0,1-1 0,-1 0 0,0 1 0,1-1 0,-1 0 0,1 1 0,-1-1 0,1 0 0,0 0 0,0 1 0,-1-1 0,1 0 0,0 0 0,0 0 0,0 0 0,0 0 0,0 0 0,1-1 0,-1 1 0,0 0 0,0 0 0,0-1 0,2 1 0,8 3 0,-1-2 0,0 0 0,1 0 0,0-1 0,12 0 0,20 4 0,12 13 0,-39-11 0,1-1 0,1 0 0,-1-1 0,1-1 0,20 1 0,-34-4 0,-1-1 0,0 0 0,1 0 0,-1-1 0,0 1 0,0-1 0,1 1 0,-1-1 0,0 0 0,0 0 0,0-1 0,0 1 0,0-1 0,0 1 0,0-1 0,0 0 0,-1 0 0,1 0 0,-1 0 0,1-1 0,-1 1 0,0-1 0,0 1 0,0-1 0,0 0 0,-1 0 0,1 0 0,-1 0 0,1 0 0,-1 0 0,0 0 0,0 0 0,0-5 0,4-23-1365,-3 1-5461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4:50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24575,'1'34'0,"3"0"0,14 63 0,-3-24 0,51 495 0,-27-180 0,-37-370 0,3 29 0,2 0 0,2 0 0,1-1 0,28 73 0,-33-115 0,-4-14 0,-3-15 0,-12-45 0,3-1 0,4 0 0,2-1 0,9-125 0,-4 190 0,1-1 0,0 1 0,0-1 0,1 1 0,0 0 0,0-1 0,0 1 0,1 0 0,0 1 0,1-1 0,0 0 0,0 1 0,0 0 0,0 0 0,9-8 0,-7 9 0,1 0 0,0 0 0,0 1 0,0 0 0,1 1 0,-1-1 0,1 2 0,0-1 0,0 1 0,0 0 0,0 0 0,0 1 0,14 0 0,16-2 0,1 1 0,-1 3 0,61 7 0,-89-6 0,1 0 0,-1 0 0,0 1 0,1 0 0,-2 1 0,1 0 0,0 1 0,-1 0 0,0 0 0,0 1 0,0 1 0,-1-1 0,0 1 0,0 0 0,-1 1 0,0 0 0,11 16 0,-7-4 7,0 0 1,-2 1-1,-1 1 0,0-1 0,-2 1 0,0 1 0,-2-1 1,3 31-1,-3 24-220,-5 87 1,-2-72-793,3-61-5821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4:51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24575,'0'6'0,"0"9"0,0 14 0,0 8 0,0 5 0,0 7 0,0 1 0,0 0 0,0-4 0,0-3 0,0-2 0,0-9-8191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4:59.5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0 24575,'-2'26'0,"-2"-1"0,0 0 0,-2-1 0,-1 1 0,-16 37 0,7-16 0,-7 38 0,4 0 0,3 1 0,-5 104 0,13-94 0,4 0 0,11 112 0,-3-185 0,1-1 0,2 0 0,0 0 0,1-1 0,1 0 0,1 0 0,0-1 0,15 20 0,-17-28-273,0 0 0,0-1 0,1 0 0,10 10 0,-1-6-6553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5:00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24575,'0'6'0,"0"9"0,12 14 0,4 14 0,13 13 0,6 16 0,5 7 0,1 4 0,0 0 0,-7-8 0,-3-11 0,0-9 0,-6-9 0,-7-11-8191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5:01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486 1 24575,'-1'5'0,"0"0"0,0 1 0,-1-1 0,0 0 0,0 0 0,0 0 0,0 0 0,-1-1 0,-6 9 0,-4 10 0,-282 463 0,204-346 0,49-79-1365,22-39-5461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5:02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24575,'3'0'0,"-1"1"0,1-1 0,-1 1 0,1 0 0,-1 0 0,1 0 0,-1 0 0,0 0 0,0 1 0,1-1 0,-1 1 0,0-1 0,0 1 0,0 0 0,0 0 0,-1 0 0,1 0 0,-1 0 0,3 3 0,26 51 0,-22-41 0,23 51 0,-2 1 0,-4 2 0,-2 0 0,-4 1 0,-3 1 0,-3 1 0,-3 0 0,1 135 0,-10-139-118,-7 178 370,3-216-466,-1 0 0,-2 0 0,-1-1-1,-1 0 1,-1 0 0,-14 27 0,6-22-6612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5:03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24575,'6'0'0,"15"0"0,10 0 0,5 0 0,4 0 0,1 0 0,0 0 0,-1 0 0,-8 0-8191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5:05.5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36 24575,'6'-6'0,"9"-2"0,7 0 0,7 1 0,5 3 0,-4 1-8191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5:08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24575,'99'-2'0,"119"5"0,-202-1 0,1 1 0,-1 1 0,0 0 0,0 2 0,-1-1 0,1 2 0,-1 0 0,0 1 0,-1 1 0,0 0 0,-1 1 0,1 0 0,-2 1 0,0 0 0,0 1 0,-1 1 0,0-1 0,13 23 0,-22-32 0,0 1 0,-1-1 0,1 0 0,-1 0 0,1 1 0,-1-1 0,0 0 0,-1 1 0,1-1 0,-1 1 0,1-1 0,-1 1 0,0 0 0,0-1 0,-1 1 0,1-1 0,-1 1 0,0-1 0,0 1 0,0-1 0,0 0 0,0 1 0,-1-1 0,1 0 0,-1 0 0,0 0 0,0 0 0,0 0 0,-1 0 0,1-1 0,-1 1 0,1-1 0,-1 0 0,0 1 0,0-1 0,0 0 0,-6 2 0,-3 3 0,-1-2 0,0 0 0,0 0 0,0-1 0,-1 0 0,1-2 0,-1 1 0,-17 0 0,49-5 0,4-1 0,-1 1 0,1 1 0,0 1 0,0 1 0,39 7 0,-57-6 0,0 0 0,-1 1 0,1-1 0,-1 1 0,1-1 0,-1 1 0,0 0 0,0 0 0,0 1 0,0-1 0,-1 1 0,1-1 0,-1 1 0,0 0 0,0 0 0,0 0 0,-1 0 0,1 0 0,-1 1 0,0-1 0,0 0 0,0 0 0,-1 1 0,0 5 0,2 11 0,-2 0 0,0 0 0,-6 33 0,5-47 5,0-1 1,-1 1-1,0 0 0,0-1 0,0 0 0,-1 1 1,0-1-1,0 0 0,-1 0 0,0-1 1,0 1-1,0-1 0,-1 0 0,1 0 0,-1 0 1,0 0-1,-1-1 0,1 0 0,-1 0 0,0-1 1,0 0-1,-9 4 0,-1-1-191,0 0 1,-1-1-1,1-1 0,-1-1 1,0 0-1,-1-2 1,-27 0-1,13-1-6640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5:10.2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24575,'6'0'0,"15"7"0,16 13 0,27 24 0,15 9 0,0 16 0,0 1 0,-8-4 0,-10-8 0,-14-7 0,-10-6 0,-5 2 0,-7-1 0,-9-2 0,-6-2 0,1-9 0,-2-2 0,-1-8-8191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5:11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575 0 24575,'-30'34'0,"-45"64"0,52-66 0,-61 88 0,5 4 0,6 3 0,-77 184 0,102-213-1365,35-74-5461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5:16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1 117 24575,'0'-2'0,"1"0"0,0 0 0,0 0 0,0 1 0,0-1 0,0 0 0,0 0 0,0 1 0,1-1 0,-1 1 0,1-1 0,-1 1 0,1-1 0,-1 1 0,1 0 0,0 0 0,0 0 0,1-1 0,43-22 0,-35 19 0,11-6 0,0 1 0,2 1 0,43-11 0,-56 17 0,0 1 0,1 1 0,-1 0 0,0 0 0,1 1 0,-1 1 0,0-1 0,1 2 0,-1 0 0,19 6 0,-25-6 0,0 1 0,0 0 0,0 0 0,0 0 0,-1 1 0,1 0 0,-1 0 0,0 0 0,0 0 0,-1 1 0,1-1 0,-1 1 0,0 0 0,0 0 0,-1 0 0,1 0 0,-1 1 0,0-1 0,-1 1 0,1-1 0,0 11 0,3 11 0,-2 1 0,-1-1 0,-2 31 0,0-55 0,-1 9 0,0 0 0,-1-1 0,-1 1 0,1 0 0,-2-1 0,0 1 0,0-1 0,-1 0 0,0 0 0,-1-1 0,0 0 0,0 0 0,-2 0 0,-10 12 0,-12 9 0,-2-1 0,-58 42 0,51-42 0,-94 76 0,120-98 0,30-22 0,0 3 0,0 2 0,1 0 0,1 1 0,-1 0 0,1 2 0,0 0 0,1 2 0,0 0 0,29-2 0,24 2 0,95 7 0,-50 0 0,-82-3-1365,-4 0-5461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5:19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5:20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5:24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90 24575,'0'-4'0,"4"-50"0,-4 53 0,1-1 0,-1 1 0,0-1 0,1 1 0,-1-1 0,1 1 0,0-1 0,-1 1 0,1-1 0,0 1 0,0 0 0,0 0 0,0-1 0,0 1 0,0 0 0,0 0 0,1 0 0,-1 0 0,0 0 0,0 0 0,1 0 0,-1 1 0,1-1 0,-1 0 0,1 1 0,-1-1 0,1 1 0,2-1 0,-2 1 0,-1 1 0,1-1 0,-1 0 0,0 1 0,1-1 0,-1 1 0,0 0 0,1-1 0,-1 1 0,0 0 0,0 0 0,0 0 0,0 0 0,0 0 0,0 0 0,0 0 0,0 0 0,0 0 0,0 0 0,0 0 0,-1 1 0,1-1 0,0 0 0,-1 1 0,1-1 0,-1 0 0,0 1 0,1-1 0,-1 2 0,8 46 0,-8-46 0,1 5 0,-1-1 0,0 1 0,0 0 0,-1 0 0,0 0 0,-1-1 0,-3 13 0,4-18 0,1 0 0,-1 0 0,0 0 0,0 0 0,0 0 0,0 0 0,0 0 0,0 0 0,0-1 0,-1 1 0,1 0 0,-1-1 0,1 1 0,-1-1 0,0 0 0,1 1 0,-1-1 0,0 0 0,0 0 0,0 0 0,0 0 0,0-1 0,0 1 0,0 0 0,0-1 0,0 1 0,-1-1 0,1 0 0,0 0 0,0 0 0,0 0 0,-3 0 0,2-1-54,1-1-1,-1 1 0,1 0 1,-1-1-1,1 0 1,-1 1-1,1-1 0,0 0 1,0 0-1,0 0 1,0-1-1,0 1 0,0 0 1,1-1-1,-1 1 0,1-1 1,0 1-1,-1-1 1,1 0-1,1 0 0,-1 1 1,0-1-1,1 0 1,-1-4-1,-5-21-6771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5:26.0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412 1 24575,'-23'0'0,"0"1"0,0 0 0,0 2 0,0 1 0,0 0 0,-27 11 0,38-10 0,-1 0 0,2 1 0,-1 1 0,1 0 0,0 0 0,0 1 0,0 1 0,2 0 0,-1 0 0,1 1 0,0 0 0,-9 15 0,8-10 0,0 1 0,2 1 0,0-1 0,0 2 0,2-1 0,0 1 0,1 0 0,-4 26 0,6-14 0,0 0 0,2 0 0,2 1 0,5 41 0,-6-66 0,1 0 0,1 0 0,-1 0 0,1-1 0,0 1 0,0-1 0,1 1 0,-1-1 0,1 0 0,0 0 0,1 0 0,-1-1 0,1 1 0,8 7 0,-5-6 0,1 0 0,0-1 0,0 0 0,1 0 0,-1-1 0,1 0 0,0-1 0,13 4 0,8 0 0,1-2 0,0-1 0,0-2 0,47-1 0,-4-3-1365,-42 1-5461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5:28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28 108 24575,'-1'16'0,"-1"0"0,-1 1 0,-6 23 0,6-30 0,0 1 0,1 0 0,0 1 0,0-1 0,2 0 0,-1 0 0,1 1 0,3 15 0,-3-24 0,0-1 0,1 1 0,0-1 0,-1 1 0,1-1 0,0 0 0,0 1 0,1-1 0,-1 0 0,0 0 0,1 0 0,-1 0 0,1 0 0,0 0 0,0 0 0,0-1 0,0 1 0,0 0 0,0-1 0,0 0 0,0 1 0,0-1 0,1 0 0,-1 0 0,0 0 0,1-1 0,-1 1 0,1-1 0,-1 1 0,1-1 0,-1 0 0,1 0 0,-1 0 0,1 0 0,0 0 0,-1 0 0,1-1 0,-1 1 0,0-1 0,1 0 0,3-2 0,2 1 0,0-1 0,0-1 0,-1 1 0,0-1 0,0-1 0,0 1 0,0-1 0,-1-1 0,1 1 0,-1-1 0,9-11 0,-3-2 0,-1 0 0,0 0 0,-2-1 0,9-25 0,-15 37 0,0 0 0,-1 0 0,0 0 0,-1 0 0,1-1 0,-2 1 0,1-1 0,-1 1 0,0 0 0,-1-1 0,0 1 0,0-1 0,-5-14 0,5 21-4,0-1 1,-1 1-1,1-1 0,0 1 0,-1 0 0,0 0 0,1 0 1,-1 0-1,0 0 0,0 0 0,0 1 0,0-1 0,0 0 1,-1 1-1,1 0 0,0-1 0,-1 1 0,1 0 0,-1 0 1,-2 0-1,-1 0 26,0 0 0,0 0 1,0 1-1,0 0 0,0 0 0,0 0 1,0 1-1,-11 2 0,5 0-187,0 1 0,0 0 0,0 0 0,0 2 0,1-1 0,-1 1 0,2 1 0,-12 8 0,4 3-6661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5:30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283 1 24575,'-26'0'0,"1"0"0,0 2 0,-45 9 0,61-9 0,0 1 0,1 0 0,-1 0 0,1 1 0,0 1 0,0-1 0,0 1 0,1 0 0,-1 1 0,1 0 0,0 0 0,1 0 0,-11 15 0,15-19 0,0 0 0,1 0 0,-1 0 0,1 0 0,-1 1 0,1-1 0,0 0 0,0 1 0,0-1 0,0 1 0,0-1 0,1 1 0,-1 0 0,1-1 0,0 1 0,0 0 0,0-1 0,0 1 0,0 0 0,0-1 0,2 6 0,-1-6 0,1 0 0,-1 1 0,1-1 0,0 0 0,0 0 0,-1 0 0,1 0 0,1 0 0,-1-1 0,0 1 0,0-1 0,1 1 0,-1-1 0,1 0 0,-1 0 0,1 0 0,-1 0 0,1 0 0,0 0 0,-1-1 0,6 1 0,34 3 0,0-1 0,83-7 0,-72 1 0,62 4 0,-112-1 0,0 0 0,1 0 0,-1 1 0,0-1 0,0 1 0,0 0 0,0 0 0,0 0 0,0 0 0,-1 1 0,1-1 0,0 1 0,0-1 0,-1 1 0,1 0 0,-1 0 0,0 0 0,1 1 0,-1-1 0,0 0 0,0 1 0,-1-1 0,1 1 0,0 0 0,-1 0 0,2 2 0,0 7 0,-1 0 0,1 0 0,-2 0 0,0 0 0,0 21 0,4 42 0,-4-71 0,0 0 0,0 0 0,0 0 0,0 0 0,1 0 0,0-1 0,0 1 0,0 0 0,0-1 0,0 1 0,1-1 0,-1 0 0,1 0 0,4 4 0,1-3-170,0 0-1,0 0 0,0 0 1,0-1-1,1-1 0,-1 1 1,18 1-1,-38-5-6655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5:31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327 1 24575,'-12'0'0,"-5"6"0,-5 2 0,-11 0 0,-1 5 0,0 0 0,-1-3 0,-1-2 0,0-2 0,-1-3 0,6-2-8191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5:35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24575,'1'30'0,"1"-1"0,2 1 0,1-1 0,10 34 0,45 112 0,-5-15 0,19 97 0,-70-243-55,2-1 0,0 0 0,0 0-1,1 0 1,1-1 0,0 0 0,16 17-1,-10-10-867,1 1-5903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5:37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523 1 24575,'0'10'0,"-1"0"0,0 0 0,-1 0 0,0 0 0,-1-1 0,0 1 0,0 0 0,-1-1 0,0 0 0,-1 0 0,-9 14 0,-6 4 0,-1 0 0,-30 27 0,34-37 0,0 1 0,0 0 0,2 2 0,1 0 0,-20 35 0,7-3 0,-2-2 0,-41 54 0,30-45 0,28-43-273,0 0 0,-1-1 0,0-1 0,-25 22 0,18-21-6553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05:39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38 24575,'32'-1'0,"-1"-2"0,45-11 0,-39 7 0,44-3 0,-77 10 0,8-1 0,0 0 0,0 1 0,0 0 0,0 1 0,21 5 0,-30-5 0,0 0 0,0 0 0,0 0 0,0 1 0,0 0 0,0 0 0,0-1 0,-1 2 0,1-1 0,-1 0 0,1 0 0,-1 1 0,0-1 0,0 1 0,0 0 0,0 0 0,-1 0 0,1 0 0,-1 0 0,1 0 0,-1 0 0,0 0 0,0 0 0,-1 1 0,1 3 0,2 5 0,-2-1 0,0 1 0,0 0 0,-1-1 0,0 1 0,-1-1 0,-1 1 0,1-1 0,-2 1 0,0-1 0,-6 16 0,3-14 0,-1 0 0,0-1 0,-1 0 0,-1 0 0,1-1 0,-2 0 0,0-1 0,-21 18 0,-49 26 0,60-41 0,-1 0 0,-26 23 0,21-17 0,13-13 0,13-6 0,0 0 0,0 0 0,0 0 0,0 0 0,0 0 0,0 0 0,1 0 0,-1 0 0,0-1 0,0 1 0,0 0 0,0 0 0,0 0 0,0 0 0,0 0 0,0 0 0,0 0 0,0 0 0,0 0 0,0 0 0,0-1 0,0 1 0,0 0 0,-1 0 0,1 0 0,0 0 0,0 0 0,0 0 0,0 0 0,0 0 0,0 0 0,0 0 0,0 0 0,0 0 0,0 0 0,0-1 0,0 1 0,0 0 0,0 0 0,0 0 0,0 0 0,-1 0 0,1 0 0,0 0 0,0 0 0,0 0 0,0 0 0,0 0 0,0 0 0,0 0 0,0 0 0,0 0 0,0 0 0,-1 0 0,1 0 0,0 0 0,0 0 0,4-4 0,-1 0 0,1 0 0,0 0 0,0 0 0,1 1 0,-1 0 0,1 0 0,0 0 0,0 0 0,9-3 0,54-18 0,-43 18 0,-1 0 0,1 2 0,27-1 0,-40 4 0,0 1 0,0 0 0,-1 1 0,1 0 0,0 1 0,0 0 0,-1 1 0,19 8 0,-25-9 0,-1 1 0,0 0 0,0 1 0,0-1 0,0 1 0,-1 0 0,1 0 0,-1 0 0,0 0 0,0 0 0,0 1 0,-1 0 0,0-1 0,0 1 0,0 0 0,0 0 0,-1 0 0,0 0 0,0 0 0,0 0 0,-1 1 0,1-1 0,-2 7 0,2 0 0,-2 1 0,0-1 0,0 0 0,-1 1 0,-1-1 0,0 0 0,0 0 0,-10 22 0,8-23 0,0-1 0,-1 1 0,0-1 0,-1 0 0,0-1 0,0 1 0,-1-1 0,0-1 0,-1 1 0,0-1 0,0-1 0,0 0 0,-1 0 0,0-1 0,-1 0 0,1-1 0,-1 0 0,-16 5 0,-43 10-455,-1-3 0,-75 9 0,112-23-6371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2:52.88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24575,'277'15'0,"-83"-1"0,1171-3 0,-813-14 0,180 3 0,-446 21 0,-162-8 0,-48-3 0,96 26 0,-115-22 0,-4-6 0,1-2 0,1-2 0,-1-2 0,81-9 0,-96 5 0,102-5 58,1640-47-915,-1303 66 830,644 98-1,-740-47-134,451 65 768,-558-99-401,292-6 0,2126-28-205,-1587 6 0,-1070-3 0,0-2 0,-1-1 0,70-21 0,-62 14 0,82-10 0,-52 11-1365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3:23.56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1 694 24575,'21'1'0,"-1"-2"0,1 0 0,-1-1 0,1-2 0,28-7 0,-41 8 0,1-1 0,-1 1 0,0-2 0,0 1 0,0-1 0,0 0 0,-1-1 0,0 0 0,0 0 0,-1-1 0,1 1 0,-1-1 0,-1-1 0,9-14 0,2-6 0,-1-1 0,-1-1 0,-2 0 0,-1 0 0,-2-2 0,-1 1 0,-1-1 0,-1 0 0,-2 0 0,-2-1 0,-2-56 0,-1 79 0,-1 0 0,0 0 0,0-1 0,-1 2 0,-1-1 0,0 0 0,0 1 0,-1-1 0,0 1 0,-9-12 0,13 19 0,0 0 0,-1 0 0,1 0 0,-1 0 0,0 0 0,0 0 0,0 0 0,0 0 0,0 1 0,0-1 0,0 1 0,0-1 0,-1 1 0,1 0 0,-1 0 0,1 0 0,-1 0 0,1 1 0,-1-1 0,1 0 0,-1 1 0,0 0 0,1 0 0,-1 0 0,0 0 0,1 0 0,-1 0 0,1 1 0,-1-1 0,0 1 0,1 0 0,-1 0 0,1 0 0,0 0 0,-1 0 0,1 0 0,0 1 0,-1-1 0,1 1 0,0 0 0,0-1 0,0 1 0,1 0 0,-3 3 0,-1 0 0,1 1 0,0 0 0,0 1 0,0-1 0,0 1 0,1 0 0,1 0 0,-1 0 0,1 0 0,0 0 0,0 1 0,0 12 0,-1 11 0,4 55 0,0-48 0,0 140 0,23 527 0,-11-528-1365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3:24.77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24575,'738'0'-1365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3:26.94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0 686 24575,'10'-335'0,"-3"249"0,35-154 0,-34 216 0,-8 24 0,0 0 0,0 0 0,0 0 0,0 0 0,1 0 0,-1 0 0,0 0 0,0 0 0,0 0 0,0 0 0,0 0 0,1 0 0,-1 0 0,0 0 0,0 0 0,0 0 0,0 0 0,1 0 0,-1 0 0,0 0 0,0 0 0,0 0 0,0 0 0,0 0 0,1 0 0,-1 0 0,0 0 0,0 0 0,0 0 0,0 0 0,0 0 0,0 1 0,1-1 0,-1 0 0,0 0 0,0 0 0,0 0 0,0 0 0,0 0 0,0 1 0,0-1 0,0 0 0,0 0 0,0 0 0,0 0 0,0 0 0,0 1 0,0-1 0,0 0 0,0 0 0,0 0 0,0 0 0,0 0 0,0 1 0,0-1 0,0 0 0,0 0 0,0 0 0,4 44 0,-3 8 0,2 0 0,2 0 0,2 0 0,27 94 0,-30-135 0,0 0 0,2-1 0,-1 0 0,1 0 0,1-1 0,0 1 0,0-1 0,1-1 0,0 0 0,0 0 0,1 0 0,0-1 0,0 0 0,1-1 0,0 0 0,0 0 0,0-1 0,1-1 0,-1 0 0,14 4 0,-14-6 0,1 1 0,-1-1 0,0-1 0,1 0 0,-1 0 0,1-1 0,-1-1 0,0 1 0,1-2 0,-1 1 0,0-2 0,0 1 0,0-1 0,0-1 0,0 0 0,-1 0 0,1-1 0,-1 0 0,0 0 0,-1-1 0,1 0 0,8-10 0,-6 4 0,-1-1 0,-1 0 0,0-1 0,-1 0 0,0 0 0,-1-1 0,-1 0 0,0 0 0,-1-1 0,-1 0 0,0 0 0,-1 0 0,-1 0 0,0 0 0,-2 0 0,0 0 0,0-1 0,-1 1 0,-5-19 0,5 95 0,-1-22 0,1 27 0,9 68 0,-4-108 0,0 0 0,2-1 0,0 0 0,2 0 0,21 45 0,-17-45 0,0-2 0,1 1 0,2-2 0,22 27 0,-29-39 0,0-1 0,1 0 0,0-1 0,1 0 0,-1 0 0,1-1 0,1 0 0,-1-1 0,1 0 0,0-1 0,0 0 0,12 2 0,-13-3-151,-1-1-1,1 0 0,0-1 0,0 0 1,0-1-1,0 0 0,0 0 1,14-3-1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3:28.52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78 1 24575,'-1'25'0,"-2"0"0,-2 0 0,0 0 0,-11 32 0,-9 43 0,11 33 0,5 0 0,11 156 0,0-126 0,-2-128 0,2 1 0,2 0 0,0 0 0,3-1 0,1 0 0,1 0 0,2-1 0,2-1 0,1 0 0,19 33 0,13 13-455,3-2 0,82 96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3:29.57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 1 24575,'-2'35'0,"2"0"0,2 0 0,1 0 0,2-1 0,1 1 0,2-1 0,14 40 0,90 174 0,-52-118 0,-37-77 0,-2 0 0,-3 1 0,-3 1 0,-1 0 0,-3 1 0,-3 1 0,-2 0 0,-2-1 0,-7 85 0,1-124 0,-1 0 0,-1 0 0,0-1 0,-2 1 0,0-1 0,-9 18 0,-7 6 0,-27 39 0,40-67-177,0-1 0,-1 0-1,0 0 1,-22 16 0,27-23-302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3:30.42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24575,'1106'0'-1365,"-1058"0"-5461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3:31.72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24575,'12'0'0,"24"0"0,17 0 0,7 0 0,-2 0 0,-3 0 0,-5 0 0,-5 0 0,-4 0 0,-2 0 0,-3 0 0,0 0 0,0 0 0,0 7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3:33.26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35 1 24575,'-2'94'0,"5"104"0,-3-193 0,1 0 0,-1 0 0,1 0 0,1 0 0,-1 0 0,1 0 0,0-1 0,0 1 0,0 0 0,0-1 0,1 0 0,0 0 0,0 0 0,0 0 0,0 0 0,1 0 0,-1-1 0,1 1 0,0-1 0,8 5 0,4 0 0,0-1 0,1 0 0,-1-1 0,30 6 0,-31-9 0,0 1 0,0 1 0,-1 0 0,1 1 0,-1 0 0,18 11 0,-25-11 0,0 0 0,-1 1 0,1 0 0,-1 0 0,-1 0 0,1 0 0,-1 1 0,0 0 0,-1 0 0,0 1 0,0-1 0,-1 1 0,3 11 0,-3-5 0,0 0 0,-1-1 0,0 1 0,-1 0 0,-1 0 0,0 0 0,-5 23 0,3-29 0,-1-1 0,0 0 0,0 0 0,-1 0 0,0 0 0,0-1 0,-1 0 0,0 0 0,0 0 0,-1 0 0,0-1 0,0 0 0,0 0 0,-1-1 0,0 1 0,0-2 0,-9 6 0,-2 0 0,1 0 0,-1-2 0,-1 0 0,0-1 0,0-1 0,-28 6 0,20-9-455,0 0 0,-36-2 0,31-2-6371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3:34.86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229 363 24575,'2'-95'0,"-5"-105"0,3 198 0,0-1 0,0 0 0,0 0 0,0 1 0,-1-1 0,1 0 0,-1 0 0,0 1 0,0-1 0,0 0 0,0 1 0,0-1 0,-1 1 0,1 0 0,-1-1 0,1 1 0,-1 0 0,0 0 0,0 0 0,0 0 0,0 0 0,0 0 0,-1 1 0,1-1 0,0 1 0,-1 0 0,1-1 0,-1 1 0,1 0 0,-6-1 0,3 2 0,0 0 0,0 0 0,1 1 0,-1-1 0,0 1 0,0 0 0,0 0 0,1 1 0,-1 0 0,1-1 0,-1 1 0,1 1 0,0-1 0,0 1 0,0 0 0,-7 6 0,2-1 0,1 0 0,0 1 0,1 0 0,0 0 0,1 1 0,-1-1 0,2 2 0,0-1 0,0 1 0,0-1 0,2 1 0,-1 0 0,1 1 0,-2 19 0,1 12 0,2 1 0,5 71 0,0-42 0,-3-47 0,1-1 0,1 0 0,1 1 0,1-1 0,9 26 0,-11-44 0,0-1 0,1 1 0,0-1 0,0 0 0,0 0 0,1 0 0,0 0 0,0-1 0,0 1 0,1-1 0,0 0 0,0-1 0,0 1 0,1-1 0,-1 0 0,1 0 0,0-1 0,0 0 0,0 0 0,1 0 0,-1-1 0,1 0 0,0 0 0,6 1 0,22 1 0,0-1 0,0-2 0,0-1 0,0-2 0,0-2 0,54-12 0,202-67 0,-272 77 0,88-26-341,1 4 0,1 6-1,123-10 1,-190 28-6485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3:36.75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60 269 24575,'-13'-31'0,"3"10"0,5 9 0,-2-4 0,1-1 0,1 1 0,1-1 0,-4-29 0,7 43 0,1 0 0,-1 0 0,1-1 0,0 1 0,1 0 0,-1 0 0,0 0 0,1 0 0,0 0 0,0 0 0,0 0 0,0 0 0,0 0 0,0 0 0,1 1 0,-1-1 0,1 0 0,0 1 0,0 0 0,0-1 0,0 1 0,0 0 0,1 0 0,-1 0 0,1 0 0,-1 0 0,1 1 0,-1-1 0,1 1 0,0-1 0,0 1 0,0 0 0,4-1 0,22-2 0,-1 1 0,1 1 0,-1 2 0,1 0 0,40 7 0,-49-5 0,1 1 0,-1 1 0,1 0 0,-1 2 0,0 0 0,0 1 0,-1 1 0,0 1 0,35 22 0,1 8 0,74 67 0,-85-68 0,1-1 0,76 47 0,-68-57 0,1-4 0,75 24 0,-69-27 0,99 47 0,-104-39 0,1-2 0,1-2 0,1-3 0,1-2 0,1-3 0,0-3 0,1-2 0,0-3 0,99 0 0,-63-9-1365,-55 1-5461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3:40.07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0 429 24575,'8'-8'0,"-2"-1"0,1 0 0,-1-1 0,0 0 0,-1 0 0,8-20 0,19-71 0,-15 42 0,30-123 0,-43 272 0,-7-5 0,4 134 0,0-203 0,1 1 0,2-1 0,-1 1 0,2-1 0,0 0 0,1 0 0,0-1 0,2 0 0,-1 0 0,2-1 0,0 0 0,1 0 0,0-1 0,1 0 0,0-1 0,1 0 0,1-1 0,0 0 0,0-1 0,1-1 0,16 9 0,-27-16 0,0-1 0,-1 0 0,1 0 0,0 0 0,0 0 0,0-1 0,0 1 0,-1-1 0,1 0 0,0 0 0,0 0 0,0 0 0,0 0 0,0 0 0,0-1 0,0 0 0,0 1 0,0-1 0,-1 0 0,1 0 0,5-3 0,-3 0 0,0 0 0,-1 0 0,1 0 0,-1-1 0,0 1 0,0-1 0,0 0 0,-1 0 0,1 0 0,2-7 0,3-7 0,-1-2 0,-1 1 0,0-1 0,-2 0 0,4-24 0,-4 0 0,-2 0 0,-5-73 0,5 124 0,1 0 0,-1 0 0,1-1 0,0 1 0,0-1 0,1 0 0,-1 0 0,9 6 0,56 50 0,-23-26 0,1-3 0,1-1 0,2-3 0,0-1 0,2-3 0,1-3 0,1-1 0,0-3 0,2-3 0,-1-1 0,2-4 0,0-1 0,71-1 0,763-14 0,-872 7-227,1-1-1,-1-1 1,0 0-1,0-2 1,30-9-1,-6-3-6598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4:43.42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0 777 24575,'1'-16'0,"1"0"0,0-1 0,10-31 0,5-36 0,-12-389 0,-6 350 0,-2 262 0,7 175 0,-3-307 0,1 0 0,0-1 0,0 1 0,1 0 0,0-1 0,0 0 0,0 1 0,1-1 0,0 0 0,0-1 0,0 1 0,1-1 0,0 0 0,0 0 0,0 0 0,1-1 0,11 8 0,-11-8 0,-1-1 0,1 1 0,0-1 0,1 0 0,-1-1 0,0 1 0,1-1 0,-1 0 0,1-1 0,0 0 0,-1 0 0,1 0 0,0-1 0,0 0 0,0 0 0,-1-1 0,1 0 0,10-2 0,-13 0 0,1 1 0,-1-1 0,0 0 0,0 0 0,0 0 0,-1-1 0,1 1 0,-1-1 0,0 0 0,0 0 0,0 0 0,-1 0 0,1-1 0,-1 1 0,0-1 0,0 0 0,2-8 0,2-8 0,-1 0 0,4-37 0,-6 21 0,-3 26 0,1-1 0,0 1 0,1 0 0,3-12 0,-5 22 0,0 1 0,0-1 0,0 1 0,0 0 0,0-1 0,0 1 0,1-1 0,-1 1 0,0 0 0,0-1 0,0 1 0,0 0 0,1-1 0,-1 1 0,0 0 0,0-1 0,1 1 0,-1 0 0,0 0 0,1-1 0,-1 1 0,0 0 0,1 0 0,-1-1 0,0 1 0,1 0 0,-1 0 0,1 0 0,-1 0 0,0 0 0,1 0 0,-1 0 0,1 0 0,-1-1 0,0 1 0,1 1 0,-1-1 0,1 0 0,-1 0 0,0 0 0,1 0 0,-1 0 0,1 0 0,-1 0 0,0 0 0,1 1 0,-1-1 0,0 0 0,1 0 0,-1 0 0,0 1 0,1-1 0,-1 0 0,0 1 0,0-1 0,1 0 0,-1 1 0,0-1 0,0 0 0,0 1 0,1-1 0,-1 0 0,0 1 0,0-1 0,0 1 0,0-1 0,17 31 0,-16-28 0,53 119 0,58 119 0,-93-208 0,1 0 0,2-2 0,0 0 0,54 54 0,-70-80-227,0 0-1,0 0 1,1 0-1,0-1 1,9 5-1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4:44.54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24575,'6'0'0,"8"0"0,9 0 0,6 0 0,4 0 0,4 0 0,0 0 0,2 0 0,-1 0 0,0 0 0,0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4:45.20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24575,'6'0'0,"15"0"0,10 0 0,6 0 0,3 0 0,13 0 0,5 0 0,-3 0 0,-3 0 0,-5 0 0,-3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4:46.03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24575,'28'2'0,"-1"1"0,1 1 0,-1 1 0,0 1 0,0 2 0,-1 0 0,0 2 0,-1 1 0,0 1 0,0 1 0,-2 1 0,41 32 0,13 18 0,-2 3 0,77 91 0,-89-90 0,-12-15-682,81 67-1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4:46.88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649 1 24575,'-51'58'0,"1"3"0,4 2 0,2 1 0,-39 79 0,18-28 0,5 3 0,6 2 0,-66 209 0,96-225 0,-16 50 0,29-119-1365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4:48.74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3 24575,'48'-1'0,"-24"0"0,1 0 0,-1 2 0,1 1 0,-1 1 0,34 8 0,-51-9 0,-1 0 0,0 0 0,-1 1 0,1 0 0,0 0 0,-1 1 0,0-1 0,0 1 0,0 0 0,0 1 0,0-1 0,-1 1 0,0 0 0,0 0 0,0 0 0,-1 0 0,1 1 0,-2 0 0,1-1 0,0 1 0,-1 0 0,0 0 0,0 1 0,-1-1 0,2 12 0,0 13 0,0 0 0,-2 0 0,-1 0 0,-1 0 0,-7 35 0,5-57 0,0-1 0,-1 0 0,0 0 0,0 0 0,-1-1 0,0 1 0,0-1 0,0 0 0,-13 11 0,17-16 0,16-10 0,1 0 0,1 1 0,-1 1 0,1 1 0,0 0 0,0 1 0,1 1 0,-1 1 0,1 0 0,0 1 0,-1 1 0,1 1 0,0 1 0,-1 0 0,27 7 0,-38-6 0,0 0 0,0 0 0,-1 0 0,0 1 0,0-1 0,0 1 0,0 1 0,0-1 0,-1 1 0,1 0 0,-1 0 0,-1 0 0,1 0 0,-1 1 0,0-1 0,0 1 0,0 0 0,-1 0 0,0 0 0,0 0 0,-1 0 0,2 13 0,0 12 0,-1 1 0,-1-1 0,-5 49 0,0-20 0,4-48 0,-1-1 0,0 0 0,-1 0 0,0 0 0,-1 0 0,0 0 0,-1 0 0,0-1 0,0 1 0,-2-1 0,1 0 0,-1-1 0,0 1 0,-1-1 0,0 0 0,0-1 0,-1 0 0,0 0 0,-1 0 0,0-1 0,0-1 0,-18 11 0,27-17-5,-32 20-335,-1-1 0,-1-1 0,-41 15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4:52.69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24575,'0'0'-8191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11:31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24575,'95'-2'0,"104"5"0,-196-3 0,1 1 0,0 0 0,0 0 0,0 0 0,-1 0 0,1 0 0,-1 1 0,1 0 0,-1 0 0,1 0 0,-1 0 0,0 0 0,0 1 0,0-1 0,0 1 0,-1 0 0,1 0 0,-1 0 0,0 0 0,1 0 0,-1 0 0,-1 1 0,1-1 0,0 1 0,-1 0 0,0-1 0,0 1 0,0 0 0,0 0 0,0 6 0,1 9 0,-1 0 0,0 1 0,-2-1 0,-4 35 0,3-48 0,1-1 0,-1 1 0,0-1 0,0 1 0,0-1 0,-1 0 0,0 0 0,0 0 0,0-1 0,-1 1 0,1-1 0,-1 0 0,0 1 0,-1-2 0,1 1 0,-1 0 0,1-1 0,-1 0 0,0 0 0,-7 2 0,-5 7 0,17-12 0,0 0 0,-1 0 0,1 0 0,0 0 0,0 0 0,0 0 0,0 0 0,-1 0 0,1 0 0,0 0 0,0 0 0,0 0 0,0 0 0,-1 0 0,1 1 0,0-1 0,0 0 0,0 0 0,0 0 0,0 0 0,0 0 0,-1 1 0,1-1 0,0 0 0,0 0 0,0 0 0,0 0 0,0 0 0,0 1 0,0-1 0,0 0 0,0 0 0,0 0 0,0 1 0,0-1 0,0 0 0,0 0 0,0 0 0,0 0 0,0 1 0,0-1 0,0 0 0,0 0 0,0 0 0,0 1 0,0-1 0,0 0 0,1 0 0,-1 0 0,0 0 0,0 0 0,0 1 0,0-1 0,0 0 0,0 0 0,0 0 0,1 0 0,15 4 0,23-3 0,-39-1 0,4 0 0,18-1 0,-1 0 0,1 2 0,0 0 0,-1 1 0,1 2 0,-1 0 0,0 1 0,28 11 0,-48-15-40,38 12 205,-38-13-211,0 0-1,0 0 0,1 0 1,-1 0-1,0 0 1,0-1-1,0 1 1,0 0-1,0-1 1,1 1-1,-1-1 0,0 1 1,0-1-1,0 1 1,0-1-1,0 0 1,0 1-1,-1-1 0,1 0 1,0 0-1,0 0 1,0 0-1,-1 0 1,1 0-1,0 0 0,-1 0 1,1 0-1,-1 0 1,1 0-1,-1 0 1,1-1-1,4-18-6779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11:34.8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24575,'-2'81'0,"5"93"0,-3-170 0,1 0 0,0 0 0,0 0 0,0 0 0,0-1 0,0 1 0,1 0 0,0-1 0,0 1 0,0-1 0,0 0 0,0 0 0,1 0 0,-1 0 0,1 0 0,0 0 0,0-1 0,0 1 0,0-1 0,1 0 0,-1 0 0,0 0 0,1 0 0,0 0 0,-1-1 0,1 0 0,0 0 0,0 0 0,-1 0 0,7 0 0,9 1 0,0 0 0,0-2 0,0 0 0,37-6 0,-52 5 0,1 0 0,-1 0 0,0 0 0,0 0 0,0-1 0,0 0 0,0 0 0,0 0 0,0 0 0,0 0 0,-1-1 0,1 0 0,-1 0 0,0 0 0,0 0 0,0 0 0,0-1 0,-1 1 0,1-1 0,-1 0 0,0 1 0,2-5 0,-1 81 0,-9 318-1365,7-360-5461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15:32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1 154 24575,'0'-9'0,"-1"-2"0,1 0 0,1 0 0,0 1 0,0-1 0,6-20 0,-6 28 0,1-1 0,-1 1 0,1 0 0,0 0 0,0 0 0,0 1 0,0-1 0,1 0 0,-1 1 0,1-1 0,0 1 0,-1 0 0,1 0 0,0 0 0,0 0 0,0 1 0,1-1 0,-1 1 0,0 0 0,1 0 0,-1 0 0,5-1 0,3-1 0,0 1 0,0 0 0,0 1 0,1 0 0,-1 1 0,0 0 0,1 1 0,11 2 0,-19-2 0,0 0 0,0 0 0,-1 1 0,1-1 0,0 1 0,-1-1 0,1 1 0,-1 0 0,0 1 0,0-1 0,0 0 0,0 1 0,0 0 0,0 0 0,-1 0 0,1 0 0,-1 0 0,0 0 0,0 1 0,0-1 0,0 1 0,0-1 0,-1 1 0,0 0 0,0-1 0,1 6 0,2 24 0,-1 0 0,-2 0 0,-1 0 0,-9 57 0,7-80 0,-1 0 0,-1 0 0,0 0 0,0-1 0,-1 1 0,0-1 0,0 0 0,-1-1 0,0 1 0,-10 8 0,-22 36 0,37-50 0,-1 0 0,1 0 0,-1 0 0,0 0 0,0-1 0,-1 1 0,1 0 0,0-1 0,-1 0 0,0 0 0,1 1 0,-1-1 0,0-1 0,0 1 0,0 0 0,0-1 0,0 0 0,-5 2 0,104-22 0,65 14-1365,-127 5-5461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15:35.6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24575,'-1'68'0,"3"81"0,-2-145 0,1 0 0,0 0 0,0 0 0,0 0 0,0 0 0,1 0 0,0-1 0,-1 1 0,1-1 0,1 1 0,-1-1 0,0 0 0,1 0 0,0 0 0,0 0 0,0 0 0,0 0 0,0-1 0,0 1 0,1-1 0,-1 0 0,1 0 0,-1-1 0,1 1 0,0-1 0,0 1 0,7 0 0,-1 0 0,-1 0 0,1-1 0,-1 0 0,1-1 0,0 0 0,-1 0 0,1-1 0,-1 0 0,1-1 0,16-5 0,-21 5 0,-1 0 0,0 0 0,0-1 0,0 0 0,0 1 0,0-1 0,0-1 0,-1 1 0,0 0 0,1-1 0,-1 0 0,-1 1 0,1-1 0,2-5 0,-2 5 0,-1 18 0,-1 1 0,0-1 0,-3 26 0,-2 228-1365,4-236-5461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3:00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24575,'4'96'0,"4"0"0,5-1 0,29 114 0,-20-119 0,-4-21 0,-2 0 0,-4 1 0,5 98 0,-19-1 0,0-230 0,0 38 0,1-1 0,1 1 0,2-1 0,5-33 0,-5 52 0,-1 0 0,1 1 0,0-1 0,1 1 0,-1 0 0,1-1 0,1 1 0,-1 1 0,1-1 0,0 0 0,0 1 0,0 0 0,1 0 0,0 0 0,0 1 0,0-1 0,1 1 0,0 0 0,-1 1 0,1 0 0,0 0 0,8-3 0,-1 2 0,0 0 0,0 1 0,1 0 0,-1 1 0,1 1 0,0 0 0,0 1 0,-1 0 0,1 1 0,27 6 0,-35-6 0,0 1 0,0-1 0,1 1 0,-1 1 0,0-1 0,0 1 0,-1 0 0,1 1 0,-1-1 0,0 1 0,1 0 0,-2 0 0,1 1 0,0 0 0,-1 0 0,0 0 0,0 0 0,-1 0 0,1 1 0,-1-1 0,0 1 0,0 0 0,-1 0 0,0 0 0,1 7 0,2 21-17,-2-1-1,-2 1 0,-4 55 1,1-26-1278,1-31-5531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3:04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1 24575,'-2'8'0,"0"1"0,0 0 0,-1-1 0,0 1 0,-1-1 0,0 0 0,0 0 0,0 0 0,-7 7 0,-6 14 0,7-9 0,1-1 0,1 2 0,1-1 0,1 1 0,1 0 0,1 0 0,0 1 0,2-1 0,0 39 0,2-47 0,0 24 0,6 60 0,-4-84 0,0 0 0,1-1 0,1 1 0,0-1 0,1 0 0,0 0 0,1-1 0,10 16 0,50 63 120,-59-80-306,1-2 1,1 1-1,0-1 0,0 0 1,0-1-1,1 0 1,13 7-1,-1-4-6640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3:08.9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24575,'1'4'0,"1"0"0,-1 0 0,1 0 0,0 0 0,0-1 0,0 1 0,0-1 0,0 1 0,1-1 0,0 1 0,6 4 0,4 8 0,29 43 0,-3 2 0,35 72 0,-68-118 0,-1 0 0,0 0 0,-1 0 0,-1 0 0,0 1 0,0 26 0,-5 101 0,-1-74 0,3-59 12,-1-1-1,0 1 0,-1-1 1,0 1-1,0-1 1,-1 0-1,0 0 1,-1 0-1,-7 14 0,-4-1-444,0 0 0,-22 24 0,33-42 253,-15 19-6646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3:10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24575,'6'0'0,"15"0"0,23 0 0,15 0 0,5 0 0,-2 0 0,-6 0 0,-6 0 0,-11 0-8191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3:11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 24575,'6'0'0,"9"0"0,7 0 0,7 0 0,11 0 0,5 0 0,0 0 0,-6-6 0,-4-3 0,-2 1 0,-7 2-8191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3:16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1 576 24575,'3'-46'0,"2"-1"0,2 1 0,2 1 0,2 0 0,2 0 0,20-44 0,-25 63 0,-1 0 0,-1-1 0,-2 0 0,0 0 0,-1-52 0,-6 205 0,4 142 0,0-263 0,0 1 0,1-1 0,-1 0 0,1 0 0,0-1 0,1 1 0,-1 0 0,1-1 0,0 1 0,0-1 0,1 0 0,-1 0 0,1 0 0,0 0 0,0-1 0,0 0 0,0 0 0,1 0 0,-1 0 0,1 0 0,0-1 0,0 0 0,0 0 0,0 0 0,0-1 0,6 1 0,-1 1 0,-1-1 0,0 0 0,1-1 0,-1 0 0,1 0 0,0-1 0,-1-1 0,1 1 0,-1-2 0,1 1 0,-1-1 0,0-1 0,17-6 0,-12 2 0,-1 0 0,-1-1 0,1 0 0,-1-1 0,-1-1 0,0 0 0,11-12 0,-17 15 0,1 0 0,-1-1 0,0 0 0,-1 0 0,0-1 0,0 1 0,-1-1 0,0 0 0,0 0 0,-1 0 0,-1 0 0,2-15 0,-1-68 0,-5 152 0,1-38 0,0 0 0,2-1 0,0 1 0,2 0 0,0-1 0,1 1 0,9 29 0,-9-45 5,0-1 0,0 1 0,1-1 1,-1 0-1,1 0 0,1 0 0,-1-1 0,1 1 0,0-1 0,0 0 0,0 0 0,0-1 0,0 0 0,1 0 0,0 0 0,0 0 1,0-1-1,0 0 0,0-1 0,10 3 0,11 0-279,0 0 0,1-2 0,35-2 0,-50 0-102,24 0-6450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3:19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24575,'5'0'0,"12"-1"0,-1 2 0,0 0 0,0 0 0,23 6 0,-34-5 0,-1-1 0,0 0 0,0 1 0,-1 0 0,1 0 0,0 0 0,0 0 0,-1 1 0,0-1 0,1 1 0,-1 0 0,0 0 0,0 0 0,-1 0 0,1 1 0,0-1 0,-1 1 0,0 0 0,0-1 0,0 1 0,-1 0 0,2 5 0,2 14 0,-1 2 0,-1-1 0,-2 0 0,0 1 0,-5 46 0,1-9 0,-6-10 0,7-44 0,0 0 0,0 0 0,1 0 0,0 0 0,1 0 0,0 11 0,1-17 0,-1 0 0,1 0 0,0-1 0,0 1 0,0 0 0,0-1 0,0 1 0,0-1 0,1 1 0,-1-1 0,0 1 0,1-1 0,-1 0 0,1 0 0,0 0 0,-1 0 0,1 0 0,0 0 0,-1 0 0,1 0 0,0-1 0,0 1 0,0-1 0,0 1 0,0-1 0,0 0 0,2 0 0,60 3 0,-52-4 0,24 0-1365,-3 0-5461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3:21.9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0 24575,'-2'131'0,"5"144"0,-2-270 0,0-1 0,0 0 0,1 0 0,-1 0 0,1 0 0,0 0 0,0 0 0,0-1 0,1 1 0,-1-1 0,1 1 0,0-1 0,0 0 0,0 0 0,0 0 0,1 0 0,-1-1 0,1 1 0,-1-1 0,1 0 0,0 0 0,0 0 0,0-1 0,0 1 0,0-1 0,1 0 0,-1 0 0,0-1 0,5 1 0,-4 0 0,0 0 0,-1-1 0,1 0 0,0 1 0,-1-2 0,1 1 0,0 0 0,-1-1 0,1 0 0,0 0 0,-1-1 0,1 1 0,-1-1 0,0 0 0,1 0 0,-1 0 0,0-1 0,0 1 0,-1-1 0,1 0 0,0 0 0,-1 0 0,0-1 0,0 1 0,0-1 0,4-6 0,-3-1 0,0 0 0,-1 0 0,-1 1 0,0-2 0,0 1 0,-1 0 0,-1-13 0,-6-75 0,5 215 0,-1-35 0,2 149-1365,0-199-5461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3:36.2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1 621 24575,'1'-13'0,"1"-1"0,1 1 0,0 0 0,1 0 0,1 0 0,0 1 0,0-1 0,1 1 0,13-18 0,-10 14 0,0 1 0,-2-1 0,1-1 0,8-32 0,-9 19 0,7-34 0,11-129 0,-25 184 0,0 1 0,0 0 0,1 0 0,0 0 0,0 0 0,3-10 0,4 11 0,-2 17 0,1 20 0,2 79 0,-7-68 0,10 57 0,-10-87 0,1 3 0,-1-1 0,2 1 0,0-1 0,0 0 0,12 24 0,-14-35 0,0 1 0,0 0 0,0-1 0,0 1 0,0-1 0,1 0 0,-1 0 0,1 0 0,-1 0 0,1 0 0,0 0 0,0-1 0,0 1 0,0-1 0,0 0 0,0 0 0,0 0 0,0 0 0,0 0 0,1-1 0,-1 0 0,0 1 0,0-1 0,1 0 0,-1-1 0,0 1 0,0 0 0,1-1 0,-1 0 0,5-2 0,-2 2 0,0-1 0,0 0 0,0 0 0,-1-1 0,1 1 0,-1-1 0,0 0 0,0-1 0,0 1 0,0-1 0,-1 0 0,1 0 0,-1-1 0,0 1 0,0-1 0,0 0 0,-1 0 0,0 0 0,0-1 0,0 1 0,3-12 0,-1-2 0,-1-1 0,-1 1 0,-1-1 0,0 0 0,-2-25 0,1-10 0,-1 51 0,0 0 0,1 0 0,-1 0 0,1 0 0,0 1 0,0-1 0,4-7 0,-5 11 0,0 0 0,0-1 0,0 1 0,0 0 0,0 0 0,0 0 0,1 0 0,-1-1 0,0 1 0,0 0 0,0 0 0,0 0 0,0 0 0,0 0 0,1 0 0,-1-1 0,0 1 0,0 0 0,0 0 0,0 0 0,0 0 0,1 0 0,-1 0 0,0 0 0,0 0 0,0 0 0,1 0 0,-1 0 0,0 0 0,0 0 0,0 0 0,0 0 0,1 0 0,-1 0 0,0 0 0,0 0 0,0 0 0,1 0 0,-1 0 0,0 0 0,0 0 0,0 0 0,0 0 0,0 1 0,1-1 0,-1 0 0,0 0 0,0 0 0,7 22 0,6 58 0,-5-23 0,20 69 0,-26-119 0,0 0 0,0 0 0,1-1 0,0 1 0,0-1 0,1 1 0,0-1 0,0 0 0,1 0 0,-1-1 0,1 1 0,0-1 0,1 0 0,-1 0 0,1-1 0,11 7 0,-8-7 0,1 0 0,-1-1 0,1 0 0,0-1 0,0 0 0,-1 0 0,1-1 0,0 0 0,1-1 0,-1 0 0,16-3 0,-23 3-59,1 0 0,-1-1-1,1 0 1,-1 0-1,1 0 1,-1 0 0,1 0-1,-1-1 1,0 1 0,0-1-1,0 0 1,0 0 0,0 0-1,0 0 1,0-1-1,-1 1 1,1-1 0,-1 1-1,0-1 1,0 0 0,0 0-1,2-4 1,6-16-6767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3:48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24575,'3'70'0,"4"0"0,3 0 0,18 69 0,-17-90 0,-3 14 0,-3 1 0,-3 88 0,-2-113 0,-3-95 0,1 35 0,1 0 0,1-1 0,1 1 0,0 0 0,2 0 0,5-23 0,-5 36 0,1 1 0,-1 0 0,1 0 0,1 0 0,-1 0 0,1 0 0,0 1 0,1 0 0,-1 0 0,1 1 0,1-1 0,-1 1 0,1 0 0,0 1 0,0 0 0,0 0 0,0 0 0,1 1 0,-1 0 0,1 1 0,11-3 0,-10 3 0,-1 0 0,1 1 0,0 0 0,0 1 0,0 0 0,0 0 0,0 1 0,0 0 0,0 1 0,0-1 0,-1 2 0,1-1 0,-1 1 0,1 1 0,-1 0 0,0 0 0,0 0 0,-1 1 0,8 5 0,-8-3 0,1-1 0,-1 1 0,-1 1 0,0-1 0,0 1 0,0 0 0,-1 0 0,0 1 0,0-1 0,-1 1 0,-1 0 0,1 1 0,-1-1 0,-1 0 0,2 13 0,10 42-455,-4 1 0,4 100 0,-14-133-6371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3:54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1 24575,'-1'8'0,"-1"1"0,0-1 0,-1 1 0,0-1 0,0 0 0,-1 0 0,0 0 0,-5 7 0,-4 10 0,4-5 0,-58 132 0,60-131 0,1 1 0,1-1 0,0 1 0,2 0 0,-1 36 0,3-5 0,-1-19 0,2 0 0,1 0 0,10 60 0,-7-84-68,-1 0 0,1-1 0,1 0 0,0 0 1,0 0-1,1 0 0,0-1 0,0 0 0,1 0 0,7 7 0,-5-6-550,5 8-6208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3:59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0 321 24575,'2'-3'0,"-1"0"0,1 0 0,-1 0 0,1 1 0,0-1 0,0 0 0,1 1 0,-1-1 0,0 1 0,1 0 0,0 0 0,-1 0 0,1 0 0,3-1 0,16-15 0,-7-1 0,0-1 0,-1-1 0,-1 0 0,-1-1 0,-1 0 0,-1-1 0,0 0 0,-2-1 0,9-45 0,-18 90 0,2 1 0,0-1 0,1 1 0,1-1 0,1 0 0,10 33 0,-9-43 0,0 0 0,1-1 0,0 0 0,0 0 0,1 0 0,1-1 0,0 0 0,0-1 0,0 0 0,1 0 0,0-1 0,1 0 0,15 9 0,-18-11 0,1-1 0,1 1 0,-1-1 0,0-1 0,1 0 0,0 0 0,0-1 0,0 0 0,0 0 0,0-1 0,0 0 0,0-1 0,0 0 0,0 0 0,1-1 0,-1 0 0,15-4 0,-20 3 0,-1 0 0,1 0 0,-1 0 0,1 0 0,-1 0 0,0-1 0,0 0 0,0 0 0,0 0 0,-1 0 0,1 0 0,-1 0 0,0 0 0,1-1 0,1-4 0,22-64 0,-9 22 0,-10 31 0,-7 15 0,1 1 0,1-1 0,-1 0 0,0 1 0,1-1 0,0 1 0,0-1 0,0 1 0,0 0 0,3-4 0,10 51 0,-8-22 0,0-1 0,2 1 0,1-2 0,24 40 0,-31-56 0,-1 0 0,1 0 0,0 0 0,1 0 0,-1-1 0,0 1 0,1-1 0,0 0 0,0 0 0,0 0 0,0-1 0,0 1 0,1-1 0,-1 0 0,1 0 0,0 0 0,-1-1 0,1 0 0,0 0 0,0 0 0,0 0 0,0-1 0,0 0 0,0 0 0,0 0 0,-1-1 0,1 1 0,0-1 0,0 0 0,5-2 0,-8 1-85,1 1 0,0 0-1,-1-1 1,1 1 0,-1-1-1,1 0 1,-1 0 0,0 0-1,0 0 1,0 0 0,0-1-1,0 1 1,-1-1 0,1 1-1,2-5 1,5-16-6741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4:00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24575,'28'31'0,"-1"1"0,-1 1 0,32 56 0,32 44 0,-73-112 0,-1 1 0,-1 0 0,-1 1 0,-1 1 0,-1 1 0,-1 0 0,-2 0 0,0 1 0,-2 0 0,0 0 0,-2 1 0,-1-1 0,-1 1 0,-1 40 0,-2-7 0,-6 146 0,6-201-57,-1 0 0,0-1 1,0 1-1,0 0 0,-1 0 0,0-1 0,0 1 0,0 0 0,-1-1 0,1 0 0,-1 0 1,0 0-1,0 0 0,0 0 0,-1 0 0,1-1 0,-1 0 0,0 0 0,0 0 0,0 0 1,-1 0-1,1-1 0,-6 3 0,-17 5-6769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4:02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24575,'6'0'0,"15"0"0,10 0 0,12 0 0,5 0 0,0 0 0,0 0 0,-4 0 0,-2 0 0,-2 0 0,-2 0 0,-7 0-8191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4:03.0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24575,'6'0'0,"8"0"0,9 0 0,6 0 0,4 0 0,4 0 0,0 0 0,2 0 0,-1 0 0,0 0 0,-6 0-8191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4:05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1 543 24575,'2'-31'0,"1"1"0,1 0 0,2 0 0,1 0 0,2 1 0,19-47 0,-3 9 0,-18 42 0,0 0 0,-2 0 0,0 0 0,-2-1 0,-1 0 0,-1-42 0,-33 195 0,18 9 0,13-119 0,0 1 0,2 0 0,0-1 0,2 1 0,6 28 0,-6-38 0,0 0 0,0 1 0,1-1 0,0 0 0,1-1 0,0 1 0,0-1 0,0 0 0,1 0 0,0-1 0,1 1 0,-1-1 0,1-1 0,0 1 0,14 7 0,-11-8 0,1 0 0,0-1 0,0 0 0,0-1 0,0 0 0,0-1 0,1 0 0,-1-1 0,1 0 0,-1-1 0,20-1 0,-26 0 0,0 1 0,-1-1 0,1 0 0,-1 0 0,1-1 0,-1 1 0,0-1 0,1 0 0,-1 0 0,0-1 0,0 1 0,0-1 0,-1 0 0,1 0 0,6-7 0,-5 4 0,-1 0 0,0 0 0,0-1 0,0 0 0,-1 0 0,0 0 0,0 0 0,3-15 0,-2-2 0,-1 0 0,0 0 0,-2 0 0,-1 0 0,-4-27 0,15 148 0,-7-79 0,28 105 0,-26-106 0,0-1 0,1 1 0,0-1 0,19 28 0,-21-39 0,0 0 0,0 0 0,0-1 0,1 0 0,-1 0 0,1 0 0,0-1 0,0 0 0,0 0 0,1 0 0,-1-1 0,1 0 0,0 0 0,-1-1 0,1 0 0,0 0 0,0 0 0,7-1 0,18 0 0,0-1 0,44-7 0,-45 1-1365,-7-2-5461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4:09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 24575,'5'-1'0,"0"0"0,-1 0 0,1 0 0,0-1 0,-1 0 0,10-4 0,22-8 0,-16 10 0,-1 1 0,1 0 0,0 2 0,31 1 0,-47 1 0,0-1 0,0 0 0,0 1 0,0 0 0,-1 0 0,1 0 0,0 0 0,0 1 0,-1-1 0,1 1 0,-1 0 0,1 0 0,-1 0 0,0 1 0,0-1 0,0 1 0,0 0 0,0-1 0,0 1 0,-1 1 0,0-1 0,1 0 0,-1 1 0,0-1 0,-1 1 0,1-1 0,-1 1 0,1 0 0,0 5 0,0 2 0,0 1 0,-1-1 0,0 0 0,-1 0 0,0 0 0,-1 0 0,0 1 0,-1-1 0,0 0 0,-1 0 0,0-1 0,-1 1 0,0-1 0,0 1 0,-1-1 0,0-1 0,-1 1 0,-1-1 0,1 0 0,-1 0 0,-1 0 0,1-1 0,-1-1 0,-1 1 0,0-1 0,0-1 0,0 1 0,-1-2 0,1 1 0,-14 4 0,9-5 0,6-2 0,1-1 0,0 1 0,0 0 0,0 0 0,-9 8 0,15-6 0,12-2 0,11 0 0,199-4-1365,-188 1-5461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4:11.3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1 24575,'-5'83'0,"-3"0"0,-5 0 0,-29 106 0,29-154 0,11-30 0,-1 0 0,1 0 0,0 0 0,0 1 0,1-1 0,0 0 0,0 1 0,0-1 0,0 1 0,1-1 0,0 1 0,0 5 0,1-9 0,0-1 0,0 0 0,0 0 0,0 0 0,0 0 0,0 0 0,0 0 0,0 0 0,1 0 0,-1 0 0,0-1 0,0 1 0,1 0 0,-1-1 0,1 1 0,-1-1 0,0 0 0,1 1 0,-1-1 0,1 0 0,-1 0 0,1 0 0,2 0 0,42-2 0,-34 1 0,-5 1 0,-1 0 0,1-1 0,0 0 0,0 0 0,0-1 0,-1 0 0,1 0 0,-1-1 0,1 1 0,-1-1 0,0-1 0,0 1 0,0-1 0,-1 0 0,0 0 0,1-1 0,-1 0 0,0 1 0,-1-2 0,0 1 0,1-1 0,-2 1 0,1-1 0,3-7 0,-2 4-112,-1 10 121,0 22 164,-6 53-654,1-57-473,1 15-5872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4:13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24575,'0'12'0,"0"11"0,0 14 0,0 13 0,0 11 0,0 1 0,0-4 0,0-6 0,0-11-8191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4:14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4:23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78 24575,'0'-3'0,"0"1"0,0-1 0,1 0 0,-1 0 0,1 1 0,-1-1 0,1 1 0,0-1 0,0 0 0,0 1 0,1 0 0,-1-1 0,1 1 0,-1 0 0,1 0 0,0-1 0,-1 1 0,1 1 0,4-4 0,-1 2 0,0 0 0,-1 0 0,1 0 0,1 1 0,-1 0 0,0 0 0,1 0 0,-1 1 0,9-1 0,-6 0 0,1 1 0,-1 1 0,1 0 0,-1 0 0,1 1 0,-1-1 0,1 2 0,-1-1 0,0 1 0,0 1 0,0 0 0,0 0 0,9 5 0,-12-5 0,-1 1 0,0-1 0,0 1 0,0 1 0,0-1 0,-1 0 0,0 1 0,0 0 0,0-1 0,0 1 0,-1 0 0,0 1 0,0-1 0,0 0 0,-1 0 0,1 1 0,-1-1 0,-1 1 0,1 0 0,-1-1 0,0 8 0,0-9 0,-1 0 0,1 0 0,-1 0 0,0 0 0,0 0 0,0-1 0,0 1 0,-1 0 0,1 0 0,-1-1 0,0 1 0,0-1 0,-1 1 0,1-1 0,-1 0 0,1 0 0,-1 0 0,0 0 0,0-1 0,0 1 0,-1-1 0,1 0 0,-1 0 0,1 0 0,-1 0 0,0 0 0,1-1 0,-1 0 0,-5 2 0,2-3 0,0 1 0,0-1 0,0 0 0,0 0 0,0-1 0,1 0 0,-1 0 0,0 0 0,0-1 0,1 0 0,-1 0 0,1-1 0,0 0 0,-1 0 0,1-1 0,1 1 0,-1-1 0,0-1 0,1 1 0,0-1 0,0 0 0,1 0 0,-1 0 0,1-1 0,0 1 0,0-1 0,1 0 0,0 0 0,0-1 0,0 1 0,-3-13 0,5 17 3,1 0 1,0 0-1,-1-1 0,1 1 0,0 0 1,0 0-1,0 0 0,0 0 0,1 0 1,-1 0-1,1-1 0,-1 1 0,1 0 1,-1 0-1,1 0 0,0 0 0,0 0 1,0 1-1,0-1 0,1 0 0,-1 0 0,0 1 1,1-1-1,-1 1 0,1-1 0,0 1 1,-1 0-1,1-1 0,0 1 0,0 0 1,0 0-1,0 0 0,0 0 0,0 1 1,0-1-1,2 0 0,3-1-152,0 0 1,0 1-1,0 0 1,0 0-1,1 1 1,-1 0-1,0 0 1,0 1-1,13 2 1,5 5-6678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4:26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1 24575,'-2'16'0,"0"1"0,-1-1 0,-1 1 0,0-1 0,-1-1 0,-12 26 0,-12 39 0,16-19 0,1 0 0,-4 93 0,12 127 0,5-242 0,-1-28-59,0-1 0,1 1-1,0 0 1,1 0-1,0-1 1,0 1 0,1-1-1,1 0 1,0 0 0,0 0-1,1 0 1,0-1 0,1 0-1,0 0 1,0 0-1,1-1 1,0 1 0,1-2-1,0 1 1,0-1 0,0 0-1,15 8 1,2 1-6767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5:05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24575,'0'872'0,"0"-881"0,0-11 0,0 1 0,1-1 0,7-32 0,-6 45 0,0 1 0,0-1 0,1 1 0,0 0 0,0-1 0,0 2 0,1-1 0,0 0 0,0 1 0,0-1 0,1 1 0,0 0 0,0 1 0,8-7 0,-1 2 0,1 0 0,0 1 0,0 0 0,1 1 0,0 0 0,1 1 0,17-5 0,-27 10 0,0 0 0,0 0 0,0 1 0,1-1 0,-1 1 0,0 0 0,0 1 0,1-1 0,-1 1 0,0 0 0,0 0 0,0 1 0,0-1 0,0 1 0,0 0 0,-1 1 0,1-1 0,-1 1 0,1 0 0,-1 0 0,0 0 0,0 1 0,0-1 0,0 1 0,2 4 0,-1-2-2,0 1 0,-1-1 0,0 1 0,0 0-1,-1 0 1,0 0 0,0 0 0,0 1 0,2 14-1,-2 1 43,-1-1 0,-1 24-1,-1-25-526,1-1-1,7 40 1,-1-36-6339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5:07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443 0 24575,'-1'6'0,"-1"-1"0,-1 0 0,1 0 0,-1 1 0,0-2 0,0 1 0,-1 0 0,1-1 0,-1 1 0,0-1 0,0 0 0,-7 4 0,-6 10 0,-173 197 0,172-192 0,0 0 0,2 1 0,0 1 0,2 0 0,1 1 0,1 0 0,1 1 0,1 1 0,1 0 0,-6 39 0,1 18 0,3 2 0,1 99 0,9-166 0,1 0 0,1 0 0,5 31 0,-5-44 0,2 1 0,-1-1 0,1 0 0,0 0 0,0 1 0,1-2 0,0 1 0,0 0 0,1-1 0,-1 0 0,1 0 0,6 5 0,6 3 33,1 0 1,0-1-1,38 20 0,26 18-1531,-56-29-5328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5:11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24575,'0'6'0,"0"9"0,0 7 0,0 7 0,0 5 0,0 2 0,0 2 0,0 0 0,0 1 0,0-1 0,0 0 0,0-1 0,0 0 0,0-6-8191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5:17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0 744 24575,'2'-11'0,"0"0"0,1 0 0,0 0 0,0 1 0,1-1 0,1 1 0,0 0 0,0 0 0,1 0 0,10-12 0,5-11 0,68-108 0,-44 73 0,-3-2 0,56-125 0,-91 171 0,6-49 0,-11 61 0,-1 16 0,-2 16 0,-5 77 0,9 122 0,-1-208 0,0 0 0,1 1 0,0-1 0,1 0 0,0 0 0,1-1 0,0 1 0,1-1 0,0 0 0,9 12 0,-12-18 0,0-1 0,0 1 0,0 0 0,0-1 0,0 0 0,1 1 0,-1-1 0,1-1 0,0 1 0,0 0 0,0-1 0,0 0 0,0 0 0,1 0 0,-1-1 0,1 1 0,-1-1 0,1 0 0,-1 0 0,1-1 0,0 1 0,-1-1 0,1 0 0,0 0 0,-1-1 0,1 1 0,6-2 0,-8 0 0,0 0 0,0 1 0,0-1 0,0 0 0,0-1 0,-1 1 0,1 0 0,0-1 0,-1 0 0,0 1 0,0-1 0,0 0 0,0 0 0,0 0 0,-1 0 0,1-1 0,-1 1 0,0 0 0,0-1 0,0 1 0,0 0 0,0-6 0,2-10 0,-2 0 0,-1-36 0,0 40 0,-3-36 0,1 33 0,1 1 0,1 0 0,0 0 0,1-1 0,6-26 0,-7 43 0,0 1 0,0-1 0,0 0 0,0 0 0,0 0 0,1 1 0,-1-1 0,0 0 0,1 0 0,-1 1 0,0-1 0,1 0 0,-1 1 0,1-1 0,-1 0 0,1 1 0,-1-1 0,1 1 0,0-1 0,-1 1 0,1-1 0,1 0 0,7 12 0,5 40 0,-11-41 0,17 52 0,32 69 0,-50-126-65,0-1 0,0 1 0,0-1 0,0 0 0,1 1 0,0-1 0,0 0 0,0-1 0,0 1 0,0-1 0,1 1 0,0-1 0,-1 0 0,1 0 0,1-1 0,-1 1 0,0-1 0,0 0 0,1 0 0,4 2 0,16 1-6761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5:18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24575,'1'12'0,"1"-1"0,0 0 0,1 0 0,1-1 0,-1 1 0,2-1 0,0 1 0,0-1 0,7 10 0,3 8 0,157 294 0,-166-309 0,0 0 0,0 1 0,-2 0 0,0 0 0,0 0 0,-1 0 0,-1 1 0,1 18 0,-6 124 0,-1-75 0,4-80 0,-9 153 0,6-135 0,-1 0 0,0 0 0,-2 0 0,0 0 0,-14 28 0,1-10 0,2 1 0,1 1 0,-14 58 0,30-93-170,3-10-1025,7-20-5631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5:21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24575,'7'0'0,"7"0"0,9 0 0,6 0 0,4 0 0,3 0 0,2 0 0,0 0 0,1 0 0,-1 0 0,0 0 0,-1 0 0,0 0 0,-6 0-8191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5:26.9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24575,'6'0'0,"9"0"0,7 0 0,13 0 0,7 0 0,2 0 0,1 0 0,-3 0 0,0 0 0,-3 0 0,0 0 0,-8 0-8191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5:29.7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 24575,'1'-2'0,"-1"0"0,1 1 0,0-1 0,0 1 0,-1-1 0,1 1 0,0-1 0,0 1 0,1-1 0,-1 1 0,0 0 0,0 0 0,0 0 0,1-1 0,-1 1 0,1 1 0,-1-1 0,1 0 0,-1 0 0,1 0 0,0 1 0,-1-1 0,1 1 0,0-1 0,-1 1 0,1 0 0,3-1 0,55-6 0,-53 7 0,-5 0 0,17-2 0,0 1 0,0 1 0,0 1 0,31 5 0,-45-5 0,0 0 0,0 1 0,0-1 0,-1 1 0,1 1 0,-1-1 0,1 0 0,-1 1 0,0 0 0,0 0 0,0 0 0,0 1 0,0-1 0,-1 1 0,0 0 0,0 0 0,0 0 0,0 0 0,0 0 0,-1 1 0,0 0 0,3 7 0,1 13 0,-2-1 0,-1 1 0,0 0 0,-2-1 0,-1 1 0,-1 0 0,-1 0 0,-1 0 0,-2-1 0,-7 28 0,9-41 0,-1-1 0,0 0 0,0 0 0,-1 0 0,0 0 0,0-1 0,-1 0 0,-1 0 0,1-1 0,-1 1 0,-10 7 0,-3 1 0,-1-2 0,0-1 0,-35 18 0,23-14 0,-43 26 0,76-44 0,0 0 0,1 0 0,-1 0 0,1 0 0,-1 0 0,1 0 0,-1 1 0,1-1 0,-1 0 0,0 0 0,1 0 0,-1 0 0,1 1 0,-1-1 0,0 0 0,1 0 0,-1 1 0,1-1 0,-1 0 0,0 0 0,1 1 0,-1-1 0,0 0 0,0 1 0,1-1 0,-1 1 0,0-1 0,0 0 0,0 1 0,1-1 0,-1 1 0,0-1 0,0 1 0,0-1 0,0 0 0,0 1 0,0-1 0,0 1 0,0-1 0,0 1 0,0-1 0,0 1 0,0-1 0,0 0 0,0 1 0,-1-1 0,1 1 0,0-1 0,0 1 0,0-1 0,-1 0 0,1 1 0,0-1 0,0 0 0,-1 1 0,1-1 0,0 0 0,-1 1 0,1-1 0,0 0 0,-1 0 0,1 1 0,-1-1 0,1 0 0,-1 1 0,45 1 0,-40-2 0,62-3 66,89-15-1,39-3-1561,-162 21-5330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5:36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24575,'-3'143'0,"7"154"0,-4-293 0,0 0 0,1-1 0,-1 1 0,1-1 0,0 1 0,0-1 0,0 0 0,1 1 0,-1-1 0,1 0 0,0 0 0,-1 0 0,2 0 0,-1 0 0,0 0 0,0 0 0,1-1 0,0 1 0,-1-1 0,1 0 0,0 0 0,0 0 0,0 0 0,1 0 0,-1-1 0,0 1 0,0-1 0,1 0 0,5 1 0,7 1 0,1-2 0,0 1 0,0-2 0,0 0 0,18-3 0,-5 1 0,-23 2 0,0-1 0,0 1 0,0-1 0,0 0 0,-1-1 0,1 0 0,0 0 0,-1-1 0,10-4 0,-13 5 0,0 0 0,0-1 0,0 1 0,-1-1 0,1 0 0,0 0 0,-1 0 0,0 0 0,0 0 0,0-1 0,0 1 0,-1-1 0,1 1 0,-1-1 0,0 0 0,0 1 0,0-1 0,1-7 0,5-84 0,-6 89 0,-1-1 0,-1 1 0,1 0 0,-1-1 0,0 1 0,0 0 0,-1 0 0,0 0 0,0-1 0,0 2 0,-1-1 0,-4-8 0,7 14 0,-1 0 0,1 0 0,0-1 0,-1 1 0,1 0 0,0 0 0,-1-1 0,1 1 0,0 0 0,-1 0 0,1 0 0,-1 0 0,1 0 0,0 0 0,-1 0 0,1 0 0,0-1 0,-1 1 0,1 0 0,-1 1 0,1-1 0,0 0 0,-1 0 0,1 0 0,-1 0 0,1 0 0,0 0 0,-1 0 0,1 1 0,0-1 0,-1 0 0,1 0 0,0 0 0,-1 1 0,1-1 0,0 0 0,0 0 0,-1 1 0,1-1 0,0 0 0,0 1 0,-1-1 0,1 0 0,0 1 0,0-1 0,0 0 0,0 1 0,0-1 0,-1 1 0,1-1 0,0 0 0,0 1 0,0-1 0,0 0 0,0 1 0,0-1 0,0 1 0,-6 25 0,0 50 0,6 148 0,3-93 0,-3-45-1365,0-50-5461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5:39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0 592 24575,'2'-20'0,"1"0"0,0 1 0,1-1 0,1 1 0,12-30 0,11-45 0,-20 48 0,4-77 0,-11 103 0,-1 1 0,-1 0 0,-1 0 0,-1 0 0,0 0 0,-11-31 0,14 49 0,0 1 0,0-1 0,0 0 0,0 0 0,0 1 0,-1-1 0,1 0 0,0 0 0,0 1 0,-1-1 0,1 0 0,-1 1 0,1-1 0,0 1 0,-1-1 0,1 0 0,-1 1 0,0-1 0,1 1 0,-1-1 0,1 1 0,-1 0 0,0-1 0,1 1 0,-1-1 0,-1 1 0,-5 16 0,3 34 0,2-3 0,0-11 0,1-1 0,1 1 0,3 0 0,6 37 0,-7-66 0,1-1 0,-1 0 0,1 0 0,1 0 0,-1 0 0,1 0 0,0-1 0,0 1 0,1-1 0,-1 0 0,1 0 0,0-1 0,1 0 0,-1 1 0,1-2 0,-1 1 0,1-1 0,1 0 0,10 4 0,-11-4 0,1-1 0,0 0 0,0 0 0,0 0 0,0-1 0,0 0 0,0-1 0,0 1 0,0-1 0,0-1 0,0 1 0,0-1 0,0 0 0,0-1 0,0 0 0,0 0 0,0-1 0,11-5 0,-8 2 0,-2 0 0,1 0 0,-1 0 0,1-1 0,-2-1 0,1 1 0,-1-1 0,0-1 0,-1 1 0,0-1 0,-1 0 0,1 0 0,-2-1 0,1 1 0,-1-1 0,-1 0 0,0-1 0,0 1 0,-1 0 0,0-1 0,-1 0 0,0 1 0,-1-13 0,-3 94 0,0-40 0,1-1 0,2 1 0,1 0 0,1-1 0,1 1 0,9 30 0,-10-56 0,0-1 0,0 0 0,0 0 0,0 1 0,1-1 0,0-1 0,0 1 0,0 0 0,0-1 0,1 1 0,-1-1 0,1 0 0,0 0 0,8 4 0,-4-3 0,0 0 0,1-1 0,-1 1 0,1-2 0,0 1 0,0-1 0,17 1 0,-18-2 0,-1 0 0,1-1 0,0 0 0,-1 0 0,1-1 0,0 0 0,-1 0 0,1-1 0,-1 0 0,0 0 0,1-1 0,-1 0 0,0 0 0,0 0 0,-1-1 0,1 0 0,-1-1 0,0 1 0,0-1 0,7-8 0,3-16-1365,-7 1-5461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5:42.4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0 148 24575,'0'-9'0,"0"1"0,1 0 0,0-1 0,0 1 0,1 0 0,0 0 0,0 0 0,1 0 0,0 0 0,5-10 0,-5 15 0,-1-1 0,1 1 0,0-1 0,0 1 0,0 0 0,0 0 0,0 0 0,1 1 0,0-1 0,-1 1 0,1 0 0,0 0 0,0 0 0,0 0 0,0 1 0,0 0 0,1 0 0,-1 0 0,0 0 0,1 0 0,4 1 0,-5 0 0,0-1 0,0 1 0,-1 1 0,1-1 0,0 0 0,0 1 0,-1 0 0,1 0 0,0 0 0,-1 0 0,1 1 0,-1 0 0,0-1 0,1 1 0,-1 0 0,0 0 0,0 1 0,3 2 0,-2 0 0,0 0 0,0 0 0,-1 0 0,1 0 0,-1 1 0,-1 0 0,1-1 0,-1 1 0,0 0 0,2 7 0,0 12 0,0 1 0,-2 0 0,0 0 0,-3 29 0,1-49 0,0 4 0,-1 0 0,1 0 0,-2 0 0,1 0 0,-2-1 0,1 1 0,-5 10 0,5-16 0,0 1 0,-1-1 0,0 0 0,1 0 0,-1 0 0,-1 0 0,1-1 0,0 1 0,-1-1 0,0 0 0,0 0 0,0 0 0,0-1 0,0 1 0,-1-1 0,-5 2 0,-10 4 0,-26 13 0,45-17 0,11 0 0,12-2 0,237-4-1365,-227 2-5461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5:46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33 24575,'0'-1'0,"1"-1"0,0 0 0,-1 1 0,1-1 0,0 0 0,0 1 0,0-1 0,0 1 0,0 0 0,0-1 0,0 1 0,1 0 0,-1 0 0,0 0 0,1 0 0,-1 0 0,1 0 0,-1 0 0,1 0 0,0 0 0,-1 1 0,1-1 0,0 1 0,-1-1 0,1 1 0,0 0 0,0-1 0,-1 1 0,3 0 0,2-1 0,0 1 0,0-1 0,0 1 0,0 0 0,1 0 0,-1 1 0,8 1 0,-12-1 0,1 0 0,0 0 0,0 1 0,-1-1 0,1 1 0,-1-1 0,1 1 0,-1 0 0,0 0 0,1 0 0,-1 0 0,0 1 0,-1-1 0,1 0 0,0 1 0,-1 0 0,1-1 0,-1 1 0,0 0 0,1-1 0,-2 1 0,1 0 0,0 0 0,0 0 0,-1 0 0,0 0 0,1 0 0,-1 0 0,0 0 0,-1 0 0,1 0 0,0 0 0,-1 0 0,-1 5 0,-1 1 0,1-1 0,-1 0 0,0 0 0,-1 0 0,0 0 0,0-1 0,-1 1 0,0-1 0,0 0 0,0 0 0,-8 6 0,3-5 0,-1 0 0,0-1 0,0 0 0,-1-1 0,-24 10 0,21-10 0,20-2 0,19-2 0,29-1 0,-21-3 0,-18 1 0,1 0 0,-1 1 0,1 1 0,0 0 0,14 3 0,-25-3 0,-1 0 0,1 0 0,-1 0 0,0 1 0,0-1 0,1 1 0,-1 0 0,0 0 0,-1 0 0,1 0 0,0 1 0,0-1 0,-1 1 0,0-1 0,1 1 0,-1 0 0,0 0 0,0 0 0,-1 0 0,1 0 0,-1 0 0,1 1 0,-1-1 0,0 0 0,1 7 0,0-2 0,-1-1 0,0 0 0,0 0 0,-1 1 0,0-1 0,0 1 0,-1-1 0,0 0 0,0 1 0,-5 12 0,5-17 0,-1 1 0,0-1 0,0 1 0,0-1 0,0 0 0,0 0 0,-1 0 0,0 0 0,1 0 0,-1-1 0,0 1 0,0-1 0,-1 0 0,1 0 0,0 0 0,-1 0 0,1 0 0,-1-1 0,0 1 0,1-1 0,-1 0 0,-4 0 0,-177 31-1365,152-28-5461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5:50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0 146 24575,'1'-8'0,"-1"0"0,1 1 0,1-1 0,-1 0 0,1 1 0,1-1 0,-1 1 0,1 0 0,1 0 0,-1 0 0,1 0 0,8-10 0,-10 14 0,0 0 0,1 0 0,0 0 0,0 0 0,0 0 0,0 1 0,0-1 0,0 1 0,0 0 0,1 0 0,-1 0 0,1 1 0,0-1 0,0 1 0,-1 0 0,1 0 0,0 0 0,0 0 0,0 1 0,0-1 0,0 1 0,0 0 0,0 0 0,0 1 0,0-1 0,4 2 0,-7-2 0,1 0 0,-1 0 0,0 1 0,0-1 0,1 0 0,-1 1 0,0-1 0,0 0 0,0 1 0,1 0 0,-1-1 0,0 1 0,0-1 0,0 1 0,0 0 0,0 0 0,0 0 0,-1 0 0,1 0 0,0 0 0,0 0 0,0 0 0,-1 0 0,1 0 0,-1 0 0,1 0 0,-1 0 0,1 0 0,-1 1 0,0-1 0,1 0 0,-1 0 0,0 1 0,0-1 0,0 0 0,0 0 0,0 1 0,0-1 0,0 0 0,-1 0 0,1 1 0,0-1 0,-1 0 0,1 0 0,-1 0 0,1 0 0,-1 1 0,0-1 0,0 1 0,-2 2 0,0 0 0,0-1 0,0 1 0,0-1 0,0 1 0,-1-1 0,0-1 0,1 1 0,-1 0 0,0-1 0,0 0 0,-7 3 0,-14-1 120,25-4-151,0 1 0,-1-1 0,1 0 0,-1 0 0,1 0 0,-1 0 0,1 0 0,-1 0 1,1 0-1,0 0 0,-1 0 0,1-1 0,-1 1 0,1 0 0,-1 0 0,1 0 0,0 0 0,-1-1 0,1 1 0,-1 0 0,1 0 0,0-1 0,-1 1 0,1 0 1,0-1-1,-1 1 0,1 0 0,0-1 0,0 1 0,-1 0 0,1-1 0,0 1 0,0-1 0,0 1 0,0 0 0,-1-1 0,1 1 0,0-1 0,0 1 0,0-1 1,0 1-1,0 0 0,0-1 0,0 1 0,0-1 0,0 1 0,0-1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5:55.4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0 462 24575,'2'-33'0,"2"0"0,1 0 0,2 1 0,16-51 0,-6 25 0,-9 24 0,-2 10 0,0 0 0,2 1 0,0 0 0,14-26 0,-21 48 0,-1 0 0,0 0 0,0 1 0,1-1 0,-1 0 0,1 1 0,-1-1 0,0 1 0,1-1 0,-1 0 0,1 1 0,-1-1 0,1 1 0,0-1 0,-1 1 0,1-1 0,-1 1 0,1 0 0,0-1 0,0 1 0,-1 0 0,1 0 0,0-1 0,0 1 0,8 12 0,-2 31 0,-3 392 75,-8-216-1515,4-180-5386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6:07.7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42 24575,'5'-1'0,"-1"0"0,1 0 0,0-1 0,-1 1 0,1-1 0,8-4 0,23-8 0,-13 9 0,1 1 0,0 2 0,0 0 0,-1 2 0,36 3 0,-53-2 0,-1-1 0,1 1 0,-1 0 0,0 1 0,1-1 0,-1 1 0,0 0 0,0 0 0,0 1 0,-1 0 0,1 0 0,0 0 0,-1 0 0,0 1 0,0-1 0,0 1 0,0 0 0,-1 0 0,1 1 0,-1-1 0,0 1 0,0-1 0,-1 1 0,1 0 0,-1 0 0,0 0 0,-1 1 0,1-1 0,0 9 0,4 52 0,-4 0 0,-12 131 0,9-191 0,-4 29 0,-2-1 0,-1 0 0,-1 0 0,-2-1 0,-2 0 0,-1-1 0,-34 58 0,44-85 0,1 1 0,-1-1 0,-1 0 0,1 0 0,-8 6 0,12-10 0,0-1 0,-1 1 0,1-1 0,-1 0 0,1 1 0,-1-1 0,1 0 0,-1 1 0,1-1 0,0 0 0,-1 0 0,0 1 0,1-1 0,-1 0 0,1 0 0,-1 0 0,1 0 0,-1 0 0,1 0 0,-1 0 0,1 0 0,-1 0 0,0 0 0,1 0 0,-1 0 0,0-1 0,0 0 0,1 0 0,-1 0 0,1 0 0,-1 0 0,1-1 0,-1 1 0,1 0 0,0 0 0,0-1 0,0 1 0,0 0 0,0 0 0,0-1 0,0 1 0,0 0 0,0 0 0,0-1 0,1 0 0,0-5 0,1 0 0,0 0 0,0 0 0,0 1 0,1-1 0,0 1 0,0 0 0,0 0 0,1 0 0,0 0 0,0 0 0,8-7 0,-3 4 0,0 1 0,1 1 0,0-1 0,0 1 0,1 1 0,18-9 0,-4 5 0,-1 2 0,1 0 0,1 1 0,-1 2 0,1 1 0,31-2 0,133 6-1365,-155 1-5461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6:59.97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24575,'22'319'0,"17"16"0,-23-92 0,4 22 0,-7-110 0,-10 243 0,-6-191 0,3 2364-1365,0-2535-5461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7:06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24575,'0'34'0,"-1"3"0,1 0 0,2 0 0,2 0 0,12 52 0,82 393 0,-82-387 0,-3 6 0,-15-265 0,3 80 0,-1 78 0,0 0 0,0 1 0,0-1 0,1 0 0,-1 1 0,2-1 0,-1 1 0,0-1 0,1 1 0,0 0 0,1-1 0,-1 1 0,1 0 0,3-5 0,-2 7 0,-1 0 0,1 0 0,0 0 0,0 0 0,0 1 0,0-1 0,1 1 0,-1 0 0,1 0 0,-1 1 0,1 0 0,0-1 0,-1 1 0,1 1 0,0-1 0,0 1 0,5 0 0,2-1 0,0 1 0,0 0 0,0 1 0,0 0 0,0 1 0,-1 0 0,1 1 0,14 5 0,-20-5 0,0 0 0,1 1 0,-2-1 0,1 1 0,0 0 0,-1 1 0,1 0 0,-1-1 0,-1 1 0,1 1 0,-1-1 0,0 1 0,0 0 0,0 0 0,4 10 0,2 6 0,-1 0 0,0 0 0,-2 1 0,-1-1 0,0 2 0,-2-1 0,-1 1 0,1 31 0,-4 18-1365,-1-41-5461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7:09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24575,'0'6'0,"0"9"0,6 8 0,2 12 0,1 13 0,3 5 0,1-1 0,-2-3 0,-3-3 0,-3-4 0,-3-8-8191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7:11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0 24575,'1'18'0,"-1"-1"0,1 1 0,-2 0 0,0-1 0,-2 0 0,0 1 0,0-1 0,-9 23 0,-10 23 0,2 2 0,4 0 0,2 1 0,3 1 0,3 0 0,3 0 0,3 1 0,11 110 0,-8-168 0,0-2 0,0 1 0,1 0 0,0 0 0,1 0 0,0-1 0,0 1 0,1-1 0,0 0 0,1 0 0,-1 0 0,1-1 0,1 0 0,0 0 0,0 0 0,0 0 0,1-1 0,-1 0 0,12 7 0,3 4-1365,-5-2-5461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7:15.6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24575,'1'10'0,"0"0"0,1 0 0,0-1 0,0 1 0,1-1 0,0 1 0,1-1 0,0 0 0,6 10 0,54 79 0,-38-62 0,10 17 0,51 99 0,-53-92 0,-27-49 0,0 0 0,-1 0 0,0 1 0,-1-1 0,0 1 0,-1 0 0,0 1 0,3 21 0,-2 43-71,-5 91 0,-2-97-1152,1-30-5603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7:16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24575,'7'0'0,"7"0"0,9 0 0,6 0 0,4 0 0,4 0 0,1 0 0,0 0 0,1 0 0,-1 0 0,-7 0-8191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7:18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24575,'6'0'0,"8"0"0,9 0 0,6 0 0,4 0 0,4 0 0,0 0 0,2 0 0,-7 0-8191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7:23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79 24575,'0'-2'0,"0"-1"0,0 0 0,0 1 0,1-1 0,-1 0 0,1 1 0,0-1 0,0 1 0,0-1 0,0 1 0,0 0 0,0-1 0,1 1 0,-1 0 0,1 0 0,0 0 0,-1 0 0,1 0 0,0 0 0,3-2 0,0 1 0,0 0 0,0 0 0,1 0 0,0 1 0,-1 0 0,1 0 0,0 0 0,10-1 0,5 0 0,1 2 0,0 0 0,44 5 0,-61-4 0,0 1 0,0 0 0,0 0 0,0 0 0,0 1 0,0 0 0,0 0 0,-1 0 0,1 0 0,-1 1 0,1 0 0,-1 0 0,0 0 0,0 0 0,0 1 0,5 6 0,-4-4 0,-1 1 0,0 0 0,0 0 0,-1 1 0,1-1 0,-2 1 0,1-1 0,-1 1 0,2 14 0,-1-2 0,-2-1 0,0 1 0,-2 0 0,0 0 0,-1-1 0,-1 1 0,-11 36 0,6-35 0,-2 0 0,-1-1 0,0 0 0,-1 0 0,-2-2 0,0 1 0,-19 19 0,-3 5 0,28-36 0,0 0 0,-1 0 0,0 0 0,0-1 0,0 0 0,0-1 0,-1 0 0,0-1 0,-20 7 0,16-6 0,0 0 0,0 2 0,-23 13 0,37-20 0,0 0 0,-1 0 0,1 0 0,0 0 0,-1 1 0,1-1 0,0 0 0,-1 0 0,1 0 0,0 0 0,0 0 0,-1 0 0,1 1 0,0-1 0,0 0 0,-1 0 0,1 0 0,0 1 0,0-1 0,0 0 0,-1 0 0,1 1 0,0-1 0,0 0 0,0 1 0,0-1 0,0 0 0,0 0 0,0 1 0,-1-1 0,1 0 0,0 1 0,0-1 0,0 0 0,0 1 0,0-1 0,0 0 0,0 1 0,1-1 0,-1 0 0,0 0 0,0 1 0,0-1 0,0 0 0,0 1 0,18 1 0,25-8 0,0-4 40,-1 2 0,50-3 0,-78 10-175,-1 1 0,1 0 0,0 1 0,0 0 0,0 1 0,0 1 0,-1 0 0,1 1 0,-1 0 0,22 11 0,-10 0-6691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7:26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24575,'0'444'0,"0"-437"0,0-1 0,0 1 0,1-1 0,0 0 0,0 1 0,0-1 0,1 0 0,0 0 0,0 0 0,3 6 0,-3-10 0,0 1 0,-1-1 0,1 0 0,0 0 0,0 0 0,1 0 0,-1 0 0,0-1 0,1 1 0,-1 0 0,1-1 0,-1 0 0,1 0 0,0 0 0,-1 0 0,1 0 0,0 0 0,0-1 0,0 1 0,0-1 0,-1 0 0,1 0 0,0 0 0,4-1 0,0 1 0,0 0 0,0-1 0,0 0 0,0 0 0,0-1 0,-1 1 0,1-2 0,-1 1 0,1-1 0,-1 0 0,0 0 0,0-1 0,0 1 0,7-7 0,-9 5 0,0 1 0,0-1 0,0-1 0,-1 1 0,0-1 0,0 1 0,0-1 0,0 0 0,-1 0 0,0 0 0,0 0 0,-1 0 0,0-1 0,0 1 0,0-11 0,-2-87 0,-1 83 0,0 73 0,1 393 0,1-434-273,0-1 0,1 0 0,0 0 0,4 15 0,3-3-6553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7:28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373 1 24575,'-8'1'0,"-1"0"0,1 1 0,0 0 0,1 0 0,-1 1 0,0 0 0,1 0 0,-1 1 0,1 0 0,0 0 0,0 1 0,1 0 0,-1 0 0,1 0 0,0 1 0,1 0 0,-11 13 0,-7 12 0,2 1 0,-26 49 0,42-72 0,-20 43 0,3 0 0,2 2 0,3 0 0,-19 99 0,28-110 0,3-1 0,1 1 0,2 0 0,7 76 0,-3-108 9,0 1 0,1-1 0,1 0 0,0 1 0,1-2 0,0 1-1,0 0 1,10 13 0,63 76-626,-57-75-211,-1 0-5998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7:30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1 398 24575,'1'-5'0,"0"0"0,0 1 0,1-1 0,-1 1 0,1-1 0,0 1 0,1 0 0,-1 0 0,5-6 0,7-14 0,126-293 0,-133 311 0,-2 16 0,1 31 0,-4-27 0,13 125-682,-5 239-1,-10-345-6143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7:32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75 24575,'0'-3'0,"0"-1"0,1 1 0,0 0 0,0-1 0,0 1 0,0 0 0,1 0 0,-1 0 0,1 0 0,-1 0 0,1 0 0,0 0 0,1 0 0,-1 1 0,0-1 0,1 1 0,-1 0 0,1-1 0,0 1 0,0 0 0,-1 1 0,1-1 0,1 0 0,-1 1 0,0 0 0,0 0 0,0 0 0,1 0 0,-1 0 0,7 0 0,-6 0 0,0 0 0,-1 1 0,1 0 0,0-1 0,0 1 0,0 0 0,0 1 0,0-1 0,0 1 0,0 0 0,0 0 0,0 0 0,-1 0 0,1 1 0,0-1 0,-1 1 0,0 0 0,1 0 0,-1 1 0,0-1 0,0 0 0,0 1 0,0 0 0,0 0 0,-1 0 0,5 6 0,-2 3 0,-1 0 0,-1 1 0,0-1 0,-1 0 0,0 1 0,-1 0 0,0 23 0,-10 92 0,8-125 0,-2 14 0,0 0 0,-2 0 0,0-1 0,-1 1 0,0-1 0,-1 0 0,-1-1 0,-13 19 0,-2-1 0,-1 0 0,-40 40 0,63-73 0,1 1 0,-1-1 0,1 0 0,-1 1 0,1-1 0,-1 1 0,1-1 0,0 1 0,-1-1 0,1 1 0,-1-1 0,1 1 0,0 0 0,0-1 0,-1 1 0,1 0 0,0-1 0,0 1 0,0-1 0,0 1 0,-1 0 0,1-1 0,0 1 0,0 0 0,0-1 0,1 1 0,-1 0 0,0-1 0,0 1 0,0 0 0,0-1 0,1 2 0,0-1 0,1 0 0,-1 0 0,0 0 0,1 0 0,-1-1 0,0 1 0,1 0 0,-1-1 0,1 1 0,-1-1 0,1 0 0,0 1 0,1-1 0,64 1 0,-57-1 0,104-2-1365,-80 1-5461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7:34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24575,'0'6'0,"6"9"0,9 14 0,1 8 0,4 11 0,6 9 0,10 8 0,6 5 0,-5-3 0,-2 0 0,-1-12 0,-6-3 0,-8-3 0,-1-11 0,-3-5 0,-5-8-8191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7:35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339 0 24575,'-1'11'0,"0"0"0,0 0 0,-1-1 0,-1 1 0,0 0 0,0-1 0,-1 0 0,0 0 0,-1 0 0,-9 15 0,-7 6 0,-45 51 0,3-4 0,-66 124-1365,110-175-5461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7:37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24575,'0'735'-1365,"0"-700"-5461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7:38.5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 24575,'6'0'0,"9"0"0,7 0 0,7 0 0,5 0 0,9 0 0,3 0 0,0 0 0,-1 0 0,-2-6 0,-3-2 0,-1 0 0,-1 2 0,-7 1-8191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7:40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449 0 24575,'-5'1'0,"1"0"0,-1 0 0,0 1 0,1-1 0,-1 1 0,1 0 0,-1 1 0,1-1 0,0 1 0,0 0 0,-6 5 0,-10 6 0,-31 17 0,-62 48 0,91-61 0,1 0 0,1 2 0,1 1 0,0 0 0,-15 25 0,23-30 0,1 2 0,0-1 0,1 1 0,-11 34 0,18-43 0,-1-1 0,1 0 0,1 1 0,0-1 0,0 1 0,1 0 0,0-1 0,0 1 0,1 0 0,0-1 0,0 1 0,1-1 0,5 14 0,-4-16 0,1 0 0,0-1 0,0 0 0,0 0 0,0 0 0,1 0 0,0-1 0,0 0 0,0 0 0,1 0 0,-1 0 0,1-1 0,0 0 0,0 0 0,0-1 0,0 1 0,0-2 0,1 1 0,-1 0 0,1-1 0,7 0 0,11 2 0,1-1 0,-1-1 0,1-1 0,27-4 0,-47 4 0,0 0 0,0-1 0,0 0 0,-1-1 0,1 1 0,0-1 0,0 0 0,-1 0 0,1-1 0,-1 0 0,0 0 0,0 0 0,0 0 0,0-1 0,0 0 0,6-7 0,-7 5 0,0 0 0,-1 0 0,0-1 0,0 1 0,0-1 0,-1 0 0,0 0 0,0 0 0,-1 0 0,0 0 0,0-1 0,-1 1 0,0-10 0,0 12 0,0 0 0,0-1 0,0 1 0,-1 0 0,0-1 0,0 1 0,-1 0 0,1 0 0,-1 0 0,0 0 0,0 0 0,-1 0 0,1 0 0,-1 1 0,0-1 0,-1 1 0,-4-5 0,5 6 0,-1 1 0,1 0 0,0 0 0,-1 0 0,0 0 0,1 0 0,-1 1 0,0 0 0,0 0 0,0 0 0,0 0 0,0 1 0,0-1 0,0 1 0,0 0 0,0 0 0,0 1 0,0-1 0,0 1 0,0 0 0,0 0 0,0 0 0,1 0 0,-6 3 0,1 0-136,0 0-1,0 1 1,0 0-1,1 1 1,0-1-1,0 1 1,0 1-1,1-1 0,-8 11 1,-8 10-6690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7:42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24575,'23'27'0,"-2"1"0,-2 1 0,0 0 0,-2 1 0,-1 2 0,-1-1 0,17 58 0,-18-49 0,-2 2 0,-1-1 0,-2 2 0,-2-1 0,2 84 0,-8 0 0,-5 153 0,-2-243-1365,-2-5-5461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7:44.7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 24575,'11'-1'0,"0"1"0,0 1 0,0 0 0,1 0 0,-1 1 0,0 1 0,16 5 0,-24-6 0,0-1 0,0 1 0,-1 0 0,1 0 0,-1 0 0,0 0 0,1 0 0,-1 0 0,0 0 0,0 1 0,0-1 0,0 1 0,-1 0 0,1-1 0,-1 1 0,0 0 0,0 0 0,1 0 0,-2 0 0,1 0 0,0 0 0,-1 0 0,1 0 0,-1 1 0,0-1 0,0 0 0,0 0 0,-1 0 0,1 0 0,-1 0 0,0 0 0,-1 4 0,-2 6 0,0 0 0,-2 1 0,1-2 0,-2 1 0,0-1 0,0 0 0,-1 0 0,-1-1 0,0 0 0,-19 18 0,-24 33 0,51-61 0,0 0 0,0 0 0,1 0 0,-1 0 0,0-1 0,1 1 0,-1 0 0,0 0 0,1 0 0,-1 0 0,1 1 0,0-1 0,-1 0 0,1 0 0,0 0 0,0 0 0,-1 0 0,1 0 0,0 1 0,0-1 0,0 0 0,1 0 0,-1 0 0,0 0 0,0 0 0,1 0 0,-1 1 0,0-1 0,1 0 0,-1 0 0,1 0 0,-1 0 0,1 0 0,0 0 0,-1-1 0,1 1 0,0 0 0,0 0 0,0 0 0,0-1 0,0 1 0,0 0 0,-1-1 0,1 1 0,1-1 0,-1 1 0,0-1 0,0 1 0,0-1 0,0 0 0,0 0 0,0 1 0,0-1 0,0 0 0,3 0 0,9 2 0,1 0 0,0-1 0,22-1 0,-28 0 0,69-2-1365,-42 1-5461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7:47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3 24575,'43'-2'0,"42"1"0,-80 2 0,0-1 0,-1 1 0,1 0 0,0 0 0,0 0 0,0 0 0,0 1 0,-1 0 0,1 0 0,-1 1 0,1-1 0,7 7 0,-10-7 0,0 0 0,0 0 0,-1 0 0,1 0 0,-1 1 0,1-1 0,-1 0 0,0 1 0,0 0 0,0-1 0,0 1 0,0 0 0,-1-1 0,1 1 0,-1 0 0,0 0 0,0-1 0,0 1 0,0 0 0,0 0 0,0-1 0,-1 1 0,0 0 0,1-1 0,-1 1 0,0 0 0,0-1 0,-2 4 0,-4 7 0,-1 1 0,0-1 0,-1 0 0,-10 11 0,4-5 0,8-11 0,0 0 0,-1-1 0,0 0 0,0-1 0,-10 7 0,10-7 0,0 0 0,0 0 0,0 1 0,-8 9 0,16-16 0,0 1 0,0-1 0,0 0 0,0 1 0,0-1 0,0 0 0,0 1 0,0-1 0,0 0 0,0 1 0,0-1 0,0 0 0,0 1 0,0-1 0,0 0 0,0 1 0,0-1 0,0 0 0,0 1 0,1-1 0,-1 0 0,0 0 0,0 1 0,0-1 0,1 0 0,-1 1 0,0-1 0,0 0 0,1 0 0,-1 0 0,0 1 0,0-1 0,1 0 0,-1 0 0,0 0 0,1 0 0,-1 1 0,0-1 0,1 0 0,-1 0 0,0 0 0,1 0 0,-1 0 0,0 0 0,1 0 0,-1 0 0,0 0 0,1 0 0,-1 0 0,0 0 0,1 0 0,-1-1 0,24 4 0,-23-3 0,19 0 0,-10 0 0,0 0 0,1 0 0,-1 2 0,0-1 0,17 5 0,-23-4 0,-1-1 0,0 1 0,0-1 0,0 1 0,0 0 0,-1 0 0,1 0 0,-1 1 0,1-1 0,-1 1 0,0-1 0,1 1 0,-1 0 0,-1 0 0,1-1 0,0 1 0,-1 1 0,1-1 0,-1 0 0,0 0 0,1 7 0,0-3 0,0 0 0,-1 1 0,0-1 0,-1 1 0,1-1 0,-1 1 0,-1 0 0,1-1 0,-1 1 0,-1-1 0,1 0 0,-1 1 0,-1-1 0,-3 8 0,4-10 0,-1-1 0,0 1 0,0-1 0,-1 1 0,0-1 0,1 0 0,-1-1 0,-1 1 0,1 0 0,0-1 0,-1 0 0,0 0 0,1-1 0,-1 1 0,0-1 0,-1 0 0,1 0 0,0-1 0,-11 2 0,-12 1-211,0-2 0,0-2 1,-29-2-1,47 2-311,-23-2-6304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7:53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97 24575,'1'-6'0,"0"-1"0,0 1 0,1-1 0,0 1 0,0 0 0,0 0 0,1 0 0,0 0 0,6-10 0,-7 14 0,0 0 0,-1 0 0,1 0 0,0 0 0,0 0 0,0 0 0,0 1 0,0-1 0,0 1 0,0-1 0,5-1 0,-6 2 0,1 1 0,-1 0 0,0-1 0,1 1 0,-1 0 0,0 0 0,1 0 0,-1 0 0,1 0 0,-1 1 0,0-1 0,1 0 0,-1 1 0,0-1 0,0 0 0,1 1 0,-1 0 0,0-1 0,0 1 0,0 0 0,1 0 0,-1-1 0,0 1 0,1 1 0,0 1 0,0-1 0,0 1 0,0 0 0,-1-1 0,1 1 0,-1 0 0,1 0 0,-1 0 0,0 0 0,0 0 0,0 0 0,-1 0 0,1 0 0,-1 1 0,0-1 0,0 0 0,0 0 0,0 0 0,0 1 0,-1-1 0,-1 6 0,2-7 0,-1 0 0,1 0 0,-1 0 0,0 0 0,0 0 0,0 0 0,0 0 0,0 0 0,0 0 0,0 0 0,-1-1 0,1 1 0,-1 0 0,1-1 0,-1 1 0,1-1 0,-1 0 0,0 0 0,0 1 0,0-1 0,0 0 0,0 0 0,0-1 0,0 1 0,0 0 0,0-1 0,0 1 0,0-1 0,0 0 0,-1 0 0,1 1 0,-3-2 0,3 1 5,0-1 0,0 1 0,0-1 0,0 0 0,0 1 0,0-1 0,0 0 0,1 0 0,-1 0 0,0-1 0,1 1 0,-1 0 0,1-1 0,-1 1 0,1 0 0,0-1 0,0 0 0,0 1 0,0-1 0,0 0 0,0 0 0,0 0 0,-1-2 0,1-1-170,-1 1 0,1-1 0,0 1 0,0-1 0,1 0 0,-1 1 0,1-1 0,1-9 0,4-9-6661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7:56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0 577 24575,'3'-32'0,"1"0"0,2 0 0,0 1 0,19-49 0,-17 51 0,87-312 0,-92 405 0,23 265 0,-17-239 0,14 80 0,-15-112-455,-3 1 0,-4 103 0,-1-146-6371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7:58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1 147 24575,'0'-11'0,"0"-1"0,0 0 0,1 1 0,1-1 0,0 1 0,7-23 0,-8 31 0,1 0 0,-1 1 0,1-1 0,0 1 0,0-1 0,0 1 0,0-1 0,0 1 0,0 0 0,1 0 0,-1 0 0,1 0 0,-1 0 0,1 1 0,0-1 0,-1 1 0,1 0 0,0 0 0,0 0 0,0 0 0,0 0 0,0 0 0,1 1 0,-1 0 0,0 0 0,0 0 0,0 0 0,0 0 0,0 0 0,0 1 0,4 0 0,-3 0 0,0 0 0,0 0 0,0 0 0,0 0 0,0 1 0,0 0 0,0 0 0,0 0 0,-1 0 0,1 0 0,-1 1 0,1-1 0,-1 1 0,0 0 0,3 5 0,0-1 0,-1 0 0,-1 0 0,0 1 0,0-1 0,0 1 0,-1 0 0,3 10 0,1 11 0,-2-1 0,0 1 0,0 42 0,-3-34 0,-2 1 0,-8 66 0,4-83 0,-1 1 0,0-1 0,-2 0 0,-1-1 0,0 0 0,-14 24 0,14-31 0,3-5 0,1 0 0,-1 0 0,1 1 0,1-1 0,-4 12 0,6-18 0,1-1 0,0 1 0,-1-1 0,1 1 0,0 0 0,0-1 0,0 1 0,0-1 0,0 1 0,1 0 0,-1-1 0,0 1 0,1-1 0,-1 1 0,1-1 0,-1 1 0,1-1 0,0 1 0,0-1 0,0 1 0,0-1 0,0 0 0,0 0 0,0 0 0,0 1 0,0-1 0,0 0 0,1 0 0,-1 0 0,0-1 0,1 1 0,-1 0 0,1 0 0,-1-1 0,1 1 0,-1-1 0,3 1 0,18 3 0,-1-1 0,1 0 0,0-2 0,0-1 0,41-4 0,28 0 0,139 21 0,37 0 0,728-18-1365,-957 1-5461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8:01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24575,'0'797'0,"0"-806"0,0-21 0,0 1 0,2-1 0,2 0 0,9-41 0,-12 65 0,1-1 0,0 0 0,0 1 0,1 0 0,0-1 0,0 1 0,1 0 0,0 1 0,0-1 0,0 1 0,0 0 0,1-1 0,0 2 0,0-1 0,0 1 0,1 0 0,-1 0 0,1 0 0,0 1 0,0 0 0,0 0 0,1 0 0,-1 1 0,1 0 0,10-2 0,-5 2 0,1 0 0,-1 1 0,1 1 0,0 0 0,-1 0 0,1 1 0,0 1 0,-1 0 0,0 1 0,17 5 0,-21-4 0,0 0 0,-1 0 0,1 0 0,-1 1 0,0 0 0,0 0 0,0 1 0,-1 0 0,0 0 0,0 0 0,-1 1 0,1 0 0,-1 0 0,-1 0 0,8 16 0,1 6 0,-1 0 0,-1 1 0,-2 0 0,-1 1 0,-2 0 0,0 0 0,-3 0 0,1 57 0,-5-52-1365,1-4-5461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8:02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24575,'0'6'0,"0"9"0,0 7 0,0 7 0,0 5 0,0 2 0,0 2 0,0-6-8191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8:04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224 0 24575,'-2'5'0,"1"-1"0,-1 0 0,0 0 0,0 1 0,0-1 0,0-1 0,-1 1 0,1 0 0,-1-1 0,0 1 0,-1-1 0,-5 5 0,-5 7 0,-6 9 0,2 1 0,0 1 0,1 0 0,2 1 0,1 1 0,1 0 0,1 1 0,2 0 0,1 1 0,1 0 0,1 1 0,2-1 0,-2 47 0,11 324 0,-4-390-105,0 0 0,1 0 0,0 1 0,1-1 0,0 0 0,0 0 0,2 0 0,-1 0 0,1-1 0,1 1 0,0-1 0,9 14 0,-1-6-6721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8:08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24575,'158'283'0,"-120"-218"0,-14-17 0,-2 0 0,26 86 0,-38-102 0,0 6-227,-1 1-1,-3 0 1,-1 0-1,-1 0 1,-5 80-1,0-88-6598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8:08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24575,'6'0'0,"9"0"0,14 0 0,8 0 0,11 0 0,3 0 0,-7 0-8191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8:09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24575,'6'0'0,"14"0"0,11 0 0,13 0 0,4 0 0,-6 0-8191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8:12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1 189 24575,'0'-13'0,"0"0"0,0 0 0,1 0 0,1 0 0,0 0 0,9-25 0,-9 33 0,0 1 0,1 0 0,-1-1 0,1 1 0,0 0 0,0 1 0,1-1 0,-1 1 0,1-1 0,0 1 0,0 0 0,0 0 0,0 1 0,0-1 0,1 1 0,-1 0 0,1 0 0,-1 0 0,1 1 0,0-1 0,8 0 0,-8 1 0,0-1 0,1 1 0,-1 1 0,0-1 0,1 1 0,-1 0 0,0 0 0,1 0 0,-1 1 0,0 0 0,1 0 0,-1 1 0,0-1 0,0 1 0,0 0 0,0 0 0,0 1 0,-1-1 0,1 1 0,-1 0 0,0 0 0,1 1 0,-1-1 0,-1 1 0,1 0 0,0 0 0,-1 0 0,0 1 0,0-1 0,0 1 0,-1 0 0,3 5 0,4 14 0,-2-1 0,0 1 0,-1 0 0,-2 1 0,3 32 0,-6 125 0,-3-98 0,2-75 0,0 0 0,-1 0 0,-1 0 0,1 0 0,-1-1 0,-1 1 0,0 0 0,0-1 0,0 0 0,-1 0 0,0 0 0,-1 0 0,0-1 0,-9 11 0,6-9 0,-1 0 0,-1-1 0,1 0 0,-1 0 0,-1-1 0,1-1 0,-1 0 0,0 0 0,-18 6 0,54-20 0,-1 1 0,1 2 0,1 0 0,33-1 0,112 3 0,-120 3 0,-8 0-1365,-6 0-5461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8:14.6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1 109 24575,'13'9'0,"0"0"0,0 1 0,-1 0 0,0 1 0,-1 0 0,12 15 0,18 17 0,-9-12 0,-1 1 0,44 61 0,-66-81 0,-1 1 0,-1 0 0,0 0 0,0 1 0,8 27 0,-13-33 0,0 0 0,-1-1 0,0 1 0,0 0 0,0 0 0,-1 0 0,0 0 0,-1-1 0,0 1 0,0 0 0,0 0 0,-6 14 0,5-18 0,-1 0 0,0 0 0,1-1 0,-1 1 0,-1-1 0,1 0 0,0 0 0,-1 0 0,0-1 0,1 1 0,-1-1 0,0 0 0,0 0 0,-1 0 0,1 0 0,0-1 0,0 0 0,-1 0 0,1 0 0,-1 0 0,1-1 0,-6 0 0,-5 2 0,0-2 0,0 0 0,0 0 0,0-2 0,-21-4 0,32 5 0,-1 0 0,0-1 0,1 0 0,-1 0 0,1 0 0,0 0 0,0-1 0,0 0 0,0 1 0,0-2 0,0 1 0,1 0 0,0-1 0,-1 0 0,-3-6 0,2 2 0,1 0 0,0 0 0,1 0 0,0 0 0,0-1 0,0 1 0,1-1 0,-1-11 0,2 3 0,0 1 0,0-1 0,2 1 0,0-1 0,1 1 0,1-1 0,0 1 0,1 0 0,8-19 0,-2 15 0,1 0 0,1 1 0,1 1 0,0 0 0,25-25 0,-22 25 0,0-1 0,0 0 0,-2-2 0,13-23 0,-26 41 0,1 1 0,-1 0 0,0 0 0,0-1 0,0 1 0,0-1 0,0 1 0,-1-1 0,1 1 0,-1-1 0,0 1 0,0-1 0,0 1 0,0-1 0,0 0 0,0 1 0,-1-1 0,1 1 0,-1-1 0,1 1 0,-3-4 0,2 4 0,-1 0 0,0 0 0,0 0 0,0 1 0,0-1 0,0 0 0,0 1 0,0-1 0,-1 1 0,1 0 0,0 0 0,-1 0 0,1 0 0,-1 0 0,1 0 0,-6 0 0,-7 0 0,1 0 0,-1 0 0,1 2 0,0 0 0,-1 0 0,-17 5 0,-6 3-1365,4-2-5461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8:20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80 24575,'1'19'0,"1"0"0,1 1 0,1-1 0,0 0 0,1-1 0,1 1 0,1-1 0,0 0 0,11 17 0,16 23 0,51 68 0,-50-78 0,-27-36 0,5 5 0,-1 1 0,0 0 0,-2 1 0,16 39 0,-24-54 0,-1 1 0,1-1 0,-1 1 0,-1 0 0,1-1 0,-1 1 0,1 0 0,-1-1 0,-1 1 0,1 0 0,0-1 0,-1 1 0,0 0 0,0-1 0,-1 1 0,1-1 0,-1 0 0,0 1 0,0-1 0,-1 0 0,1 0 0,-1 0 0,0-1 0,0 1 0,0-1 0,0 1 0,-1-1 0,-7 5 0,2-2 0,-1-1 0,0 0 0,0-1 0,0 0 0,-1 0 0,0-1 0,1-1 0,-1 0 0,0 0 0,0-1 0,0 0 0,0-1 0,0-1 0,-1 1 0,1-2 0,1 0 0,-17-4 0,23 4 0,1-1 0,-1 1 0,0-1 0,1 0 0,-1-1 0,1 1 0,0 0 0,0-1 0,0 0 0,0 1 0,1-1 0,-1 0 0,1 0 0,0-1 0,1 1 0,-1 0 0,1-1 0,0 1 0,0-1 0,0 1 0,0-1 0,1 0 0,0 1 0,0-10 0,0 5 0,1 0 0,-1 0 0,1 0 0,1 0 0,0 1 0,0-1 0,1 0 0,0 1 0,0 0 0,1 0 0,0 0 0,7-10 0,1 5 0,0 0 0,22-17 0,-24 23 0,0-1 0,-1 0 0,-1-1 0,1 0 0,-2 0 0,1-1 0,-1 0 0,8-14 0,49-107 0,-55 113 0,1-1 0,-2 0 0,-1 0 0,0-1 0,-1 0 0,-2 0 0,0 0 0,-1-1 0,1-30 0,-4 48 4,0 0-1,-1 0 1,1-1-1,-1 1 1,0 0-1,0 0 1,0 0 0,0 0-1,-1 0 1,1 0-1,-1 0 1,0 0-1,1 1 1,-1-1-1,0 1 1,-1-1-1,1 1 1,0 0-1,-1-1 1,1 1-1,-1 1 1,0-1 0,0 0-1,0 1 1,0-1-1,0 1 1,0 0-1,0 0 1,-5-1-1,-7-1-219,-1 1-1,0 0 0,0 1 1,-27 2-1,33-1-171,-24 2-6438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8:29.5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0 24575,'-1'26'0,"-1"-1"0,-1 1 0,-1-1 0,-1 0 0,-13 36 0,-55 113 0,24-65 0,41-88 0,2 0 0,0 0 0,1 1 0,1 0 0,-2 39 0,8 115 0,2-69 0,-4-90 0,0-1 0,2 0 0,0 0 0,0 0 0,7 20 0,-6-26 0,1-1 0,1 0 0,-1 0 0,1 0 0,1-1 0,0 0 0,0 0 0,0 0 0,14 12 0,17 15-1365,-22-18-5461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8:31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1 332 24575,'3'-1'0,"1"-1"0,0 0 0,-1 0 0,1 0 0,-1-1 0,0 1 0,0-1 0,0 1 0,0-1 0,0 0 0,-1 0 0,1-1 0,-1 1 0,0 0 0,3-7 0,3-1 0,73-113 0,8-10 0,-89 133 0,1 0 0,-1 0 0,1 0 0,0 0 0,0 0 0,-1 0 0,1 0 0,0 1 0,0-1 0,0 0 0,0 1 0,0-1 0,0 0 0,0 1 0,0-1 0,0 1 0,0 0 0,2-1 0,-2 1 0,-1 0 0,1 0 0,-1 1 0,1-1 0,-1 0 0,1 1 0,-1-1 0,1 0 0,-1 1 0,1-1 0,-1 1 0,1-1 0,-1 0 0,0 1 0,1-1 0,-1 1 0,0 0 0,1-1 0,-1 1 0,0-1 0,0 1 0,0-1 0,1 1 0,-1 1 0,5 48 0,-5-44 0,-1 401 123,-2-142-1611,3-234-5338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8:37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 24575,'95'-1'0,"104"3"0,-194-1 0,0-1 0,0 1 0,1 0 0,-1 0 0,0 0 0,0 1 0,0-1 0,0 1 0,0 1 0,-1-1 0,1 1 0,-1-1 0,1 1 0,-1 1 0,0-1 0,0 1 0,0-1 0,4 7 0,-4-4 0,-1 0 0,0 1 0,0-1 0,-1 1 0,0-1 0,0 1 0,0 0 0,-1 0 0,0 0 0,0 0 0,-1 0 0,0 0 0,-1 10 0,0-4 0,-1 1 0,0 0 0,-1-1 0,0 1 0,-1-1 0,-1 0 0,0 0 0,0-1 0,-2 1 0,1-1 0,-2-1 0,1 1 0,-11 10 0,-9 8 0,-2-2 0,-2 0 0,-34 23 0,-55 51 0,73-69 0,40-29 0,1 0 0,-1 0 0,1 0 0,0 1 0,0 0 0,-8 9 0,14-14 0,0 0 0,0 1 0,0-1 0,0 1 0,0-1 0,0 0 0,0 1 0,0-1 0,0 0 0,0 1 0,0-1 0,0 1 0,0-1 0,0 0 0,0 1 0,0-1 0,1 0 0,-1 1 0,0-1 0,0 0 0,0 1 0,1-1 0,-1 0 0,0 1 0,0-1 0,1 0 0,-1 0 0,0 1 0,1-1 0,-1 0 0,0 0 0,0 0 0,1 0 0,-1 1 0,1-1 0,-1 0 0,0 0 0,1 0 0,-1 0 0,0 0 0,1 0 0,-1 0 0,1 0 0,-1 0 0,0 0 0,1 0 0,-1 0 0,0 0 0,1 0 0,23 2 0,-23-2 0,329 1 103,-141-4-1571,-158 3-5358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8:38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24575,'0'5'0,"1"0"0,0 0 0,0 0 0,0-1 0,1 1 0,-1 0 0,1-1 0,0 1 0,1-1 0,4 7 0,35 45 0,-12-19 0,112 200 0,-74-117 0,-33-40-1365,-24-60-5461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8:39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534 1 24575,'-4'1'0,"0"1"0,0 0 0,0 0 0,0 1 0,1-1 0,-1 1 0,1 0 0,-1 0 0,1 0 0,0 0 0,0 0 0,0 1 0,-3 6 0,-8 5 0,-72 76-111,-278 299-1143,347-370-5572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8:41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24575,'1'21'0,"1"1"0,10 41 0,1 10 0,19 242 0,-24-241-682,-1 98-1,-7-141-6143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8:42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24575,'6'0'0,"15"0"0,10 0 0,5 0 0,4 0 0,1 0 0,0 0 0,5 0 0,2 0 0,-2 0 0,-2 0 0,-3 0 0,-1 0 0,-2 0 0,-1 0 0,-6 0-8191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8:44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515 1 24575,'-13'0'0,"1"0"0,-1 0 0,1 1 0,-1 0 0,1 1 0,0 1 0,0 0 0,0 1 0,0 0 0,0 0 0,1 2 0,0-1 0,0 1 0,0 1 0,1 0 0,0 0 0,0 1 0,-11 13 0,-12 19 0,1 2 0,-25 46 0,46-71 0,-2 5 0,0 1 0,2 0 0,0 1 0,2 1 0,-8 27 0,14-39 0,0 1 0,0 1 0,1-1 0,1 0 0,0 0 0,1 1 0,1-1 0,0 0 0,1 1 0,7 24 0,-6-33 0,0 0 0,0 0 0,1 0 0,0-1 0,0 1 0,1-1 0,-1 0 0,1 0 0,0-1 0,0 0 0,1 0 0,-1 0 0,1 0 0,0-1 0,0 0 0,0 0 0,0 0 0,1-1 0,8 2 0,10 3 0,0-1 0,1-1 0,44 2 0,-57-6 0,2 0 0,0 0 0,0 0 0,0-2 0,0 0 0,0 0 0,21-6 0,-35 7 0,0 0 0,0-1 0,0 1 0,0 0 0,0 0 0,0-1 0,0 1 0,0-1 0,0 1 0,0-1 0,0 1 0,0-1 0,0 0 0,0 1 0,-1-1 0,1 0 0,0 0 0,0 0 0,-1 1 0,1-1 0,0 0 0,-1 0 0,1 0 0,-1 0 0,0 0 0,1 0 0,-1 0 0,0 0 0,1-2 0,-2 2 0,1-1 0,-1 0 0,0 0 0,0 1 0,1-1 0,-1 1 0,0-1 0,-1 1 0,1-1 0,0 1 0,0-1 0,-1 1 0,1 0 0,0 0 0,-3-2 0,-6-4 0,-1 1 0,0-1 0,-21-7 0,11 7 12,-1 1 0,-1 1 0,1 0 0,-43-1 1,-95 7-394,95 0-664,33 0-5781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8:46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24575,'3'1'0,"-1"0"0,0-1 0,1 1 0,-1 0 0,0 0 0,0 0 0,0 1 0,0-1 0,0 1 0,0-1 0,0 1 0,0-1 0,0 1 0,-1 0 0,3 3 0,26 35 0,-24-30 0,42 51 0,-28-36 0,25 40 0,-39-55 0,0 1 0,-1-1 0,-1 1 0,0 0 0,0 0 0,-1 1 0,3 20 0,-2 44 0,-6 117 0,-2-55 0,1-95 22,-1 1 0,-2-1 0,-20 67-1,-2 16-1473,23-94-5374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8:58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 24575,'12'-1'0,"-1"0"0,1-1 0,-1-1 0,1 0 0,11-4 0,44-10 0,-61 16 0,1 0 0,0 1 0,0 0 0,0 0 0,0 1 0,0 0 0,-1 0 0,1 0 0,0 1 0,-1 0 0,1 0 0,-1 1 0,8 3 0,-10-3 0,0 0 0,0 0 0,-1 1 0,1-1 0,-1 1 0,0-1 0,0 1 0,0 0 0,-1 0 0,1 1 0,-1-1 0,0 0 0,0 1 0,0 0 0,-1-1 0,0 1 0,0 0 0,0-1 0,0 8 0,2 10 0,-2 0 0,-1 1 0,0-1 0,-2 0 0,0 0 0,-2 0 0,0 0 0,-2-1 0,0 0 0,-1 0 0,-1 0 0,-1-1 0,-1 0 0,-1 0 0,-20 27 0,28-45 0,1 1 0,0 0 0,0 0 0,0 1 0,1-1 0,-1 0 0,1 0 0,-1 1 0,1-1 0,0 1 0,0 5 0,1-7 0,0-1 0,0 1 0,1-1 0,-1 1 0,1-1 0,-1 0 0,1 1 0,-1-1 0,1 0 0,0 1 0,0-1 0,0 0 0,0 0 0,0 0 0,0 0 0,0 0 0,0 0 0,0 0 0,0 0 0,1 0 0,-1 0 0,0-1 0,0 1 0,1 0 0,-1-1 0,1 0 0,-1 1 0,1-1 0,-1 0 0,0 1 0,2-1 0,21 4-50,-1-2 0,0 0 0,1-1-1,34-4 1,-23 1-1064,-1 1-5712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9:24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24575,'64'-1'0,"-41"-1"0,1 1 0,-1 1 0,1 1 0,-1 1 0,30 7 0,-49-7 0,0-1 0,0 1 0,0 0 0,0 0 0,-1 0 0,1 1 0,-1 0 0,1-1 0,-1 1 0,0 0 0,0 0 0,0 1 0,0-1 0,-1 1 0,1-1 0,-1 1 0,0 0 0,0 0 0,-1 0 0,1 0 0,-1 0 0,0 0 0,0 1 0,1 7 0,0 10 0,0 0 0,-2 0 0,-4 39 0,2-26 0,2-28 0,-1-1 0,1 1 0,-1-1 0,0 1 0,-1-1 0,0 0 0,0 0 0,0 0 0,-1 0 0,1 0 0,-8 10 0,8-13 0,-1 0 0,0 0 0,0 0 0,0-1 0,-1 1 0,1-1 0,0 0 0,-1 0 0,0 0 0,1 0 0,-1-1 0,0 1 0,0-1 0,0 0 0,0 0 0,0 0 0,0-1 0,-8 1 0,26-2 0,-1 0 0,0 2 0,1-1 0,24 6 0,-34-5 0,0 0 0,0 1 0,0-1 0,0 1 0,0 0 0,0 0 0,-1 0 0,1 1 0,0-1 0,-1 1 0,0 0 0,0 0 0,0 0 0,0 0 0,0 1 0,-1-1 0,1 1 0,-1 0 0,0-1 0,2 6 0,0 3 0,0-1 0,1 0 0,0-1 0,1 1 0,0-1 0,1 0 0,0 0 0,0-1 0,1 0 0,0 0 0,17 13 0,14 10 0,-30-24 0,0 0 0,1-1 0,0 0 0,0 0 0,13 5 0,0-3 0,1 0 0,0-2 0,0-1 0,0-1 0,50 4 0,-343-12 13,150 4-1391,87-1-5448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4:31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0 439 24575,'6'0'0,"0"0"0,0 0 0,0-1 0,0 0 0,-1 0 0,1 0 0,0-1 0,-1 0 0,1 0 0,-1-1 0,1 1 0,8-7 0,-4 1 0,-1-1 0,0 0 0,0 0 0,14-20 0,8-17 0,-2-1 0,-2-2 0,24-58 0,-3 6 0,-46 112 0,0 0 0,-1 0 0,0 22 0,-5 637-1365,4-639-5461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4:33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0 117 24575,'0'-6'0,"0"0"0,0 0 0,1 1 0,0-1 0,0 0 0,0 0 0,0 0 0,1 1 0,0-1 0,3-5 0,-3 7 0,0 2 0,1-1 0,-1 0 0,1 0 0,0 1 0,-1 0 0,1-1 0,0 1 0,1 0 0,-1 1 0,0-1 0,0 0 0,1 1 0,-1 0 0,1 0 0,-1 0 0,8-1 0,7-2 0,1 1 0,0 1 0,0 1 0,23 1 0,-37 0 0,0 0 0,-1 1 0,1-1 0,-1 1 0,0 0 0,1 0 0,-1 0 0,0 1 0,1-1 0,-1 1 0,0 0 0,0 1 0,0-1 0,-1 1 0,1-1 0,-1 1 0,1 0 0,-1 0 0,0 1 0,0-1 0,0 1 0,-1-1 0,4 7 0,-1 3 0,-1 0 0,-1 0 0,0 0 0,0 1 0,-2-1 0,1 19 0,-7 88 0,2-58 0,3-1 0,1-42 0,0 0 0,-2 0 0,0 0 0,-1 0 0,-9 34 0,5-42 0,-1 0 0,0 0 0,-1-1 0,0 0 0,-1 0 0,0-1 0,0 0 0,-1-1 0,0 0 0,-1 0 0,0-1 0,0-1 0,0 0 0,-14 5 0,9-9 0,19-9 0,23-14 0,-11 14 0,1 1 0,0 0 0,1 2 0,-1-1 0,1 2 0,0 0 0,17 0 0,127 3 0,-103 1 0,-18 0-1365,-6-1-5461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4:35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24575,'0'7'0,"7"7"0,7 15 0,9 2 0,0 8 0,2 4 0,4 1 0,-4-1 0,0-1 0,-3-2 0,-1-8 0,4-2 0,3-1 0,-3 2 0,-6 1 0,1-5 0,-4 0 0,-4-6-8191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4:36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533 0 24575,'-10'2'0,"0"1"0,1 0 0,0 0 0,-1 1 0,1 0 0,0 0 0,1 1 0,-1 0 0,-11 11 0,16-14 0,-161 116 0,149-107 0,0 2 0,1 0 0,-22 24 0,-17 15 0,40-39-40,1 1 1,0 1-1,1 0 0,0 1 0,-15 27 0,8-12-1086,6-12-5700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4:38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24575,'1'69'0,"2"0"0,15 80 0,-9-75-146,-3 0-1,-5 101 0,-2-119-778,1-25-5901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4:39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24575,'7'0'0,"7"0"0,9 0 0,6 0 0,5 0 0,2 0 0,2 0 0,7 0 0,1 0 0,0 0 0,-1 0 0,-4 0 0,-1 0 0,-1 0 0,-2 0 0,0 0 0,-7 0-8191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4:42.6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410 1 24575,'-5'0'0,"-22"0"0,1 1 0,-39 5 0,56-4 0,-1 1 0,1 0 0,0 0 0,-1 1 0,1 0 0,1 0 0,-1 1 0,1 0 0,-15 13 0,6-4 0,1 2 0,0 0 0,1 1 0,1 1 0,1 0 0,1 1 0,0 0 0,2 1 0,0 0 0,1 1 0,1 0 0,1 0 0,0 1 0,2-1 0,1 2 0,1-1 0,0 0 0,2 1 0,1 26 0,1-39 0,-2 5 0,2 0 0,0-1 0,1 1 0,4 15 0,-6-27 0,1-1 0,-1 0 0,0 0 0,1 0 0,0 0 0,0 0 0,-1 0 0,1-1 0,0 1 0,1 0 0,-1 0 0,0-1 0,0 1 0,1 0 0,-1-1 0,1 1 0,-1-1 0,1 0 0,0 0 0,-1 1 0,1-1 0,0 0 0,0 0 0,0-1 0,0 1 0,0 0 0,0-1 0,0 1 0,0-1 0,0 0 0,0 1 0,0-1 0,0 0 0,1 0 0,-1 0 0,0-1 0,3 0 0,-1 0 0,0-1 0,1 0 0,-1 0 0,0 0 0,0-1 0,0 1 0,0-1 0,0 0 0,-1 0 0,1-1 0,-1 1 0,0-1 0,0 1 0,0-1 0,-1 0 0,1 0 0,-1-1 0,0 1 0,0 0 0,0-1 0,-1 1 0,1-1 0,0-8 0,3-10 0,-2 1 0,-1-1 0,0-34 0,-3 20-1365,1 4-5461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24:44.5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24575,'15'18'0,"-1"1"0,-1 0 0,-1 1 0,0 1 0,9 25 0,-20-46 0,10 27 0,-1 0 0,0 0 0,-2 1 0,-2 0 0,0 0 0,2 38 0,-6 174 0,-4-137 0,3-92-65,-1 1 0,-1-1 0,0 0 0,0 0 0,-1 0 0,-1 0 0,0 0 0,0 0 0,-1-1 0,-1 1 0,1-1 0,-2 0 0,1 0 0,-2-1 0,1 0 0,-1 0 0,0 0 0,-1-1 0,0 0 0,-10 7 0,-1-1-6761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8:37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24575,'0'6'0,"0"9"0,0 7 0,0 7 0,0 5 0,0 2 0,0 2 0,0 0 0,0 0 0,0 1 0,0-2 0,0-6-8191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8:42.3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0 406 24575,'2'-56'0,"1"1"0,3-1 0,3 1 0,30-104 0,-39 158 0,0 0 0,0-1 0,1 1 0,-1 0 0,0 0 0,1 0 0,-1 0 0,0 0 0,1 0 0,-1 0 0,1 0 0,0 0 0,-1 0 0,1 0 0,0 0 0,0 0 0,-1 0 0,1 1 0,0-1 0,0 0 0,0 1 0,0-1 0,0 0 0,0 1 0,1-1 0,0 1 0,-1 1 0,0-1 0,0 1 0,0-1 0,0 1 0,0 0 0,0-1 0,0 1 0,0 0 0,0 0 0,0 0 0,0 0 0,-1 0 0,1 0 0,0 0 0,-1 0 0,1 0 0,0 2 0,25 63 0,-26-65 0,11 47 0,-1 0 0,4 77 0,3 16 0,-13-116-114,-1-1-303,2-1 0,11 35 0,-8-35-6409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8:46.0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24575,'14'0'0,"6"0"0,0 0 0,-1 1 0,36 7 0,-48-6 0,0 0 0,-1 0 0,0 1 0,1 0 0,-1 0 0,0 0 0,-1 1 0,1 0 0,-1 0 0,1 1 0,-1-1 0,0 1 0,-1 0 0,8 11 0,-2-1 0,0 1 0,-1 0 0,-1 1 0,0 0 0,-1 0 0,-1 1 0,-1 0 0,4 24 0,-5-13 0,-1 0 0,-2 1 0,-1-1 0,-5 46 0,-6-34 0,8-33 0,1 0 0,0 1 0,0 0 0,1-1 0,-1 10 0,2-16 0,0 0 0,0-1 0,0 1 0,0 0 0,1 0 0,-1 0 0,1 0 0,-1-1 0,1 1 0,0 0 0,0-1 0,0 1 0,0 0 0,0-1 0,0 1 0,0-1 0,0 0 0,0 1 0,1-1 0,-1 0 0,1 0 0,-1 1 0,1-1 0,-1 0 0,1-1 0,0 1 0,-1 0 0,3 0 0,13 4-19,1-2 0,0 0-1,0-1 1,0-1 0,0-1-1,0 0 1,22-4 0,5 2-1192,-11 0-5615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8:47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24575,'0'12'0,"13"30"0,10 19 0,19 13 0,4 5 0,6 3 0,-7-1 0,3-7 0,-1-5 0,-8-6 0,-5-9 0,-8-7 0,-2-5 0,-6-4 0,2-7 0,-4-10-8191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8:48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513 0 24575,'0'6'0,"-1"-1"0,0 0 0,0 0 0,-1 0 0,0 0 0,0 0 0,0 0 0,0 0 0,-4 5 0,-4 9 0,-103 210 0,-96 216 0,158-325-20,-50 130-1325,91-220-5481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8:50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1 24575,'2'5'0,"-1"0"0,1 1 0,0-1 0,0 0 0,0 0 0,0 0 0,1 0 0,0-1 0,0 1 0,1-1 0,-1 0 0,5 5 0,8 11 0,24 44 0,-28-42 0,1 0 0,2-1 0,0-1 0,28 29 0,-42-47 0,0-1 0,0 0 0,1 1 0,-1-1 0,1 0 0,-1 0 0,1 0 0,-1 0 0,1 0 0,0 0 0,-1-1 0,1 1 0,0-1 0,0 1 0,-1-1 0,1 1 0,0-1 0,0 0 0,0 0 0,0 0 0,2 0 0,-2-1 0,-1 0 0,1 1 0,-1-1 0,0 0 0,1 0 0,-1-1 0,0 1 0,0 0 0,0 0 0,0 0 0,0-1 0,0 1 0,0-1 0,0 1 0,0-1 0,0 1 0,-1-1 0,2-2 0,1-12 0,1 1 0,-2 0 0,0-1 0,0-16 0,-1 14 0,-1 18 0,7-43 0,-7 43 0,0 1 0,0-1 0,0 1 0,1-1 0,-1 1 0,0-1 0,0 1 0,1-1 0,-1 0 0,0 1 0,0-1 0,1 1 0,-1-1 0,1 0 0,-1 1 0,0-1 0,1 0 0,-1 1 0,1-1 0,-1 0 0,1 0 0,-1 0 0,1 1 0,-1-1 0,1 0 0,-1 0 0,1 0 0,-1 0 0,1 0 0,-1 0 0,1 0 0,-1 0 0,1 0 0,-1 0 0,1 0 0,-1 0 0,1 0 0,-1 0 0,1-1 0,-1 1 0,1 0 0,-1 0 0,1 0 0,-1-1 0,1 1 0,-1 0 0,0-1 0,1 1 0,-1 0 0,0-1 0,1 1 0,-1-1 0,0 1 0,1 0 0,-1-1 0,0 1 0,0-1 0,1 1 0,-1-1 0,0 1 0,0-1 0,0 1 0,0-1 0,0 1 0,0-1 0,0 1 0,0-1 0,0 0 0,8 18 0,-1 1 0,0 0 0,-1 1 0,-2-1 0,0 1 0,0 0 0,0 24 0,1-1 0,12 128 0,-8 286 0,-9-409 0,0-39 0,0 0 0,-1 1 0,0-1 0,0 0 0,-1 0 0,0 0 0,0 0 0,0 0 0,-1-1 0,-1 1 0,1-1 0,-7 10 0,5-11 0,0-1 0,0 0 0,0 0 0,0-1 0,-1 1 0,0-1 0,0 0 0,0 0 0,0-1 0,-1 0 0,1 0 0,-1-1 0,0 0 0,-10 3 0,-18 0-13,0-1-1,0-1 1,-1-2-1,-59-6 1,16 2-1285,47 2-5528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8:52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24575,'6'0'0,"9"0"0,8 0 0,6 0 0,4 0 0,3 0 0,2 0 0,-6 0-8191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8:53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24575,'6'0'0,"15"0"0,10 0 0,6 0 0,3 0 0,1 0 0,-1 0 0,-6 0-8191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8:5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24575,'0'6'0,"0"9"0,0 8 0,0 6 0,0 4 0,6-3 0,3 0 0,-1 0 0,-2 2 0,-1 2 0,-2 1 0,-1 1 0,-2 0 0,0 1 0,0 0 0,0-6-8191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9:03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24575,'0'7'0,"13"7"0,3 9 0,7 6 0,10 5 0,1 2 0,1-4 0,0-2 0,-6 0 0,-1-4 0,1-1 0,1-5 0,-4-5-8191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9:04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295 1 24575,'0'12'0,"0"11"0,-13 14 0,-3 13 0,-13 17 0,-7 3 0,3-4 0,7-7 0,1-13 0,5-9 0,6-4 0,0-7 0,1-3 0,-3-5 0,1 1 0,3 4 0,4 3 0,3-1-8191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9:06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15 24575,'0'387'0,"-1"-484"0,3-118 0,-1 211 0,-1 0 0,2-1 0,-1 1 0,0 0 0,1 0 0,-1 0 0,1 0 0,0 0 0,1 0 0,-1 1 0,1-1 0,-1 1 0,1 0 0,0-1 0,0 1 0,1 0 0,-1 1 0,1-1 0,-1 1 0,1-1 0,0 1 0,0 0 0,0 1 0,0-1 0,0 1 0,0-1 0,0 1 0,1 0 0,-1 1 0,8-1 0,-3 0 0,0 0 0,0 1 0,0 0 0,-1 0 0,1 1 0,0 0 0,0 1 0,0 0 0,-1 0 0,1 1 0,-1 0 0,1 0 0,-1 1 0,12 7 0,-13-4 0,1 0 0,-1 1 0,0 0 0,-1 0 0,0 0 0,0 1 0,-1-1 0,0 1 0,-1 1 0,0-1 0,0 1 0,-1-1 0,0 1 0,2 14 0,1 11 0,-2 0 0,-1 64 0,-3-62-1365,-1-4-5461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9:07.2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24575,'6'0'0,"15"0"0,16 0 0,9 0 0,1 6 0,0 3 0,-1 5 0,-4 1 0,-1-3 0,-2-3 0,-8-3-8191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9:09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24575,'6'0'0,"9"0"0,7 0 0,7 0 0,5 0 0,2 0 0,2 0 0,0 0 0,1 0 0,-1 0 0,-7 0-8191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9:11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1 198 24575,'0'33'0,"1"1"0,2-1 0,8 37 0,0 8 0,1 120 0,-32-434 0,10 162 0,4 0 0,3-93 0,3 163 0,1 0 0,-1 0 0,1 0 0,0 0 0,0 0 0,0 1 0,0-1 0,0 0 0,1 1 0,0-1 0,0 1 0,0 0 0,0-1 0,0 1 0,1 0 0,-1 0 0,1 0 0,0 1 0,0-1 0,0 1 0,0 0 0,0-1 0,1 1 0,-1 0 0,1 1 0,-1-1 0,1 1 0,0 0 0,-1 0 0,1 0 0,7-1 0,8 0 0,-1 1 0,1 1 0,0 0 0,-1 2 0,25 4 0,-37-5 0,1 0 0,-1 1 0,0-1 0,0 1 0,0 0 0,0 1 0,-1-1 0,1 1 0,-1 0 0,1 1 0,-1-1 0,0 1 0,8 8 0,-4-1 0,0 0 0,-1 1 0,-1 1 0,10 19 0,-6-12 0,15 24 0,-19-34 0,-1 0 0,0 1 0,0 0 0,-1 0 0,0 1 0,-1 0 0,0-1 0,3 19 0,-4 18-79,-3 73 0,-1-74-1128,0-15-5619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9:12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24575,'1'6'0,"0"-1"0,0 1 0,0-1 0,1 0 0,0 1 0,0-1 0,0 0 0,0 0 0,1-1 0,0 1 0,0 0 0,0-1 0,1 0 0,7 8 0,8 7 0,39 28 0,-40-33 0,38 31 0,3-2 0,1-3 0,80 40 0,-118-71 0,0-1 0,0-1 0,1-2 0,0 0 0,0-1 0,33 1 0,147-8 0,-93-1 0,80 3-1365,-146 1-5461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9:13.3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553 0 24575,'-6'7'0,"-15"26"0,-16 27 0,-8 16 0,-9 1 0,-2 6 0,-3 1 0,8 0 0,6-15 0,11-13 0,5-16 0,8-9 0,7-2 0,-1-1 0,4 1 0,-4 3 0,-6 1 0,2-4-8191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9:20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0 242 24575,'0'-25'0,"1"-1"0,8-43 0,-8 60 0,2 0 0,-1 1 0,1 0 0,0-1 0,0 1 0,1 0 0,1 1 0,-1-1 0,1 1 0,0 0 0,11-11 0,-15 16 0,0 1 0,0 0 0,0 0 0,0 0 0,0 0 0,1 0 0,-1 0 0,0 0 0,1 0 0,-1 0 0,1 0 0,-1 1 0,1-1 0,0 1 0,-1-1 0,1 1 0,-1 0 0,1-1 0,0 1 0,-1 0 0,1 0 0,0 0 0,-1 1 0,1-1 0,3 1 0,-3 0 0,0 1 0,1-1 0,-1 1 0,0 0 0,0 0 0,0 0 0,0 0 0,0 0 0,0 0 0,-1 1 0,1-1 0,-1 0 0,3 6 0,3 11 0,-1-1 0,0 1 0,4 29 0,-8-39 0,8 49-455,-3 1 0,-1 106 0,-7-132-6371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9:21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24575,'6'0'0,"8"0"0,9 0 0,6 0 0,4 0 0,-3 0-8191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9:23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1 171 24575,'0'-12'0,"0"-17"0,6-10 0,3-5 0,-1 12 0,-2 18 0,-1 17 0,-2 20 0,-2 13 0,0 13 0,-1 4 0,0 0 0,-1-4 0,1-3 0,0-3 0,0-3 0,-1-9-8191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8:58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24575,'1'11'0,"0"0"0,0-1 0,1 1 0,1-1 0,0 0 0,0 0 0,6 12 0,38 68 0,-30-59 0,33 65 0,-29-51 0,1-2 0,3 0 0,35 45 0,-55-82 0,0 0 0,0-1 0,1 0 0,0 0 0,0 0 0,10 5 0,-15-9 0,0 0 0,0 0 0,0-1 0,1 1 0,-1-1 0,0 1 0,0-1 0,1 1 0,-1-1 0,1 0 0,-1 0 0,0 0 0,1 1 0,-1-1 0,0-1 0,1 1 0,-1 0 0,1 0 0,-1 0 0,0-1 0,1 1 0,-1-1 0,0 1 0,0-1 0,1 1 0,-1-1 0,0 0 0,0 0 0,0 1 0,0-1 0,0 0 0,0 0 0,0 0 0,0 0 0,0 0 0,0-1 0,0 1 0,-1 0 0,1 0 0,-1 0 0,2-3 0,1-9 0,-1 1 0,0-1 0,1-18 0,-2 14 0,-3 48 0,3 32 0,3 1 0,3-1 0,3 0 0,22 76 0,-13-54 0,13 118 0,-29-171 0,0-9 0,-2 0 0,0 0 0,-4 35 0,2-52 0,0 0 0,0 1 0,-1-1 0,0 0 0,0 0 0,0-1 0,-1 1 0,0 0 0,0-1 0,0 1 0,-1-1 0,0 0 0,0 0 0,0-1 0,-1 1 0,1-1 0,-8 6 0,-8 1 0,1-1 0,-1-1 0,-1 0 0,1-1 0,-2-2 0,1 0 0,-1-1 0,1-1 0,-1-1 0,0-1 0,0-1 0,-37-3 0,55 1-41,1 1 0,-1-1-1,1 1 1,-1-1-1,1 0 1,-1 0 0,1-1-1,-1 1 1,1-1 0,0 1-1,0-1 1,0 0-1,0-1 1,0 1 0,0 0-1,1-1 1,-1 1 0,1-1-1,0 0 1,-1 0-1,1 0 1,0 0 0,1 0-1,-1 0 1,1-1 0,-1 1-1,1-1 1,0 1-1,0-1 1,1 1 0,-1-1-1,0-7 1,-2-25-6785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8:59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24575,'0'13'0,"0"10"0,0 7 0,7 12 0,1 4 0,0 1 0,-1-1 0,-3-2 0,-1-9-8191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9:00.6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24575,'13'0'0,"10"0"0,7 0 0,6 0 0,2 0 0,1 0 0,0 0 0,-7 0-8191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9:01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24575,'7'0'0,"7"0"0,9 0 0,6 0 0,4 0 0,3 0 0,2 0 0,0 0 0,1 0 0,-1 0 0,-7 0-8191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9:34.9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0 790 24575,'0'-80'0,"22"-473"0,-19 516 0,4-29 0,-7 61 0,1 1 0,0 0 0,0 0 0,0 0 0,0 0 0,1 0 0,0 0 0,0 0 0,0 1 0,0-1 0,3-3 0,-5 7 0,1 0 0,-1-1 0,0 1 0,0 0 0,0 0 0,0 0 0,0 0 0,1 0 0,-1-1 0,0 1 0,0 0 0,0 0 0,1 0 0,-1 0 0,0 0 0,0 0 0,0 0 0,1 0 0,-1 0 0,0 0 0,0 0 0,1 0 0,-1 0 0,0 0 0,0 0 0,0 0 0,1 0 0,-1 0 0,0 0 0,0 0 0,0 0 0,1 0 0,-1 0 0,0 0 0,0 0 0,0 1 0,1-1 0,-1 0 0,0 0 0,0 0 0,0 0 0,1 1 0,5 11 0,-1 16 0,2 84 0,-8 141 0,-3-89 0,3-62 0,3 126 0,11-155-1365,-5-42-5461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9:36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1 264 24575,'1'-10'0,"0"1"0,1 0 0,0 1 0,0-1 0,1 0 0,1 1 0,-1-1 0,1 1 0,1 0 0,0 0 0,0 1 0,0-1 0,1 1 0,0 0 0,0 1 0,1-1 0,13-9 0,-4 3 0,1 1 0,0 1 0,1 0 0,0 1 0,1 1 0,36-12 0,-36 15 0,0 1 0,1 1 0,0 1 0,0 0 0,22 1 0,-38 1 0,0 1 0,0 0 0,-1 0 0,1 1 0,0-1 0,0 1 0,0 0 0,0 0 0,-1 0 0,1 1 0,-1-1 0,1 1 0,-1 0 0,1 0 0,-1 0 0,0 0 0,0 0 0,0 1 0,0 0 0,0-1 0,-1 1 0,1 0 0,-1 0 0,0 1 0,1-1 0,-2 0 0,1 1 0,0-1 0,-1 1 0,1 0 0,-1-1 0,0 1 0,0 4 0,3 38 0,-1 1 0,-8 81 0,1-44 0,3-50 0,-2 0 0,-1 0 0,-2 0 0,-1-1 0,-1 0 0,-2-1 0,-2 1 0,0-2 0,-2 0 0,-2 0 0,-1-2 0,-34 47 0,34-52 0,3-4 0,-1 0 0,-1-1 0,0 0 0,-24 19 0,12-10 0,25-24 0,0 0 0,0 0 0,0-1 0,0 1 0,-1-1 0,0 0 0,1 0 0,-1 0 0,0-1 0,-1 1 0,1-1 0,0 0 0,-1 0 0,1-1 0,-8 3 0,12-4 0,0 0 0,0 0 0,0-1 0,0 1 0,0 0 0,0 0 0,0 0 0,0 0 0,0 0 0,0 0 0,0 0 0,1 0 0,-1 0 0,0 0 0,0-1 0,0 1 0,0 0 0,0 0 0,0 0 0,0 0 0,0 0 0,0 0 0,0 0 0,0 0 0,0-1 0,0 1 0,0 0 0,0 0 0,0 0 0,0 0 0,0 0 0,0 0 0,0 0 0,0 0 0,0-1 0,0 1 0,-1 0 0,1 0 0,0 0 0,0 0 0,0 0 0,0 0 0,0 0 0,0 0 0,0 0 0,0 0 0,0 0 0,0-1 0,0 1 0,-1 0 0,1 0 0,0 0 0,0 0 0,0 0 0,0 0 0,0 0 0,0 0 0,0 0 0,0 0 0,-1 0 0,1 0 0,0 0 0,0 0 0,0 0 0,0 0 0,0 0 0,0 0 0,12-10 0,18-9 0,2 3 0,0 2 0,0 1 0,1 2 0,53-11 0,-31 11 0,1 3 0,61-1 0,-3 9-1365,-83 0-5461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9:38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24575,'6'13'0,"8"10"0,3 13 0,10 14 0,6 11 0,5 7 0,2 5 0,0 2 0,0 1 0,-1-6 0,-1-3 0,-7-6 0,-2-7 0,-6-13-8191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9:40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438 0 24575,'-3'1'0,"0"1"0,0 0 0,0-1 0,0 1 0,0 0 0,1 0 0,-1 0 0,1 1 0,0-1 0,-1 1 0,1-1 0,0 1 0,0 0 0,1 0 0,-3 4 0,-4 5 0,-73 103 0,6 3 0,-70 147 0,129-235 0,0 3-455,1 0 0,-19 69 0,27-75-6371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9:44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24575,'0'6'0,"0"9"0,0 7 0,0 7 0,0 5 0,0 2 0,0 1 0,0 2 0,6-1 0,3 0 0,-1 0 0,-1 0 0,-3-8-8191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9:45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24575,'6'0'0,"9"0"0,7 0 0,7 0 0,4 0 0,-3 0-8191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9:46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24575,'0'13'0,"0"10"0,0 8 0,0 4 0,0 3 0,0 1 0,0-6-8191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9:48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24575,'12'0'0,"11"0"0,14 0 0,7 0 0,2 0 0,-7 0-8191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9:49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24575,'6'0'0,"9"0"0,8 0 0,6 0 0,4 0 0,4 0 0,1 0 0,-6 0-8191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9:51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24575,'0'6'0,"0"9"0,0 14 0,0 8 0,6 4 0,3 8 0,-1 2 0,-2-2 0,-1-3 0,-2-2 0,-2-4 0,6-1 0,1-1 0,0-2 0,-2 0 0,-2 0 0,-2 1 0,0-7-8191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9:53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 24575,'5'0'0,"1"-1"0,0 0 0,-1 0 0,1-1 0,10-3 0,-12 3 0,-1 1 0,1 0 0,0-1 0,0 1 0,0 1 0,0-1 0,0 1 0,5-1 0,-7 2 0,0-1 0,0 1 0,0 0 0,0-1 0,0 1 0,0 0 0,0 0 0,0 0 0,0 1 0,-1-1 0,1 0 0,0 1 0,-1-1 0,1 1 0,-1-1 0,1 1 0,-1 0 0,0 0 0,0-1 0,1 4 0,4 6 0,-1 1 0,0 0 0,0 1 0,-2-1 0,0 1 0,0 0 0,-1 0 0,1 24 0,-2-10 0,-2 1 0,-1-1 0,-6 34 0,6-52 0,0-1 0,-1 1 0,-1-1 0,1 0 0,-1 0 0,-1 0 0,1-1 0,-1 0 0,0 1 0,-1-2 0,0 1 0,-13 11 0,-16 21 0,34-39 0,1 1 0,-1-1 0,1 1 0,-1-1 0,1 1 0,-1-1 0,1 1 0,-1 0 0,1-1 0,0 1 0,-1 0 0,1 0 0,0-1 0,0 1 0,-1 0 0,1 0 0,0-1 0,0 1 0,0 0 0,0 0 0,0-1 0,0 1 0,0 0 0,0 0 0,0-1 0,1 1 0,-1 0 0,0 0 0,0-1 0,1 1 0,-1 0 0,0 0 0,1-1 0,-1 1 0,1-1 0,-1 1 0,1 0 0,-1-1 0,1 1 0,-1-1 0,1 1 0,0-1 0,-1 1 0,1-1 0,-1 0 0,1 1 0,0-1 0,0 0 0,-1 1 0,1-1 0,1 0 0,46 10 0,-40-9 0,201 27-1365,-167-24-5461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9:54.3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24575,'12'0'0,"5"6"0,12 15 0,6 10 0,5 6 0,7 15 0,2 6 0,6-2 0,-7-3 0,-12-5 0,-5-11 0,-9-5 0,-7-7-8191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9:55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417 1 24575,'-2'12'0,"-1"0"0,0 0 0,-1-1 0,-1 1 0,1-1 0,-2 0 0,1 0 0,-12 15 0,7-9 0,-44 78 0,-78 189 0,109-231-341,-3 0 0,-3-2-1,-48 68 1,61-96-6485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9:56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0 433 24575,'7'1'0,"0"0"0,0 0 0,0 1 0,0 0 0,0 0 0,8 4 0,-9-3 0,2 0 0,-1 0 0,0-1 0,0-1 0,11 2 0,-16-3 0,1 0 0,-1 0 0,1 0 0,-1 0 0,1-1 0,-1 1 0,1-1 0,-1 0 0,0 0 0,1 0 0,-1 0 0,0 0 0,1 0 0,-1-1 0,0 1 0,0-1 0,0 1 0,-1-1 0,1 0 0,2-3 0,7-10 0,0 0 0,-2-1 0,16-34 0,-17 32 0,1 1 0,0 0 0,21-28 0,-19 34 0,0 0 0,0 0 0,1 1 0,0 1 0,1 0 0,0 1 0,0 0 0,1 1 0,0 0 0,0 1 0,16-4 0,20-4 0,102-13 0,-59 12 0,36-2 0,-84 12 0,-1-1 0,74-21 0,-91 18 0,57-11 0,-69 22-66,-19 8 231,-21 11-1629,5-8-5362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49:58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 24575,'0'22'0,"0"0"0,2 0 0,0 0 0,2-1 0,0 1 0,9 24 0,-11-39 0,1-1 0,0 1 0,0 0 0,1-1 0,0 1 0,0-1 0,1 0 0,-1-1 0,1 1 0,1-1 0,-1 0 0,1 0 0,-1-1 0,1 1 0,1-1 0,-1-1 0,1 1 0,-1-1 0,1 0 0,0-1 0,0 1 0,9 1 0,0-1 0,0 0 0,0-1 0,0-1 0,1 0 0,-1-1 0,16-2 0,-28 2 0,1-1 0,-1 0 0,0 1 0,0-1 0,0-1 0,-1 1 0,1-1 0,0 1 0,0-1 0,-1 0 0,1 0 0,-1-1 0,0 1 0,0-1 0,1 1 0,-2-1 0,1 0 0,0 0 0,-1-1 0,1 1 0,-1 0 0,0-1 0,0 0 0,0 1 0,-1-1 0,1 0 0,-1 0 0,1-5 0,1-4 0,-1 1 0,-1-1 0,-1 1 0,1-1 0,-2 0 0,0 1 0,0-1 0,-1 1 0,-5-15 0,5 21 0,0-1 0,0 1 0,-1 0 0,0 0 0,0 1 0,-1-1 0,0 1 0,0-1 0,0 1 0,0 0 0,-1 1 0,0-1 0,0 1 0,0 0 0,0 0 0,-1 1 0,0-1 0,1 1 0,-8-3 0,11 6 4,0-1-1,0 1 1,-1 0-1,1 0 0,0 0 1,0 0-1,0 0 1,0 0-1,0 0 0,0 1 1,-1-1-1,1 1 1,0-1-1,0 1 1,0 0-1,0 0 0,0 0 1,1 0-1,-1 0 1,0 0-1,0 1 1,1-1-1,-1 1 0,1-1 1,-1 1-1,1-1 1,0 1-1,-1 0 0,1 0 1,0-1-1,0 1 1,0 0-1,0 0 1,0 3-1,-5 7-300,2 0 0,-1 1 0,1 0 0,-2 13 0,0 10-6529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50:00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24575,'0'19'0,"0"19"0,0 9 0,0 2 0,0 0 0,0-2 0,0 3 0,0-1 0,0-2 0,0 3 0,0 0 0,0-3 0,0-9-8191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50:02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0 106 24575,'0'-7'0,"0"0"0,1 0 0,0 1 0,0-1 0,0 0 0,1 0 0,-1 1 0,6-11 0,-6 14 0,1 1 0,-1 0 0,1-1 0,-1 1 0,1 0 0,0 0 0,0 0 0,0 0 0,0 1 0,1-1 0,-1 0 0,0 1 0,1 0 0,-1-1 0,1 1 0,-1 0 0,1 0 0,-1 0 0,1 1 0,0-1 0,-1 1 0,1-1 0,0 1 0,3 0 0,-2 1 0,-1-1 0,1 1 0,-1 0 0,1 0 0,-1 1 0,1-1 0,-1 1 0,0 0 0,0-1 0,0 1 0,0 1 0,0-1 0,0 0 0,0 1 0,-1 0 0,1-1 0,-1 1 0,0 0 0,0 0 0,0 0 0,0 0 0,0 1 0,-1-1 0,2 5 0,5 10 0,-1 1 0,-1 0 0,4 20 0,-8-31 0,0 1 0,-1-1 0,0 1 0,0-1 0,-1 1 0,0 0 0,-1-1 0,0 1 0,0-1 0,-1 1 0,0-1 0,0 0 0,-1 1 0,0-1 0,0 0 0,-1-1 0,0 1 0,-1-1 0,1 1 0,-2-1 0,1-1 0,-1 1 0,-11 9 0,15-13 0,-1-1 0,0 1 0,1 0 0,0 0 0,0-1 0,0 1 0,0 1 0,-2 4 0,7 3 0,18-4 0,28-5-21,56-4 0,-50-1-1302,-17 2-5503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50:45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24575,'6'0'0,"3"6"0,12 8 0,2 9 0,3 12 0,11 6 0,-2 10 0,0-5 0,-6-4 0,-2-2 0,-6-8-8191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50:46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1 24575,'0'19'0,"-6"6"0,-9 5 0,-1 4 0,2 2 0,-4 1 0,-4 7 0,-4 3 0,1 5 0,-1 7 0,4-1 0,0-4 0,3-4 0,-1-6 0,2-9-8191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51:14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24575,'6'0'0,"9"0"0,14 6 0,8 9 0,5 8 0,7 6 0,1 10 0,6 6 0,-2 7 0,-3-6 0,-4 3 0,3-7 0,-8-5 0,-4-2 0,-3-1 0,-7-6-8191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51:15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406 1 24575,'-3'0'0,"0"1"0,1-1 0,-1 1 0,0 0 0,1 0 0,-1 0 0,0 0 0,1 1 0,0-1 0,-1 1 0,1-1 0,0 1 0,0 0 0,0 0 0,-3 3 0,-29 37 0,22-27 0,-51 72 0,4 3 0,3 2 0,-61 140 0,100-178-1365,12-28-5461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0:33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 24575,'9'-1'0,"-1"0"0,0-1 0,0 0 0,0 0 0,11-5 0,27-6 0,-5 7 0,0 2 0,1 2 0,59 5 0,-97-3 0,0 1 0,-1-1 0,1 1 0,-1-1 0,1 1 0,-1 0 0,1 1 0,-1-1 0,1 0 0,-1 1 0,0 0 0,0 0 0,0 0 0,0 0 0,0 0 0,4 6 0,-5-5 0,0-1 0,-1 1 0,1 0 0,-1 0 0,0 0 0,0-1 0,0 1 0,0 1 0,-1-1 0,1 0 0,-1 0 0,0 0 0,1 0 0,-2 0 0,1 0 0,-1 4 0,0 2 0,-2 0 0,1 0 0,-1 0 0,-1-1 0,0 1 0,0 0 0,0-1 0,-1 0 0,0 0 0,-1-1 0,-11 13 0,-101 101 0,116-120 0,1 0 0,0 0 0,0 1 0,0-1 0,0 0 0,0 0 0,0 1 0,1-1 0,-1 1 0,0-1 0,1 0 0,-1 1 0,1-1 0,-1 1 0,1 0 0,0-1 0,0 1 0,0-1 0,0 1 0,0-1 0,0 3 0,1-2 0,-1-1 0,1 0 0,0 0 0,0 0 0,0 0 0,0 0 0,0 0 0,0 0 0,0 0 0,0 0 0,0 0 0,0-1 0,0 1 0,1 0 0,-1-1 0,0 1 0,1-1 0,-1 1 0,2-1 0,9 3 0,1-1 0,-1-1 0,1 0 0,14-1 0,-21 0 0,11 0-117,-9 1 28,0-1 0,0 0-1,0 0 1,0 0 0,0-1 0,-1 0 0,1-1 0,0 0 0,0 0 0,-1-1-1,1 0 1,-1 0 0,10-6 0,0-8-6737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0:53.85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0 181 24575,'3'1'0,"0"0"0,0 0 0,-1 0 0,1 0 0,0 1 0,-1-1 0,1 1 0,-1 0 0,0-1 0,0 1 0,4 4 0,5 3 0,20 18 0,40 42 0,-44-42 0,0-1 0,38 27 0,-41-35 0,0-2 0,1-1 0,1-1 0,1-1 0,0-1 0,0-2 0,1 0 0,1-2 0,-1-1 0,1-2 0,38 3 0,54-2 0,137-12 0,-233 3 0,0-2 0,0 0 0,-1-2 0,0 0 0,-1-2 0,1 0 0,41-25 0,-26 16 0,0 2 0,1 2 0,69-16 0,31-10 0,-107 32 0,-1 0 0,1 3 0,0 0 0,1 3 0,-1 0 0,1 2 0,43 6 0,-68-5 0,0 1 0,-1 0 0,1 0 0,0 1 0,-1 0 0,0 1 0,1 0 0,-2 0 0,1 1 0,0 0 0,-1 0 0,0 0 0,0 1 0,0 0 0,-1 1 0,0 0 0,0 0 0,-1 0 0,0 0 0,0 1 0,7 16 0,-1 2 0,0 0 0,-2 1 0,-1 0 0,-2 0 0,7 50 0,-13-75 0,0 0 0,0 1 0,0-1 0,1 1 0,-1-1 0,1 1 0,0-1 0,-1 0 0,1 0 0,0 1 0,1-1 0,-1 0 0,0 0 0,3 4 0,-2-6 0,-1 0 0,0 0 0,0 0 0,1 0 0,-1 0 0,0 0 0,0 0 0,0 0 0,1-1 0,-1 1 0,0-1 0,0 1 0,0 0 0,0-1 0,0 0 0,1 1 0,-1-1 0,0 0 0,0 1 0,-1-1 0,1 0 0,0 0 0,0 0 0,0 0 0,-1 0 0,1 0 0,0 0 0,-1 0 0,2-2 0,15-16 0,0 1 0,2 1 0,0 1 0,0 0 0,2 2 0,23-14 0,-1 5 0,0 2 0,57-20 0,-70 32 0,1 0 0,0 3 0,1 0 0,54-1 0,134 9 0,-81 3 0,-83-3 0,1 3 0,-1 3 0,106 27 0,-104-24 0,0-3 0,1-2 0,-1-3 0,64-5 0,-38 1 0,147 3 0,312-7 0,-531 5 0,0-1 0,0-1 0,-1 0 0,1 0 0,-1-1 0,1-1 0,-1 0 0,0 0 0,17-10 0,-21 9 0,0 0 0,0-1 0,0 0 0,-1 0 0,1-1 0,-1 1 0,-1-1 0,0-1 0,0 1 0,0-1 0,-1 1 0,0-1 0,4-11 0,11-37 0,-3-1 0,-1-1 0,7-73 0,-18 95-1365,-2 5-5461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0:56.68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0 498 24575,'8'-9'0,"-1"-1"0,-1 0 0,0 0 0,0 0 0,8-21 0,5-9 0,-3 11 0,55-109 0,-64 119 0,0 1 0,-2-1 0,0 0 0,-1 0 0,-1-1 0,0-21 0,-2 0 0,-2 27 0,1 25 0,-1 26 0,1 143 0,0-176 0,0 0 0,1 0 0,-1 0 0,1 0 0,0 0 0,0 0 0,1-1 0,-1 1 0,1 0 0,-1-1 0,1 1 0,0-1 0,0 0 0,1 0 0,-1 0 0,1 0 0,0 0 0,-1 0 0,1 0 0,0-1 0,1 0 0,-1 1 0,0-1 0,1-1 0,-1 1 0,8 2 0,0-1 0,-1-1 0,1 0 0,0 0 0,0-1 0,0-1 0,0 0 0,0-1 0,16-2 0,-20 1 0,0 1 0,0-1 0,0 0 0,0-1 0,-1 0 0,0 0 0,1 0 0,-1-1 0,0 0 0,-1 0 0,1-1 0,-1 1 0,0-1 0,6-7 0,-4 4 0,0 0 0,-1-1 0,-1 0 0,1 0 0,-2-1 0,1 1 0,-1-1 0,5-17 0,-9 25 0,0 1 0,0 0 0,1 0 0,-1-1 0,0 1 0,1 0 0,-1 0 0,1 0 0,-1-1 0,1 1 0,0 0 0,-1 0 0,1 0 0,0 0 0,0 0 0,0 0 0,0 0 0,1 0 0,-2 1 0,1 0 0,0 0 0,-1 0 0,1 0 0,0 0 0,-1 0 0,1 0 0,0 0 0,-1 0 0,1 0 0,-1 1 0,1-1 0,0 0 0,-1 0 0,1 1 0,-1-1 0,1 1 0,-1-1 0,1 0 0,-1 1 0,1-1 0,-1 1 0,0-1 0,1 1 0,0 0 0,28 52 0,-19-33 0,-3-9 0,1-1 0,0 1 0,1-2 0,0 1 0,0-1 0,1-1 0,0 0 0,0 0 0,1-1 0,14 7 0,-5-3 0,1-2 0,-1-1 0,2 0 0,-1-1 0,27 4 0,-41-10-35,-1 0 0,1 0 0,-1 0 0,1-1 0,-1 0 0,1-1 0,-1 1 0,1-1 0,-1 0 0,1-1 0,-1 0 0,0 0 0,1 0 0,-1 0 0,0-1 0,-1 0 0,1-1 0,-1 1 0,1-1 0,-1 0 0,0 0 0,0-1 0,-1 0 0,1 1 0,-1-2 0,0 1 0,0 0 0,-1-1 0,0 1 0,0-1 0,0 0 0,0 0 0,-1-1 0,0 1 0,-1 0 0,1-1 0,-1 1 0,0-9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1:22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0 355 24575,'3'0'0,"0"-1"0,-1 1 0,1-1 0,-1 0 0,1 0 0,-1 0 0,1 0 0,-1 0 0,0-1 0,1 1 0,-1-1 0,0 1 0,0-1 0,0 0 0,0 0 0,0 0 0,-1 0 0,1 0 0,-1 0 0,1-1 0,-1 1 0,0 0 0,2-6 0,1-1 0,0-1 0,0-1 0,-1 1 0,2-17 0,0-27 0,-5-104 0,-1 124 0,2 43 0,1-1 0,0 1 0,1-1 0,0 0 0,0 0 0,1 0 0,0 0 0,0-1 0,1 1 0,0-1 0,0 0 0,1 0 0,9 8 0,-5-4 0,1-1 0,0 0 0,1-1 0,0 0 0,1 0 0,0-2 0,0 1 0,19 6 0,-8-5 0,68 20 0,-85-27 0,0-1 0,0 0 0,0-1 0,0 1 0,0-1 0,0 0 0,0-1 0,0 0 0,0 0 0,0-1 0,7-1 0,-11 1 0,0 1 0,0-1 0,-1 0 0,1 0 0,0 0 0,-1 0 0,0 0 0,1 0 0,-1-1 0,0 1 0,0-1 0,0 1 0,0-1 0,-1 0 0,1 0 0,-1 0 0,0 0 0,0 0 0,2-5 0,-1-3 0,0 0 0,0 1 0,-1-1 0,0-14 0,-1 30 0,-1 11 0,2-1 0,0 1 0,0 0 0,2-1 0,4 19 0,-6-29 0,1-1 0,0 1 0,0 0 0,0-1 0,0 0 0,1 1 0,-1-1 0,1 0 0,0 0 0,0-1 0,1 1 0,-1-1 0,1 1 0,0-1 0,0 0 0,0 0 0,0-1 0,0 1 0,0-1 0,1 0 0,-1 0 0,1-1 0,0 1 0,9 1 0,4 0-105,0-1 0,0 0 0,0-2 0,0 0 0,0-1 0,0-1 0,0 0 0,-1-2 0,1 0 0,-1 0 0,1-2 0,27-13 0,-25 5-6721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1:24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1:26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1:03.0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118 705 24575,'2'-1'0,"1"1"0,-1-1 0,1 1 0,-1-1 0,1 0 0,-1 0 0,1 0 0,-1 0 0,0 0 0,0-1 0,1 1 0,-1-1 0,0 0 0,0 1 0,2-5 0,29-35 0,-21 25 0,17-21 0,-1-2 0,34-65 0,-52 84 0,-1 0 0,-1 0 0,-1-1 0,0 0 0,-2-1 0,-1 1 0,3-41 0,-6 46 0,0-1 0,-2 1 0,0 0 0,0 0 0,-2 0 0,-6-25 0,7 36 0,-1-1 0,1 0 0,-1 1 0,0 0 0,0 0 0,0 0 0,-1 0 0,0 0 0,0 1 0,0-1 0,0 1 0,-1 0 0,1 0 0,-1 1 0,0 0 0,0 0 0,-1 0 0,1 0 0,-1 1 0,-10-4 0,10 4 0,0 0 0,0 1 0,0-1 0,0 1 0,0 1 0,-1-1 0,1 1 0,0 0 0,-1 0 0,1 1 0,0 0 0,0 0 0,0 0 0,-9 4 0,8-2 0,0 1 0,1 0 0,0 1 0,0-1 0,1 1 0,-1 0 0,1 1 0,0-1 0,0 1 0,1 0 0,-8 13 0,-2 6 0,1 1 0,1 0 0,2 0 0,1 1 0,0 0 0,2 1 0,2 0 0,-4 39 0,3 30 0,7 108 0,2-95 0,1 522-1365,-4-594-5461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1:05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24575,'13'0'0,"10"0"0,20 0 0,9 0 0,2 0 0,-2 0 0,-4 0 0,-3 0 0,-4 0 0,-2 0 0,-8 0-8191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1:11.2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24575,'21'11'0,"-1"2"0,-1 0 0,0 1 0,0 1 0,-2 0 0,0 2 0,-1 0 0,16 20 0,-2 5 0,-1 1 0,37 74 0,-59-100-105,-1 0 0,-1 0 0,0 0 0,-1 1 0,-1 0 0,-1 0 0,-1 0 0,0 0 0,-1 0 0,-1 0 0,-1 0 0,-8 35 0,2-29-6721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1:12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24575,'6'0'0,"8"0"0,15 0 0,8 0 0,17 0 0,11 0 0,2 0 0,-5 0 0,-6 0 0,-7 0 0,-12 0-8191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1:13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24575,'7'0'0,"7"0"0,9 0 0,6 0 0,4 0 0,4 0 0,0 0 0,-5 0-8191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1:15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265 0 24575,'-17'0'0,"0"1"0,0 0 0,0 1 0,0 0 0,1 2 0,-1 0 0,-26 10 0,37-11 0,0 0 0,0 1 0,0 0 0,0 0 0,0 0 0,1 0 0,0 1 0,0 0 0,0 0 0,0 1 0,1-1 0,0 1 0,0 0 0,1 0 0,-1 0 0,1 1 0,1-1 0,-1 1 0,1 0 0,0-1 0,-1 10 0,-1 18 0,1 1 0,2-1 0,1 1 0,6 44 0,-5-71 0,0 0 0,0-1 0,1 1 0,0 0 0,1 0 0,0-1 0,0 1 0,0-1 0,1 0 0,0 0 0,1 0 0,-1-1 0,1 1 0,11 10 0,-7-10 0,0 0 0,0-1 0,0 0 0,1-1 0,0 1 0,0-2 0,0 1 0,1-2 0,17 5 0,7-2 0,1-2 0,-1-1 0,0-1 0,1-3 0,59-7 0,-91 8-114,0-1 1,0 0-1,0 0 0,0 0 0,0 0 1,0-1-1,0 1 0,0-1 0,-1 0 1,1 0-1,6-5 0,5-9-6712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1:17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49 24575,'-2'111'0,"5"127"0,-2-230 0,1 1 0,0-1 0,0 1 0,1-1 0,0 0 0,0 0 0,1 0 0,0 0 0,1 0 0,-1-1 0,2 0 0,-1 0 0,1 0 0,0-1 0,0 0 0,1 0 0,12 9 0,-14-12 0,0 1 0,0-1 0,0 0 0,0 0 0,1-1 0,-1 0 0,1 0 0,0 0 0,-1-1 0,1 1 0,0-1 0,0-1 0,0 1 0,-1-1 0,1 0 0,0 0 0,0-1 0,0 0 0,0 0 0,0 0 0,-1-1 0,1 1 0,-1-2 0,1 1 0,-1 0 0,0-1 0,6-3 0,-5 0 0,-1 1 0,1-1 0,-1 0 0,0 0 0,-1-1 0,1 1 0,-1-1 0,0 0 0,-1 0 0,0 0 0,5-15 0,-2-2 0,0 0 0,4-37 0,-5 16 0,-1-61 0,-4 94 0,-1 1 0,0-1 0,-1 0 0,0 0 0,0 1 0,-1-1 0,-1 1 0,0 0 0,-1 0 0,-8-15 0,9 21 0,-1 0 0,0 0 0,0 1 0,-1 0 0,1 0 0,-1 0 0,0 1 0,0 0 0,0 0 0,0 0 0,0 1 0,-1 0 0,1 0 0,-1 1 0,1 0 0,-1 0 0,0 0 0,-11 1 0,-5 0 0,0 0 0,0 2 0,0 1 0,-26 6 0,42-8-105,0 1 0,0 0 0,0 0 0,0 0 0,1 1 0,-1 0 0,1 0 0,0 1 0,0 0 0,0 0 0,1 0 0,-9 8 0,-2 10-6721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1:19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318 3 24575,'-44'-1'0,"20"0"0,-1 1 0,-37 4 0,55-3 0,0 1 0,1-1 0,-1 1 0,1 0 0,-1 1 0,1-1 0,0 1 0,0 0 0,0 1 0,1 0 0,-1 0 0,1 0 0,-10 9 0,6-2 0,0-1 0,1 1 0,0 0 0,0 1 0,2 0 0,-9 17 0,14-26 0,1-1 0,-1 1 0,0-1 0,1 0 0,-1 1 0,1-1 0,0 1 0,0-1 0,0 1 0,0-1 0,0 1 0,1-1 0,-1 1 0,1-1 0,-1 0 0,1 1 0,1 2 0,0-3 0,0 0 0,0 0 0,0 1 0,0-1 0,0-1 0,0 1 0,1 0 0,-1 0 0,1-1 0,-1 0 0,1 1 0,-1-1 0,1 0 0,0 0 0,0-1 0,-1 1 0,1 0 0,5 0 0,16 1 0,1-1 0,0 0 0,36-5 0,-43 2 0,-1 0 0,1 1 0,-1 1 0,1 1 0,-1 0 0,1 2 0,-1 0 0,30 9 0,-43-10 0,1 1 0,-1 1 0,0-1 0,0 0 0,-1 1 0,1 0 0,-1 0 0,1 0 0,-1 0 0,0 0 0,-1 1 0,1 0 0,-1-1 0,0 1 0,0 0 0,-1 0 0,1 0 0,-1 0 0,0 0 0,0 0 0,-1 1 0,0 7 0,1 16 0,-1-1 0,-6 49 0,6-77 0,-1 5 0,1 0 0,-1 0 0,0 0 0,0 0 0,-1 0 0,0 0 0,1-1 0,-2 1 0,1 0 0,0-1 0,-1 0 0,0 1 0,0-1 0,0 0 0,-1-1 0,1 1 0,-1 0 0,0-1 0,-6 5 0,1-4 0,1 0 0,-1 0 0,0-1 0,0 0 0,-1-1 0,1 0 0,0 0 0,-1-1 0,-15 0 0,-19 0-1365,4-2-5461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2:16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332 0 24575,'-2'6'0,"0"-1"0,-1 1 0,1-1 0,-1 0 0,-1 0 0,1 0 0,-1 0 0,0 0 0,0-1 0,0 0 0,0 0 0,-10 7 0,-3 5 0,-24 25 0,17-17 0,0 1 0,-24 34 0,41-49 0,1 0 0,0 0 0,0 1 0,1 0 0,1 0 0,0 0 0,0 1 0,1 0 0,1-1 0,-2 16 0,-2 15 0,-1-1 0,-16 47 0,11-47 0,2 1 0,-4 43 0,13-71 0,0 0 0,1 0 0,1 0 0,0 0 0,0-1 0,2 1 0,0 0 0,0-1 0,1 0 0,8 18 0,-6-17-117,1 1-299,1 1 0,15 22 0,-8-19-6410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2:19.0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0 468 24575,'1'-36'0,"1"0"0,1 0 0,13-52 0,-11 56 0,-1 0 0,0-58 0,0-1 0,1 68 0,-5 23 0,0-1 0,0 1 0,0 0 0,0 0 0,0 0 0,1-1 0,-1 1 0,0 0 0,0 0 0,0 0 0,0 0 0,0-1 0,1 1 0,-1 0 0,0 0 0,0 0 0,0 0 0,0 0 0,1 0 0,-1 0 0,0 0 0,0-1 0,0 1 0,1 0 0,-1 0 0,0 0 0,0 0 0,0 0 0,1 0 0,-1 0 0,0 0 0,0 0 0,0 0 0,1 0 0,-1 0 0,0 1 0,0-1 0,0 0 0,1 0 0,-1 0 0,0 0 0,0 0 0,0 0 0,0 0 0,1 1 0,1 1 0,-1 0 0,1 1 0,-1 0 0,0-1 0,1 1 0,-1 0 0,0-1 0,-1 1 0,1 0 0,0 0 0,0 3 0,7 73 0,-5-47 0,10 49 0,-10-68 0,0 1 0,0 1 0,1 0 0,1-1 0,1 0 0,8 16 0,-12-26 0,1 0 0,0-1 0,0 1 0,0-1 0,0 1 0,1-1 0,-1 0 0,1 0 0,0-1 0,0 1 0,0-1 0,0 0 0,0 0 0,0 0 0,1 0 0,-1-1 0,1 0 0,-1 0 0,1 0 0,-1 0 0,6-1 0,-7 1 0,1-1 0,-1 0 0,0-1 0,0 1 0,0-1 0,0 1 0,1-1 0,-1 0 0,0 0 0,0 0 0,-1-1 0,1 1 0,0-1 0,0 1 0,-1-1 0,1 0 0,-1 0 0,1 0 0,-1 0 0,0-1 0,0 1 0,0-1 0,0 1 0,0-1 0,0 0 0,-1 0 0,0 1 0,1-1 0,-1 0 0,0 0 0,0-1 0,-1 1 0,1 0 0,0-4 0,2-15 0,-1 1 0,0-1 0,-2 1 0,-2-23 0,1 24 0,0 1 0,1-21 0,0 40 0,0 0 0,0 0 0,0 0 0,0 1 0,0-1 0,0 0 0,0 0 0,0 0 0,0 0 0,0 0 0,0 0 0,0 0 0,0 0 0,0 0 0,0 0 0,0 1 0,0-1 0,0 0 0,0 0 0,0 0 0,0 0 0,0 0 0,1 0 0,-1 0 0,0 0 0,0 0 0,0 0 0,0 0 0,0 0 0,0 0 0,0 0 0,0 0 0,0 0 0,0 0 0,1 0 0,-1 0 0,0 0 0,0 0 0,0 0 0,0 0 0,0 0 0,0 0 0,0 0 0,0 0 0,0 0 0,1 0 0,-1 0 0,0 0 0,0 0 0,7 28 0,1 7 0,-3-7 0,2-1 0,0 0 0,20 43 0,-25-63 0,2-1 0,-1 0 0,1 0 0,0 0 0,0 0 0,1-1 0,0 1 0,0-1 0,0 0 0,0-1 0,1 1 0,0-1 0,0 0 0,0-1 0,0 1 0,1-1 0,-1 0 0,1-1 0,11 3 0,2-1-341,1-2 0,0-1-1,26-1 1,-14-1-6485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2:50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24575,'4'1'0,"-1"0"0,0 0 0,0 0 0,0 1 0,0-1 0,0 1 0,-1 0 0,1 0 0,0 0 0,-1 0 0,1 0 0,-1 1 0,0-1 0,0 1 0,0-1 0,3 6 0,-1-2 0,23 34 0,-1 1 0,-3 2 0,35 87 0,-31-67 0,-16-37 0,-2 2 0,-1-1 0,-1 1 0,-1 0 0,-2 1 0,1 28 0,-6 177 0,-3-106 0,4-3-1365,0-92-5461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2:52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24575,'6'0'0,"15"0"0,10 0 0,6 0 0,9 0 0,3 0 0,-1 0 0,-1 0 0,-10 0-8191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2:53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24575,'6'0'0,"9"0"0,14 0 0,8 0 0,5 0 0,0 0 0,1 0 0,-2 0 0,-8 0-8191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3:01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24575,'7'0'0,"7"0"0,9 0 0,12 0 0,7 0 0,2 0 0,1 0 0,-3 0 0,0 0 0,-3 0 0,-7 0-8191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3:04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336 3 24575,'-42'-1'0,"20"0"0,-1 1 0,-31 4 0,47-3 0,0 0 0,1 1 0,-1 0 0,0 0 0,1 1 0,-1-1 0,1 2 0,0-1 0,0 0 0,0 1 0,1 0 0,-6 6 0,-1 1 0,2 1 0,-1 1 0,1-1 0,1 2 0,1-1 0,0 1 0,0 1 0,-8 24 0,12-30 0,1 1 0,1-1 0,0 1 0,0-1 0,1 1 0,0 0 0,0-1 0,1 1 0,1 0 0,-1-1 0,2 1 0,-1 0 0,1-1 0,1 1 0,5 13 0,-6-19 0,1 0 0,-1 0 0,1-1 0,0 1 0,0-1 0,1 1 0,-1-1 0,1 0 0,0 0 0,-1 0 0,1-1 0,0 1 0,1-1 0,-1 0 0,0 0 0,1-1 0,-1 1 0,1-1 0,-1 0 0,1 0 0,6 0 0,13 1 0,0 0 0,0-2 0,25-3 0,-15 1 0,19-2 0,-36 2 0,1 0 0,0 1 0,-1 1 0,1 1 0,0 0 0,0 2 0,22 5 0,-38-8 0,0 1 0,0-1 0,0 1 0,0 0 0,0 0 0,0 0 0,0 0 0,0 0 0,-1 0 0,1 0 0,0 1 0,-1-1 0,1 1 0,-1-1 0,0 1 0,1-1 0,-1 1 0,0 0 0,0 0 0,0 0 0,0-1 0,0 1 0,-1 0 0,1 0 0,0 0 0,-1 0 0,1 1 0,-1-1 0,0 0 0,0 0 0,0 0 0,0 0 0,0 0 0,0 0 0,-1 0 0,1 0 0,-1 0 0,1 0 0,-3 4 0,0 0 0,0 0 0,0-1 0,-1 1 0,0-1 0,0 0 0,0 0 0,-1 0 0,0 0 0,0-1 0,0 0 0,-9 6 0,-7 2-195,-1 0 0,-1-1 0,0-1 0,0-2 0,-1 0 0,-29 5 0,20-8-6631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3:07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39 451 24575,'16'-2'0,"0"-1"0,0 0 0,0-1 0,-1-1 0,1 0 0,-1-1 0,0-1 0,-1-1 0,0 0 0,0 0 0,0-1 0,-1-1 0,-1-1 0,0 0 0,12-12 0,-17 12 0,1-1 0,-1 0 0,-1 0 0,0 0 0,-1-1 0,0 0 0,-1 0 0,-1 0 0,0 0 0,0-1 0,-2 1 0,1-1 0,-2 1 0,0-1 0,0 0 0,-5-23 0,4 32 0,0 1 0,0 0 0,0 0 0,-1 0 0,1 0 0,-1 0 0,0 0 0,0 1 0,0-1 0,-1 1 0,0-1 0,1 1 0,-1 0 0,0 0 0,0 0 0,-1 0 0,1 1 0,-1-1 0,1 1 0,-1 0 0,0 0 0,0 0 0,0 0 0,0 1 0,0 0 0,0 0 0,0 0 0,0 0 0,0 0 0,-1 1 0,-4 0 0,3-1 0,-1 1 0,1 0 0,-1 0 0,0 1 0,1 0 0,-1 0 0,1 0 0,-1 1 0,1 0 0,0 0 0,0 1 0,0-1 0,0 1 0,0 1 0,0-1 0,1 1 0,0 0 0,-1 0 0,-6 9 0,-3 11 0,1 1 0,1 1 0,1 0 0,2 0 0,-14 52 0,19-59 0,1 0 0,0 0 0,1 0 0,1 1 0,1 38 0,2-51 0,-1 0 0,2 1 0,-1-1 0,1 0 0,0 0 0,0 0 0,1 0 0,0 0 0,0 0 0,1-1 0,0 0 0,0 0 0,0 0 0,1 0 0,0 0 0,0-1 0,0 0 0,10 7 0,-3-4 9,1 0-1,0-1 1,0-1 0,0 0-1,1-1 1,0 0-1,0-1 1,0 0 0,20 1-1,10-1-359,76-4-1,-78-1-396,-4 0-6078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3:13.6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154 599 24575,'-2'-1'0,"0"1"0,0-1 0,0 1 0,0-1 0,0 0 0,0 0 0,0 0 0,1 0 0,-1 0 0,0-1 0,1 1 0,-1 0 0,1-1 0,-1 1 0,1-1 0,0 1 0,-2-4 0,-22-36 0,20 32 0,-9-21 0,2 0 0,1 0 0,1-2 0,2 1 0,-7-50 0,11 56 0,-12-84 0,15 99 0,0-1 0,1 0 0,1 1 0,-1-1 0,2 1 0,-1-1 0,1 1 0,4-12 0,-3 18 0,-1 1 0,1-1 0,0 1 0,0-1 0,0 1 0,0 0 0,0 0 0,1 0 0,-1 1 0,1-1 0,0 1 0,0 0 0,0 0 0,0 0 0,0 0 0,0 1 0,1 0 0,-1 0 0,0 0 0,1 0 0,-1 0 0,1 1 0,6 0 0,8 0 0,-1 0 0,1 1 0,-1 1 0,25 6 0,-32-5 0,0 0 0,0 1 0,-1 0 0,1 1 0,-1 0 0,0 1 0,0 0 0,-1 0 0,0 1 0,0 0 0,0 1 0,-1 0 0,0 0 0,-1 1 0,0 0 0,11 17 0,-9-10 0,-1 1 0,0 0 0,-1 1 0,-1-1 0,-1 1 0,-1 0 0,0 1 0,-1-1 0,1 31 0,-1-12 59,11 53-1,-7-55-799,4 59 0,-11-63-6085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3:16.4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1 394 24575,'4'-1'0,"1"1"0,-1-1 0,1 0 0,-1 0 0,0-1 0,0 1 0,1-1 0,-1 0 0,0 0 0,0 0 0,-1 0 0,1-1 0,0 0 0,-1 0 0,1 0 0,-1 0 0,0 0 0,0-1 0,2-4 0,8-10 0,-1 0 0,16-36 0,-14 26 0,0 2 0,-2-1 0,0 0 0,-2-1 0,-1 0 0,-1-1 0,5-35 0,-15 92 0,-2 42 0,6 75 0,-1-141 0,-1 0 0,1-1 0,0 1 0,-1 0 0,2-1 0,-1 1 0,0-1 0,1 1 0,-1-1 0,1 0 0,0 0 0,0 0 0,1 0 0,-1 0 0,0 0 0,1 0 0,0-1 0,4 4 0,-2-3 0,1 0 0,-1 0 0,1 0 0,-1-1 0,1 0 0,0 0 0,0-1 0,0 1 0,0-1 0,10 0 0,-7 0 0,0-1 0,0-1 0,0 1 0,0-1 0,0-1 0,0 0 0,0 0 0,-1 0 0,1-1 0,-1-1 0,0 1 0,0-1 0,0-1 0,0 0 0,11-9 0,-14 8 0,-1 1 0,0-1 0,0 0 0,0 0 0,-1 0 0,0-1 0,0 0 0,-1 1 0,0-1 0,0 0 0,0 0 0,-1 0 0,1-7 0,-1-13 0,0 1 0,-3-27 0,2 51 0,0 8 0,-1 2 0,1-1 0,0 0 0,1 1 0,0-1 0,0 0 0,0 0 0,1 1 0,0-1 0,0 0 0,7 12 0,-3-10 0,0-1 0,1-1 0,0 1 0,0-1 0,1 0 0,0-1 0,0 0 0,1 0 0,0-1 0,0 0 0,0 0 0,0-1 0,1-1 0,16 5 0,-6-3 0,0-1 0,0-1 0,1-1 0,-1-1 0,0 0 0,30-4 0,-47 3 6,0-1 0,1 1 0,-1-1 0,0 0 0,1 0 0,-1 0 0,0 0 0,0 0 0,0-1 0,0 0 0,0 1 0,0-1 0,0 0 0,-1 0 0,1-1 0,-1 1 0,1-1 0,-1 1 0,3-6 0,-2 2-155,0 1 1,0-2-1,-1 1 1,0 0-1,0 0 1,-1-1-1,1 1 1,-1-1-1,0-7 1,0-17-6678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3:21.4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148 110 24575,'-1'-3'0,"-1"1"0,1 0 0,-1 0 0,1-1 0,0 1 0,-1-1 0,1 1 0,0-1 0,1 0 0,-1 1 0,0-4 0,1 5 0,0 1 0,-1-1 0,1 0 0,0 1 0,0-1 0,0 0 0,0 1 0,0-1 0,0 0 0,0 0 0,0 1 0,0-1 0,0 0 0,0 1 0,1-1 0,-1 0 0,0 1 0,0-1 0,1 1 0,-1-1 0,0 0 0,1 1 0,-1-1 0,1 1 0,-1-1 0,0 1 0,1-1 0,0 1 0,-1-1 0,1 1 0,-1 0 0,1-1 0,-1 1 0,1 0 0,0-1 0,-1 1 0,1 0 0,0 0 0,-1 0 0,1-1 0,0 1 0,-1 0 0,1 0 0,0 0 0,-1 0 0,1 0 0,1 0 0,-1 1 0,0-1 0,0 0 0,0 0 0,0 0 0,0 1 0,0-1 0,0 0 0,-1 1 0,1-1 0,0 1 0,0-1 0,0 1 0,0-1 0,0 1 0,-1 0 0,1 0 0,0-1 0,-1 1 0,1 0 0,0 0 0,-1 0 0,1-1 0,-1 1 0,1 0 0,-1 0 0,0 0 0,1 0 0,-1 0 0,0 0 0,0 0 0,1 0 0,-1 0 0,0 0 0,0 0 0,0 0 0,0 0 0,0 0 0,-1 0 0,1 0 0,0 0 0,0 0 0,-1 0 0,1 0 0,-1 2 0,0-1 0,0 1 0,0 0 0,-1 0 0,1 0 0,-1-1 0,1 1 0,-1 0 0,0-1 0,0 0 0,0 1 0,0-1 0,0 0 0,-1 0 0,-3 2 0,1-1 0,0-1 0,0-1 0,0 1 0,-1-1 0,1 0 0,-1 0 0,1 0 0,-1-1 0,1 0 0,-1 0 0,1-1 0,-1 1 0,1-1 0,0 0 0,-1-1 0,-7-2 0,10 3 0,1 0 0,-1 0 0,1-1 0,-1 1 0,1-1 0,0 1 0,0-1 0,0 0 0,0 0 0,0 0 0,0 0 0,0 0 0,1 0 0,-1-1 0,1 1 0,-1-1 0,1 1 0,0-1 0,0 1 0,0-1 0,0 0 0,1 1 0,-1-1 0,1 0 0,-1 0 0,1 1 0,0-1 0,0 0 0,0 0 0,1 1 0,-1-1 0,1 0 0,-1 0 0,3-3 0,-3 3 0,1 1 0,0-1 0,0 0 0,1 1 0,-1-1 0,0 1 0,1-1 0,0 1 0,0 0 0,-1 0 0,1-1 0,0 1 0,1 1 0,-1-1 0,0 0 0,1 0 0,-1 1 0,0 0 0,1-1 0,0 1 0,-1 0 0,1 0 0,0 0 0,0 1 0,-1-1 0,1 1 0,0-1 0,0 1 0,0 0 0,0 0 0,0 0 0,-1 0 0,1 1 0,0-1 0,0 1 0,0 0 0,-1 0 0,1 0 0,0 0 0,-1 0 0,1 1 0,3 1 0,-4-2 0,1 0 0,-1 1 0,1-1 0,-1 0 0,0 1 0,1 0 0,-1-1 0,0 1 0,0 0 0,0 0 0,0 0 0,-1 0 0,1 1 0,0-1 0,-1 0 0,0 1 0,1-1 0,-1 1 0,0-1 0,0 1 0,-1 0 0,1-1 0,0 1 0,-1 0 0,0 0 0,0-1 0,1 1 0,-2 0 0,1 0 0,0 0 0,0-1 0,-1 1 0,0 0 0,1-1 0,-1 1 0,0 0 0,0-1 0,-1 1 0,1-1 0,0 0 0,-1 1 0,0-1 0,-2 3 0,3-3-80,-1-1 0,0 1-1,0 0 1,0-1 0,-1 1-1,1-1 1,0 1 0,-1-1-1,1 0 1,-1 0 0,1 0 0,-1 0-1,1-1 1,-1 1 0,1-1-1,-5 1 1,-14-3-6746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3:25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0 394 24575,'11'-13'0,"-2"-1"0,1 0 0,-2-1 0,0 0 0,-1 0 0,-1-1 0,8-24 0,-7 18 0,2-5 0,-2-1 0,0 0 0,-2 0 0,-2 0 0,0-1 0,-2-32 0,-3 119 0,-2 49 0,4-94 0,1 0 0,0 0 0,1 0 0,1-1 0,0 1 0,5 13 0,-5-22 0,-1 1 0,1-1 0,1 0 0,-1 0 0,1 0 0,-1-1 0,1 1 0,0-1 0,0 0 0,1 0 0,-1 0 0,0-1 0,1 0 0,0 1 0,0-2 0,-1 1 0,1 0 0,0-1 0,0 0 0,1 0 0,-1-1 0,0 1 0,5-1 0,17 1 0,-1-1 0,54-7 0,-75 7 0,1-1 0,-1 0 0,1 0 0,-1 0 0,0-1 0,0 1 0,0-1 0,0-1 0,0 1 0,0-1 0,0 0 0,-1 0 0,1 0 0,-1 0 0,0-1 0,0 0 0,4-5 0,-4 2 0,0 1 0,-1-1 0,0 0 0,0 0 0,-1 0 0,0-1 0,0 1 0,0-1 0,-1 1 0,-1-1 0,1-13 0,-3-77 0,0 141 0,1-27 0,0 1 0,1 0 0,1 0 0,4 23 0,-4-35 0,0-1 0,0 1 0,1 0 0,0-1 0,-1 1 0,2-1 0,-1 0 0,0 0 0,1 0 0,0 0 0,0 0 0,0 0 0,0-1 0,1 1 0,-1-1 0,1 0 0,0 0 0,0 0 0,0-1 0,0 0 0,6 3 0,3 0 0,0-1 0,1-1 0,-1 0 0,0-1 0,1-1 0,14 1 0,88-7 0,-49 1 0,224-22 0,0-12 0,-7 1 0,-176 27-112,167 6-1,-180 5-1027,-53-1-5686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3:28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24575,'0'7'0,"0"7"0,0 15 0,0 8 0,0 5 0,0 1 0,0-1 0,0 0 0,0-3 0,0 0 0,0-1 0,0-7-8191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2:42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6 850 24575,'7'-1'0,"0"0"0,0 0 0,0 0 0,0-1 0,0 0 0,0 0 0,0-1 0,-1 0 0,1 0 0,-1-1 0,0 1 0,0-1 0,0-1 0,-1 1 0,1-1 0,-1 0 0,0 0 0,-1-1 0,1 1 0,-1-1 0,4-7 0,9-16 0,-1 0 0,-2-1 0,14-42 0,-16 40 0,-12 32 0,86-246 0,-78 216 0,-1 1 0,-2-1 0,-1 0 0,-1-1 0,-2 1 0,-3-47 0,2 74 0,-1 0 0,1 0 0,-1-1 0,1 1 0,-1 0 0,0 0 0,0 0 0,0 0 0,-1 0 0,1 0 0,-1 0 0,1 0 0,-1 1 0,0-1 0,0 1 0,0-1 0,-1 1 0,1 0 0,-1 0 0,-3-3 0,2 3 0,1 1 0,-1-1 0,0 1 0,0 0 0,0 0 0,0 1 0,0-1 0,0 1 0,0 0 0,-1 0 0,1 0 0,0 0 0,0 1 0,-4 1 0,-7 2 0,0 1 0,1 0 0,-1 1 0,1 1 0,1 0 0,-1 1 0,-15 11 0,18-11 0,1 0 0,0 1 0,0 0 0,1 1 0,0 0 0,1 0 0,-9 13 0,13-14 0,-1 1 0,1-1 0,1 1 0,0-1 0,0 1 0,1 0 0,0 0 0,1 0 0,0 0 0,0 12 0,13 387 0,-6-350 0,3-1 0,2 0 0,3-1 0,42 109 0,-37-122 0,-3 2 0,-2 0 0,13 79 0,-25-105 0,0-1 0,-2 1 0,0 0 0,-2 0 0,0-1 0,-1 1 0,-9 31 0,4-7-83,2 0 0,3 0 0,3 87 0,1-77-950,-1-22-5793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2:43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24575,'0'6'0,"6"9"0,3 13 0,5 3 0,0 2 0,-1 2 0,-4 1 0,-3 1 0,4 0 0,0 0 0,-2 0 0,-2 1 0,-1-1 0,-3 0 0,-1 0 0,-1-7-8191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2:45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485 1 24575,'-11'0'0,"0"1"0,0 0 0,0 0 0,0 2 0,1-1 0,-1 1 0,1 1 0,0-1 0,0 2 0,0 0 0,-11 7 0,7-3 0,1 1 0,0 1 0,1 0 0,0 1 0,1 0 0,-16 23 0,-1 11 0,1 0 0,3 2 0,-28 76 0,52-122 0,-26 68 0,4 1 0,2 1 0,-17 137 0,31-161 60,2 67 0,5-102-195,-1 0 0,2 1 0,0-1 0,0 0 0,1 0 0,1-1 0,0 1 0,1-1 0,0 1 0,8 11 0,0-6-6691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4:50.1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24575,'774'0'-1365,"-743"0"-5461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4:58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114 511 24575,'6'0'0,"-1"-1"0,0 0 0,1-1 0,-1 1 0,0-1 0,0 0 0,0 0 0,0-1 0,0 1 0,-1-1 0,1 0 0,-1 0 0,1-1 0,-1 0 0,0 1 0,6-9 0,6-8 0,-1 0 0,16-28 0,-30 46 0,13-21 0,-2 0 0,0-1 0,-2 0 0,8-26 0,-15 40 0,0-1 0,-1 1 0,0-1 0,-1 0 0,0 1 0,0-1 0,-1 0 0,-1 0 0,0 0 0,0 1 0,-1-1 0,-5-16 0,5 22 0,0 1 0,-1-1 0,1 1 0,-1 0 0,0-1 0,0 1 0,-1 1 0,1-1 0,-1 0 0,0 1 0,0 0 0,0 0 0,0 0 0,0 0 0,-1 1 0,1-1 0,-1 1 0,1 0 0,-1 1 0,0-1 0,0 1 0,0 0 0,0 0 0,-9 0 0,8 1 0,-1 0 0,1 0 0,-1 0 0,1 1 0,0 0 0,0 0 0,-1 1 0,1 0 0,0 0 0,0 0 0,1 1 0,-1 0 0,0 0 0,1 0 0,0 1 0,-1 0 0,2 0 0,-1 0 0,-6 7 0,1 3 0,0 1 0,1 0 0,1 1 0,0 0 0,2 0 0,-1 1 0,2 0 0,-5 24 0,-1 19 0,-3 64 0,8 415 0,10-294 0,-4 121-1365,0-336-5461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4:59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24575,'6'0'0,"9"0"0,8 0 0,5 0 0,6 0 0,2 0 0,2 0 0,0 0 0,1 0 0,-1 0 0,0 0 0,-1 0 0,0 0 0,0 0 0,-6 0-8191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5:00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24575,'0'6'0,"12"9"0,11 14 0,8 14 0,5 13 0,8 10 0,-3-1 0,-2 1 0,-1-4 0,-8-6 0,-3-7 0,-5-5 0,0-5 0,-5-1 0,-4-2 0,-5 0 0,-4-7-8191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5:01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533 0 24575,'-12'6'0,"-11"2"0,-7 6 0,-12 7 0,-4 6 0,-1 5 0,8 3 0,-3 2 0,7 1 0,2-6 0,1 3 0,0 4 0,4 0 0,2 0 0,5 0 0,6-1 0,-1-7 0,3-8-8191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5:03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222 0 24575,'-2'1'0,"-1"-1"0,0 1 0,1-1 0,-1 1 0,1 0 0,-1 0 0,1 1 0,-1-1 0,1 0 0,0 1 0,-1 0 0,1-1 0,0 1 0,0 0 0,0 0 0,1 0 0,-1 0 0,0 0 0,-1 5 0,-29 51 0,25-42 0,-12 22 0,2 1 0,2 0 0,1 2 0,2-1 0,-11 75 0,12-42 0,0-4 0,3 0 0,2 1 0,5 72 0,2-132-114,1-1 1,-1 0-1,1 0 0,1 0 0,0 0 1,0 0-1,1-1 0,0 1 0,0-1 1,1 0-1,7 9 0,1 1-6712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5:04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24575,'2'0'0,"1"1"0,0 0 0,-1 0 0,1 0 0,0 0 0,-1 0 0,1 0 0,-1 1 0,1-1 0,-1 1 0,0-1 0,0 1 0,0 0 0,0 0 0,0 0 0,0 0 0,2 4 0,29 45 0,-26-39 0,23 43 0,-2 2 0,23 71 0,-42-95 0,-1 0 0,-2 0 0,-1 0 0,-2 1 0,-1 0 0,-2-1 0,-4 35 0,2 7 0,0-43 0,-2 0 0,0 0 0,-3-1 0,0 0 0,-2 0 0,-1-1 0,-2 0 0,-19 36 0,20-40-1365,3-2-5461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5:07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24575,'6'0'0,"9"0"0,7 0 0,7 0 0,11 0 0,11 0 0,3 0 0,5 0 0,-1 0 0,-5 0 0,-4 0 0,-11 0-8191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5:08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24575,'12'0'0,"11"0"0,8 0 0,4 0 0,3 0 0,8 0 0,1 0 0,0 0 0,-2 0 0,-3 0 0,-1 0 0,-3 0 0,0 0 0,-8 0-8191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5:10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24575,'6'0'0,"8"0"0,9 0 0,6 0 0,11 0 0,-2 6 0,0 2 0,-2 0 0,1-2 0,-7-2-8191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5:12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6 24575,'-57'-2'0,"39"0"0,0 1 0,1 1 0,-1 0 0,0 2 0,1 0 0,-31 7 0,43-6 0,0 0 0,0 0 0,0 0 0,1 1 0,-1 0 0,1 0 0,0 0 0,0 0 0,0 1 0,1-1 0,-1 1 0,1 0 0,0 0 0,0 0 0,1 1 0,0-1 0,0 0 0,-2 11 0,0-2 0,0 1 0,2 0 0,0 0 0,0 0 0,2 31 0,1-43 0,-1 1 0,1 0 0,0-1 0,0 1 0,0 0 0,0-1 0,1 1 0,0-1 0,-1 0 0,1 1 0,0-1 0,1 0 0,-1 0 0,0 0 0,1-1 0,0 1 0,0 0 0,-1-1 0,2 0 0,-1 0 0,0 0 0,0 0 0,1 0 0,-1-1 0,1 1 0,-1-1 0,1 0 0,-1 0 0,1 0 0,6 0 0,13 2 0,1-2 0,-1 0 0,46-5 0,-31 2 0,-28 1 0,6 0 0,-1 1 0,1 0 0,0 1 0,26 5 0,-38-5 0,-1 0 0,1 0 0,0 1 0,-1-1 0,1 1 0,-1 0 0,1 0 0,-1 0 0,0 0 0,0 0 0,0 1 0,0 0 0,0-1 0,-1 1 0,1 0 0,-1 0 0,0 1 0,0-1 0,0 0 0,0 1 0,-1-1 0,1 1 0,-1 0 0,2 4 0,1 17 0,-1 0 0,-2 0 0,0 0 0,-4 42 0,0-16 0,3-43 0,-1 0 0,-1 0 0,1 0 0,-1-1 0,-1 1 0,1 0 0,-1-1 0,-1 1 0,1-1 0,-1 0 0,-1 0 0,1-1 0,-1 1 0,0-1 0,0 0 0,-1 0 0,0-1 0,0 0 0,0 0 0,-1 0 0,0-1 0,0 0 0,0 0 0,0 0 0,0-1 0,-11 3 0,1 0 0,0-1 0,-1-1 0,1-1 0,-1 0 0,1-1 0,-1-1 0,0-1 0,0 0 0,0-1 0,0-1 0,-19-5 0,31 6-170,0-1-1,1 0 0,-1 0 1,0 0-1,1-1 0,0 0 1,-9-6-1,-3-6-6655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5:14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1 411 24575,'14'0'0,"1"-2"0,-1 0 0,0-1 0,1 0 0,-1-1 0,-1-1 0,1 0 0,-1-1 0,0 0 0,0-1 0,0 0 0,-1-1 0,0-1 0,-1 0 0,17-17 0,-18 16 0,0-1 0,-1 0 0,0 0 0,0-1 0,-1 0 0,-1 0 0,0-1 0,-1 0 0,0 0 0,-1-1 0,-1 1 0,0-1 0,-1 0 0,0-1 0,1-23 0,-4 34 0,0 1 0,0 0 0,-1-1 0,1 1 0,0 0 0,-1 0 0,0-1 0,0 1 0,0 0 0,0 0 0,-1 0 0,1 0 0,-1 0 0,0 0 0,0 0 0,0 1 0,0-1 0,0 1 0,-1-1 0,1 1 0,-1 0 0,1 0 0,-1 0 0,0 0 0,0 0 0,0 1 0,0-1 0,0 1 0,0 0 0,0 0 0,0 0 0,-1 0 0,1 1 0,0-1 0,0 1 0,-1 0 0,1 0 0,-6 0 0,1 1 0,1-1 0,-1 1 0,0 0 0,1 1 0,-1 0 0,1 0 0,-1 0 0,1 1 0,0 0 0,0 1 0,0 0 0,0 0 0,1 0 0,0 1 0,0 0 0,-6 5 0,6-2 0,0 0 0,1 0 0,0 0 0,1 0 0,-1 1 0,2 0 0,-1 0 0,1 0 0,1 0 0,-1 1 0,2-1 0,-1 1 0,1-1 0,1 1 0,0-1 0,0 1 0,2 13 0,-1-16 0,1 0 0,-1 0 0,1 0 0,0 0 0,1-1 0,0 1 0,0-1 0,0 1 0,1-1 0,0 0 0,0-1 0,0 1 0,1-1 0,0 0 0,0 0 0,0 0 0,1 0 0,-1-1 0,1 0 0,0 0 0,0-1 0,1 0 0,-1 0 0,8 2 0,12 1-49,1-1 0,0-2 0,0 0 0,0-2 0,52-4 0,-33 1-1022,-13 1-5755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5:16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0 195 24575,'19'246'0,"0"-28"0,-21-761 0,2 536 0,0-1 0,0 1 0,1 0 0,0 0 0,0 0 0,1-1 0,-1 1 0,5-9 0,-4 14 0,-1-1 0,1 0 0,0 1 0,0-1 0,0 1 0,0 0 0,1 0 0,-1 0 0,0 0 0,1 0 0,0 0 0,-1 1 0,1-1 0,0 1 0,0 0 0,0-1 0,0 2 0,0-1 0,0 0 0,0 0 0,6 1 0,34-3 0,1 2 0,-1 2 0,49 7 0,-83-7-5,0 1 0,-1-1-1,1 2 1,-1-1-1,1 1 1,-1 0 0,0 1-1,0 0 1,0 0 0,-1 0-1,0 1 1,1 1 0,-2-1-1,11 11 1,-8-6 27,-1 1 0,0 0 1,-1 0-1,0 1 0,-1-1 0,0 1 1,-1 1-1,6 22 0,-1 8-319,-3 0 0,-1 0 0,-3 1 0,-2 75 0,-2-86-6529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5:18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0 24575,'-2'27'0,"-2"-1"0,0 0 0,-2 0 0,-1 0 0,-18 43 0,0 3 0,13-25 0,1 0 0,3 1 0,-4 82 0,14 149 0,1-105 0,-3-165-124,0-1 0,0 1 0,1-1 0,0 0 0,0 1 0,1-1-1,0 0 1,1 0 0,0 0 0,5 12 0,8 3-6702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5:20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0 221 24575,'20'-23'0,"0"0"0,26-46 0,-27 40 0,33-38 0,-52 66 0,0 1 0,0-1 0,1 0 0,-1 1 0,0-1 0,1 1 0,-1-1 0,0 1 0,1 0 0,-1-1 0,1 1 0,-1-1 0,1 1 0,-1 0 0,1-1 0,-1 1 0,1 0 0,-1-1 0,1 1 0,-1 0 0,1 0 0,0 0 0,-1 0 0,1 0 0,-1-1 0,1 1 0,0 0 0,-1 0 0,1 0 0,-1 0 0,1 1 0,0-1 0,-1 0 0,1 0 0,-1 0 0,1 0 0,-1 1 0,1-1 0,0 0 0,-1 1 0,1-1 0,-1 0 0,1 1 0,-1-1 0,0 0 0,1 1 0,-1-1 0,1 1 0,-1-1 0,0 1 0,1-1 0,-1 1 0,0-1 0,0 1 0,1-1 0,-1 1 0,0 0 0,0-1 0,0 1 0,0-1 0,1 1 0,-1 0 0,0-1 0,0 1 0,0-1 0,-1 2 0,6 52 0,-5-46 0,0 314 113,-3-128-1591,3-164-5348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5:23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0 186 24575,'0'-9'0,"1"0"0,0-1 0,0 1 0,1 0 0,0 0 0,1 0 0,0 1 0,0-1 0,1 0 0,0 1 0,0 0 0,1 0 0,0 0 0,1 1 0,7-10 0,-9 13 0,0 1 0,0-1 0,1 1 0,-1 0 0,1 0 0,-1 0 0,1 0 0,0 1 0,0 0 0,0 0 0,1 0 0,-1 1 0,0-1 0,1 1 0,-1 1 0,0-1 0,1 1 0,-1 0 0,1 0 0,-1 0 0,1 1 0,-1 0 0,1 0 0,-1 0 0,0 1 0,0 0 0,6 2 0,-7-1 0,0-1 0,0 1 0,0 0 0,0 0 0,-1 0 0,1 0 0,-1 0 0,0 1 0,0 0 0,0 0 0,0-1 0,-1 2 0,0-1 0,0 0 0,0 0 0,0 1 0,0-1 0,-1 1 0,0-1 0,0 1 0,1 7 0,0 13 0,-1 0 0,0-1 0,-4 25 0,2-17 0,-1 10 0,2-2 0,-2-1 0,-12 64 0,11-90 0,-1 0 0,0 0 0,-1 0 0,0 0 0,-1-1 0,0 0 0,-1 0 0,-1-1 0,0 1 0,0-2 0,-15 15 0,16-18 0,0 0 0,0 1 0,1 0 0,0 0 0,0 0 0,1 1 0,0 0 0,0 0 0,1 0 0,-3 12 0,7-21 0,0 1 0,0-1 0,0 1 0,0-1 0,0 1 0,1 0 0,-1-1 0,0 1 0,0-1 0,0 1 0,1-1 0,-1 0 0,0 1 0,1-1 0,-1 1 0,0-1 0,1 1 0,-1-1 0,0 0 0,1 1 0,-1-1 0,1 0 0,-1 0 0,1 1 0,-1-1 0,1 0 0,-1 0 0,1 1 0,-1-1 0,1 0 0,-1 0 0,1 0 0,-1 0 0,1 0 0,-1 0 0,1 0 0,0 0 0,-1 0 0,1 0 0,0-1 0,30-2 0,-22 1 0,171-10-1365,-147 12-5461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5:25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24575,'1'5'0,"0"0"0,1-1 0,-1 1 0,1-1 0,0 1 0,0-1 0,0 1 0,1-1 0,0 0 0,0 0 0,0 0 0,0-1 0,6 6 0,5 7 0,261 346 0,-193-230 0,-71-117-341,0 0 0,-2 1-1,14 28 1,-12-15-6485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5:26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385 1 24575,'-29'32'0,"2"1"0,2 2 0,1 0 0,1 2 0,-20 45 0,-13 19 0,-85 135-1365,124-208-5461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5:28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24575,'57'-2'0,"-39"0"0,0 1 0,0 1 0,0 1 0,0 0 0,-1 1 0,30 7 0,-43-7 0,0 0 0,-1 1 0,1-1 0,-1 1 0,1 0 0,-1 0 0,0 0 0,0 1 0,0-1 0,0 1 0,-1-1 0,1 1 0,-1 0 0,0 0 0,0 0 0,-1 0 0,1 0 0,-1 1 0,0-1 0,0 0 0,0 1 0,-1-1 0,1 1 0,-1-1 0,-1 9 0,1 6 0,-1 0 0,-1 1 0,-1-1 0,-9 30 0,9-37 0,-1-1 0,-1 0 0,0 0 0,0 0 0,-1 0 0,-1-1 0,0 0 0,0 0 0,-1-1 0,-13 13 0,19-20 0,-1 0 0,1 1 0,-1 0 0,1-1 0,0 1 0,0 0 0,0 0 0,0 0 0,1 0 0,-1 1 0,1-1 0,0 0 0,-1 6 0,2-8 0,0 1 0,1-1 0,-1 1 0,0-1 0,1 0 0,-1 1 0,1-1 0,0 1 0,-1-1 0,1 0 0,0 0 0,0 1 0,0-1 0,0 0 0,0 0 0,0 0 0,0 0 0,1 0 0,-1 0 0,0 0 0,0-1 0,1 1 0,-1 0 0,0-1 0,1 1 0,-1-1 0,1 1 0,-1-1 0,1 0 0,-1 0 0,1 1 0,-1-1 0,1 0 0,1-1 0,22 4-386,1-1 0,25-2-1,-48 0 181,31-1-6620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5:31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24575,'0'12'0,"0"17"0,0 10 0,0 10 0,0 4 0,0 5 0,0-2 0,0-3 0,0-4 0,0-5 0,0-4 0,0-2 0,0-1 0,0-1 0,0-6-8191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5:32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24575,'6'0'0,"8"0"0,15 0 0,14 0 0,13 0 0,3 0 0,-2 0 0,-5 0 0,-4 0 0,-5 0 0,-4 0 0,-7 0-8191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5:33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265 1 24575,'-9'0'0,"-1"2"0,0-1 0,1 1 0,-1 1 0,1 0 0,0 0 0,0 1 0,0 0 0,0 1 0,1 0 0,0 0 0,0 0 0,0 1 0,0 1 0,1-1 0,-9 11 0,4-4 0,2 0 0,-1 1 0,2 0 0,-1 0 0,2 1 0,0 0 0,1 0 0,-9 29 0,11-22 0,0 1 0,2 0 0,-2 42 0,5-50 0,0-1 0,1 0 0,1 0 0,0 0 0,1 0 0,1 0 0,6 19 0,-7-29 0,0 1 0,1-1 0,-1 0 0,1 0 0,-1-1 0,1 1 0,0-1 0,1 0 0,-1 0 0,1 0 0,-1 0 0,1-1 0,0 0 0,0 0 0,0 0 0,0-1 0,0 1 0,0-1 0,0 0 0,0-1 0,1 1 0,-1-1 0,0 0 0,0 0 0,1-1 0,6-1 0,-8 1 0,1 0 0,-1 0 0,0 0 0,1 0 0,-1-1 0,0 1 0,0-1 0,0 0 0,0-1 0,-1 1 0,1-1 0,0 1 0,5-7 0,-7 6 0,0 1 0,-1-1 0,1 1 0,-1-1 0,1 0 0,-1 1 0,0-1 0,0 0 0,0 0 0,-1 0 0,1 0 0,-1 0 0,1 0 0,-1 0 0,0 0 0,0 0 0,0 0 0,-1 0 0,1 0 0,-1 0 0,0 0 0,-1-3 0,1 3-62,-1 0 0,1 0 0,-1 0 0,0 0 0,0 0 0,-1 0 0,1 1 0,0-1 0,-1 1 0,0 0 0,1-1 0,-1 1-1,0 1 1,0-1 0,0 0 0,-1 1 0,1-1 0,0 1 0,-1 0 0,1 0 0,-7-1 0,-18-3-6764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5:35.0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24575,'0'13'0,"0"10"0,0 7 0,0 6 0,0 2 0,7 7 0,1 3 0,0 5 0,5-6 0,0-5 0,-2-3 0,-4-3 0,-2 0 0,5-7 0,-1-1 0,0 0 0,-3 1 0,-2-3-8191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5:36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503 0 24575,'-14'1'0,"0"1"0,-1 1 0,1 0 0,0 1 0,1 0 0,-1 1 0,1 0 0,-1 1 0,2 1 0,-1 0 0,-15 12 0,-8 7 0,1 2 0,-41 44 0,63-57 0,1 0 0,0 1 0,1 0 0,-8 19 0,-12 16 0,-37 72-1365,56-99-5461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5:38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24575,'6'0'0,"9"0"0,14 0 0,8 0 0,4 0 0,2 0 0,-7 6 0,-3 3 0,-1-2 0,0 0 0,1-3 0,2-1 0,-6-2-8191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5:40.7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80 24575,'0'-3'0,"0"1"0,0-1 0,1 0 0,-1 1 0,1-1 0,-1 1 0,1-1 0,0 1 0,0-1 0,0 1 0,0-1 0,1 1 0,-1 0 0,1 0 0,-1-1 0,1 1 0,0 0 0,0 1 0,-1-1 0,4-2 0,0 1 0,1 0 0,-1 0 0,0 0 0,1 1 0,0-1 0,0 2 0,0-1 0,9-1 0,8 0 0,-1 2 0,0 0 0,43 4 0,-60-2 0,1-1 0,-1 1 0,0 0 0,1 0 0,-1 0 0,0 1 0,0 0 0,0 0 0,0 0 0,0 0 0,-1 1 0,1 0 0,-1 0 0,0 0 0,1 1 0,-1-1 0,6 8 0,-6-4 0,-1-1 0,1 1 0,-1 0 0,0 0 0,-1 0 0,0 1 0,0-1 0,-1 0 0,1 1 0,-2-1 0,1 1 0,-1 7 0,-6 283 0,6-296 0,-1 0 0,1-1 0,0 1 0,0 0 0,0 0 0,1 0 0,-1 0 0,0-1 0,1 1 0,-1 0 0,1 0 0,-1-1 0,1 1 0,0 0 0,0-1 0,0 1 0,0-1 0,0 1 0,0-1 0,0 1 0,1-1 0,-1 0 0,2 2 0,1-2 0,-1 1 0,1-1 0,0 0 0,0 0 0,-1-1 0,1 1 0,0-1 0,7 0 0,4 0 0,-11 0 0,0 1 0,-1 0 0,1-1 0,-1 1 0,1 1 0,-1-1 0,1 0 0,-1 1 0,0 0 0,0-1 0,0 1 0,0 1 0,0-1 0,0 0 0,0 1 0,-1-1 0,1 1 0,-1 0 0,0 0 0,0 0 0,0 0 0,0 0 0,0 1 0,-1-1 0,1 0 0,-1 1 0,0-1 0,0 1 0,0 0 0,0 6 0,2 8 0,-2 0 0,0 1 0,-1-1 0,-4 35 0,3-47 0,0 0 0,0-1 0,-1 0 0,1 1 0,-1-1 0,0 0 0,-1 0 0,1 0 0,-1 0 0,0 0 0,-1 0 0,1-1 0,-1 0 0,0 0 0,0 0 0,0 0 0,0 0 0,-1-1 0,1 0 0,-1 0 0,0 0 0,0 0 0,0-1 0,0 0 0,-1 0 0,1 0 0,0-1 0,-9 2 0,-15 1 0,-1-1 0,1-1 0,-1-1 0,-37-4 0,29 1 0,-38-1-1365,44 3-5461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5:42.2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24575,'1'12'0,"1"0"0,1 0 0,0-1 0,0 1 0,2-1 0,-1 1 0,1-1 0,1-1 0,13 20 0,7 18 0,12 20 0,67 90 0,-89-136 0,-9-12 0,0 0 0,0 1 0,-1-1 0,-1 1 0,0 1 0,0-1 0,-1 0 0,-1 1 0,1 0 0,-2 0 0,0 0 0,0 0 0,-1 18 0,-5 392 0,3-409-65,0-1 0,-1 1 0,0 0 0,-1-1 0,0 1 0,-1-1 0,-1 0 0,0 0 0,0-1 0,-1 1 0,-1-1 0,0-1 0,0 1 0,-1-1 0,-1 0 0,1-1 0,-2 0 0,1 0 0,-1-1 0,-19 12 0,-2-5-6761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5:55.0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6 268 24575,'-3'-57'0,"2"39"0,-1 0 0,2 0 0,1 0 0,0 1 0,1-1 0,7-28 0,-7 42 0,0 0 0,1 0 0,0 1 0,-1-1 0,1 1 0,0 0 0,0 0 0,1 0 0,-1 0 0,1 0 0,-1 1 0,1-1 0,0 1 0,0 0 0,0 0 0,0 1 0,0-1 0,1 1 0,-1 0 0,0 0 0,1 0 0,-1 1 0,8-1 0,9 0 0,0 0 0,0 2 0,32 4 0,-47-4 0,-1 0 0,0 0 0,1 1 0,-1 0 0,0 0 0,1 0 0,-1 0 0,0 1 0,-1 0 0,1 0 0,0 0 0,-1 1 0,0-1 0,0 1 0,0 0 0,0 0 0,-1 1 0,1-1 0,-1 1 0,0 0 0,0 0 0,-1 0 0,0 0 0,0 0 0,0 0 0,0 1 0,1 7 0,1 13 0,0 1 0,-2 0 0,0 0 0,-4 38 0,1-35 0,0 70 0,-5 88 0,5-179 0,-1 0 0,-1 0 0,0 0 0,0 0 0,-1-1 0,1 1 0,-2-1 0,1 0 0,-2 0 0,1-1 0,-1 1 0,0-1 0,0-1 0,-11 10 0,4-5 0,0 0 0,-1-1 0,0-1 0,-1 0 0,0-1 0,-30 12 0,32-18 0,23-11 0,27-13 0,-2 11 0,1 2 0,0 2 0,1 0 0,-1 3 0,1 1 0,0 2 0,67 6 0,-45 10-1365,-36-6-5461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5:57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 24575,'0'92'0,"-22"177"0,20-265 0,2 1 0,-1 0 0,1 0 0,-1 0 0,1 0 0,1-1 0,-1 1 0,1 0 0,-1 0 0,1 0 0,1-1 0,-1 1 0,1 0 0,0-1 0,3 7 0,-2-8 0,0 1 0,0-1 0,0 0 0,0 0 0,1 0 0,-1 0 0,1-1 0,0 0 0,0 0 0,0 0 0,0 0 0,0 0 0,0-1 0,1 1 0,-1-1 0,0-1 0,7 2 0,8 1 0,0-1 0,0-1 0,0 0 0,1-1 0,23-4 0,-38 3 0,-1 1 0,1-1 0,0 0 0,-1-1 0,1 1 0,-1-1 0,0 0 0,1 0 0,-1 0 0,0 0 0,0-1 0,0 0 0,-1 0 0,1 0 0,-1 0 0,1 0 0,-1-1 0,0 0 0,-1 1 0,1-1 0,0 0 0,-1 0 0,0-1 0,0 1 0,2-8 0,-8 186 0,5-97 0,-1 296-1365,0-342-5461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6:00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24575,'1'0'0,"1"0"0,0 1 0,0 0 0,-1-1 0,1 1 0,-1 0 0,1 0 0,0 0 0,-1 0 0,1 0 0,-1 0 0,0 0 0,1 0 0,-1 1 0,0-1 0,0 0 0,0 1 0,2 2 0,19 34 0,-15-24 0,57 111 0,-40-76 0,2 0 0,36 52 0,46 49 0,-95-127-1365,-5-2-5461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6:01.4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388 0 24575,'-6'2'0,"0"1"0,1-1 0,-1 1 0,0 1 0,1-1 0,0 1 0,-1 0 0,2 0 0,-1 0 0,0 1 0,-6 8 0,-6 7 0,2 1 0,0 1 0,-15 29 0,-23 34 0,38-63 0,1 1 0,0 0 0,2 1 0,1 1 0,-13 39 0,10-13 0,-15 95 0,27-136-151,-1 1-1,0 0 0,0-1 0,-1 0 1,0 0-1,-1 0 0,-1 0 1,-6 10-1,-1-1-6674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5:43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5:45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 24575,'0'-6'0,"6"-2"0,9 0 0,1 8 0,-8 4 0,-11 1 0,-6-7 0,5-2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6:03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0 24575,'-1'9'0,"-1"1"0,-1-1 0,1 0 0,-2 0 0,1-1 0,-1 1 0,-1-1 0,1 1 0,-1-1 0,-7 8 0,-12 23 0,6 4 0,1 0 0,-20 86 0,22-69 0,4-16 0,3 0 0,1 0 0,0 57 0,9 137 0,2-85 0,-6-59 0,5 99 0,-1-178-97,1-1-1,1-1 1,0 1-1,1 0 1,1-1-1,0 0 1,1 0-1,0-1 1,0 0-1,2 0 1,-1-1-1,2 0 0,10 11 1,-1-6-6729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6:05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24575,'0'6'0,"6"8"0,2 9 0,0 12 0,-2 7 0,-1 9 0,-3 1 0,0 5 0,-2-1 0,0-4 0,0-4 0,0-5 0,0-2 0,-1-3 0,1-1 0,0-1 0,0 0 0,0-6-8191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6:06.9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76 24575,'6'0'0,"9"0"0,13 0 0,10 0 0,3 0 0,1 0 0,-5-6 0,-5-2 0,0-6 0,1-1 0,0 3 0,2 3 0,0 3 0,1 3 0,0 1 0,-5 2-8191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6:08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375 1 24575,'-11'0'0,"-1"1"0,1 1 0,0 0 0,0 1 0,0 0 0,0 0 0,0 1 0,1 0 0,0 1 0,0 1 0,0-1 0,0 2 0,1-1 0,0 1 0,0 0 0,1 1 0,0 0 0,0 1 0,-7 10 0,-10 16 0,2 1 0,1 1 0,-28 68 0,40-81 0,1 0 0,2 1 0,0 0 0,2 0 0,1 1 0,-2 30 0,4-3 0,10 104 0,-7-152 0,0 0 0,0 0 0,0 0 0,0-1 0,1 1 0,0 0 0,0 0 0,0-1 0,1 1 0,0-1 0,-1 0 0,1 0 0,1 0 0,-1 0 0,1-1 0,-1 1 0,1-1 0,0 0 0,0 0 0,0 0 0,1 0 0,-1-1 0,1 0 0,8 3 0,0-1 0,0 0 0,0-1 0,0-1 0,0 0 0,0-1 0,0 0 0,1-1 0,17-3 0,-27 3 0,1-1 0,-1 0 0,0-1 0,1 1 0,-1-1 0,0 0 0,0 0 0,1 0 0,-2 0 0,1-1 0,0 0 0,0 1 0,-1-2 0,0 1 0,4-4 0,-1 0 0,-1 0 0,-1 0 0,1 0 0,-1 0 0,0-1 0,-1 1 0,0-1 0,3-11 0,-4 13 0,0-1 0,-1 1 0,1 0 0,-1 0 0,-1-1 0,1 1 0,-1 0 0,0-1 0,-1 1 0,1 0 0,-1-1 0,-1 1 0,1 0 0,-1 0 0,0 0 0,0 0 0,-1 0 0,0 0 0,0 1 0,0-1 0,0 1 0,-1 0 0,0 0 0,-6-6 0,1 6-114,-1 0 1,1 0-1,-1 1 0,0 1 0,0-1 1,0 2-1,0-1 0,-1 1 0,1 1 1,-1 0-1,-16 1 0,-6-1-6712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6:09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24575,'31'63'0,"59"104"0,-70-133 0,-2 0 0,-2 2 0,0 0 0,-3 0 0,16 69 0,-18-47 0,-3 0 0,-2 1 0,-3 69 0,-2-16 0,-7 144 0,5-250-72,0-1 1,0 0-1,-1 0 0,1 0 0,-1 0 0,0 0 0,-1-1 0,1 1 1,-1-1-1,0 1 0,0-1 0,-1 0 0,1 0 0,-1 0 0,0-1 1,0 1-1,0-1 0,-5 4 0,-10 4-6754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6:22.74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24575,'26'1161'0,"1"-809"0,88 440 0,30-90 0,-120-602 58,-15-63-770,10 67 1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46:28.31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7504 6933 24575,'-2853'0'0,"2588"21"0,119-6 0,-128 20 0,152-17 0,-201 5 0,155-24 0,-248-7 0,314 0 0,1-4 0,-109-27 0,109 13 0,-137-29 0,187 46 0,-12-2 0,0 2 0,-76-1 0,120 10 0,6 1 0,0 0 0,0-1 0,1 0 0,-1-2 0,0 1 0,0-1 0,0-1 0,1-1 0,0 1 0,-1-2 0,2 0 0,-16-8 0,7-1 0,1 0 0,0-2 0,1 0 0,0-1 0,2-1 0,0-1 0,1 0 0,-13-22 0,-13-29 0,-34-78 0,73 145 0,-46-97 0,5-3 0,4-1 0,-30-128 0,56 167 0,4 17 0,-24-74 0,-98-240 0,-170-530 0,44-253 0,76-17 0,121 602 0,16 125 0,4 132 0,33 232 0,4-109 0,0 6 0,-1 143 0,-2 1 0,-1 0 0,-17-48 0,4 15 0,2 9 43,-6-27-1451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19:52:40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1 660 24575,'2'-14'0,"0"0"0,1 0 0,0 1 0,2-1 0,-1 1 0,1 0 0,1 0 0,9-13 0,14-37 0,23-109 0,-20 65 0,-26 81 0,7-53 0,-1 7 0,-7 66 0,1 14 0,3 14 0,6 43 0,22 86 0,-30-131 0,0 0 0,1-1 0,1 0 0,0 0 0,16 20 0,-21-33 0,1-1 0,-1 0 0,1 0 0,1-1 0,-1 0 0,0 0 0,1 0 0,0 0 0,0-1 0,0 0 0,0 0 0,1-1 0,-1 0 0,1 0 0,-1 0 0,1-1 0,0 0 0,0 0 0,0 0 0,-1-1 0,1 0 0,0-1 0,0 0 0,0 0 0,-1 0 0,1-1 0,0 0 0,-1 0 0,0 0 0,1-1 0,-1 0 0,0 0 0,0-1 0,-1 0 0,1 0 0,9-9 0,-8 3 0,1 0 0,-1-1 0,-1 0 0,0 0 0,0 0 0,-1-1 0,-1 0 0,0 0 0,4-20 0,-4 8 0,-1 0 0,-1 0 0,-2 0 0,-1-24 0,2 68 0,2 25 0,1-1 0,13 57 0,-12-80-80,2 10 122,2 0 0,0 0 0,2 0 0,19 35 0,-26-59-67,0 0 0,1-1 0,0 1 0,0-1 0,0 0 0,1 0 0,0-1 0,0 1 0,10 6 0,-11-9-53,0-1 0,0 0 1,0 0-1,1 0 0,-1 0 0,0-1 0,1 0 1,-1 0-1,1 0 0,-1-1 0,1 1 0,0-1 0,-1-1 1,1 1-1,6-2 0,20-7-6748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53:28.4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24575,'0'6'0,"0"8"0,0 8 0,6 1 0,3 2 0,5-3 0,1 1 0,3-3 0,0 1 0,-4 3 0,2 4 0,-2 3 0,-2 3 0,1-4 0,0-2 0,-3-4-8191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53:29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0 24575,'0'6'0,"0"9"0,0 7 0,0 7 0,0 5 0,0 2 0,0 2 0,-6-6 0,-2-2 0,0 0 0,1 2 0,-3 1 0,-2 1 0,3 2 0,-4-6 0,0-2 0,2-5-8191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53:41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191 258 24575,'1'-7'0,"1"-1"0,0 0 0,0 1 0,0-1 0,1 1 0,0 0 0,0 0 0,1 0 0,0 0 0,0 0 0,1 1 0,8-10 0,-8 11 0,0-1 0,-1 0 0,1 0 0,-1 0 0,-1-1 0,1 1 0,-1-1 0,0 0 0,0 0 0,-1 0 0,0 0 0,-1-1 0,1 1 0,0-10 0,-2 15 0,-1 0 0,1 0 0,0 0 0,0 0 0,-1 0 0,1 1 0,-1-1 0,0 0 0,1 0 0,-1 0 0,0 0 0,0 1 0,0-1 0,0 0 0,0 1 0,-1-1 0,1 1 0,0-1 0,-1 1 0,1 0 0,-1-1 0,0 1 0,1 0 0,-1 0 0,0 0 0,0 0 0,1 1 0,-1-1 0,0 0 0,0 1 0,0-1 0,0 1 0,0 0 0,0 0 0,0 0 0,0 0 0,0 0 0,0 0 0,0 0 0,-3 1 0,-4 1 0,1-1 0,-1 1 0,1 1 0,0 0 0,0 0 0,0 0 0,1 1 0,-9 6 0,3-1 0,0 0 0,1 1 0,0 1 0,0 0 0,1 1 0,1 0 0,0 0 0,1 1 0,-14 26 0,19-31 0,0 0 0,1 1 0,0-1 0,1 1 0,0 0 0,0-1 0,1 1 0,0 0 0,0 0 0,1 0 0,1 0 0,-1 0 0,1 0 0,1 0 0,0-1 0,0 1 0,0 0 0,1-1 0,5 9 0,-5-12 7,0 1 0,1-1 0,0 0 0,0 0 0,0-1 1,1 1-1,-1-1 0,1 0 0,0 0 0,1-1 0,-1 1 0,1-1 0,-1 0 0,1 0 0,0-1 0,9 3 0,4 0-378,1 0-1,0-1 1,35 2 0,-22-4-6455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54:15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24575,'0'6'0,"6"9"0,3 13 0,5 10 0,7 9 0,0 4 0,2 0 0,-2-4 0,-5-2 0,1-10 0,-3-4 0,3-8 0,-1-1 0,2-4 0,-1-5-8191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54:16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284 1 24575,'-1'32'0,"-2"0"0,-1 0 0,-2-1 0,0 1 0,-21 55 0,-76 148 0,4-12 0,75-166-1365,14-34-5461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54:23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84 262 24575,'4'0'0,"0"-1"0,0 1 0,0-1 0,-1 0 0,1-1 0,0 1 0,0 0 0,-1-1 0,1 0 0,-1 0 0,0 0 0,0 0 0,1-1 0,-1 1 0,-1-1 0,1 0 0,0 0 0,-1 0 0,1 0 0,-1 0 0,3-6 0,5-9 0,-1 0 0,14-38 0,-14 32 0,-8 21 0,1 1 0,-1-1 0,0 0 0,0 1 0,0-1 0,-1 0 0,1 0 0,-1 0 0,1 0 0,-1 1 0,0-1 0,0 0 0,0 0 0,-1 0 0,1 0 0,-1 0 0,0 0 0,1 1 0,-1-1 0,0 0 0,-1 1 0,1-1 0,0 0 0,-1 1 0,-1-3 0,0 2 0,-1 1 0,1 0 0,-1-1 0,1 1 0,-1 0 0,0 1 0,0-1 0,0 1 0,0 0 0,0 0 0,0 0 0,0 0 0,0 1 0,0-1 0,-1 1 0,1 0 0,-5 1 0,4-1 0,0 0 0,-1 1 0,1 0 0,0 0 0,0 0 0,-1 1 0,1 0 0,0 0 0,0 0 0,1 0 0,-1 1 0,0 0 0,1 0 0,0 0 0,-1 0 0,1 1 0,1-1 0,-1 1 0,0 0 0,1 1 0,0-1 0,0 0 0,0 1 0,1 0 0,-1-1 0,1 1 0,0 0 0,1 0 0,-1 1 0,1-1 0,-1 9 0,-2 12 0,2-1 0,1 1 0,1 0 0,1 0 0,6 32 0,-6-49-54,1 0-1,0-1 0,1 1 1,0 0-1,0-1 1,0 0-1,1 1 0,1-1 1,-1-1-1,1 1 1,1-1-1,-1 0 0,1 0 1,1 0-1,-1-1 0,1 0 1,0 0-1,0-1 1,1 0-1,0 0 0,0-1 1,0 0-1,0 0 1,11 3-1,12 3-6771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54:32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117 286 24575,'1'-15'0,"1"1"0,0 0 0,1 0 0,1 1 0,0-1 0,1 0 0,8-13 0,-7 12 0,0-1 0,0 1 0,-1-1 0,3-24 0,-7 39 0,-1-1 0,1 0 0,-1 0 0,0 0 0,1 0 0,-1 0 0,0 0 0,-1 0 0,1 0 0,0 0 0,0 0 0,-1 0 0,1 0 0,-1 1 0,0-1 0,1 0 0,-1 0 0,0 0 0,0 1 0,0-1 0,0 1 0,0-1 0,-1 1 0,1-1 0,0 1 0,-1-1 0,1 1 0,-1 0 0,0 0 0,1 0 0,-1 0 0,0 0 0,1 0 0,-1 0 0,0 1 0,0-1 0,0 1 0,0-1 0,0 1 0,-2 0 0,-1 0 0,1 0 0,-1 0 0,0 1 0,1 0 0,-1 0 0,1 0 0,-1 0 0,1 1 0,-1 0 0,1 0 0,0 0 0,0 0 0,0 1 0,0-1 0,-6 7 0,3-1 0,0 0 0,1 0 0,0 0 0,1 1 0,0 0 0,0 0 0,1 0 0,0 0 0,0 1 0,1 0 0,1-1 0,-1 1 0,2 0 0,-1 1 0,1 12 0,1-12 0,0 1 0,1-1 0,0 1 0,0-1 0,2 0 0,-1 1 0,1-1 0,1 0 0,0 0 0,1-1 0,0 0 0,0 1 0,9 11 0,92 129-1365,-92-132-5461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2T00:54:45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78 290 24575,'2'-5'0,"0"-1"0,0 0 0,1 1 0,0-1 0,0 1 0,0 0 0,1 0 0,-1 0 0,9-8 0,8-12 0,-10 9 0,-1 0 0,-1-1 0,0 0 0,6-23 0,-12 35 0,-1 1 0,0-1 0,-1 1 0,1-1 0,-1 1 0,0-1 0,0 1 0,0-1 0,-1 1 0,-1-7 0,1 9 0,1-1 0,-1 1 0,0 0 0,-1 0 0,1 0 0,0-1 0,-1 1 0,1 1 0,-1-1 0,0 0 0,1 0 0,-1 1 0,0-1 0,0 1 0,0-1 0,0 1 0,-1 0 0,1 0 0,0 0 0,-4-1 0,3 0 0,-1 2 0,0-1 0,1 0 0,-1 1 0,0-1 0,0 1 0,0 0 0,0 0 0,1 1 0,-1-1 0,0 1 0,0 0 0,1 0 0,-1 0 0,0 1 0,1-1 0,-1 1 0,1 0 0,0 0 0,-1 0 0,1 0 0,0 0 0,0 1 0,1-1 0,-1 1 0,0 0 0,-3 5 0,1-1 0,-1 0 0,1 1 0,1 0 0,-1 0 0,1 1 0,1-1 0,0 1 0,0-1 0,0 1 0,-1 13 0,3-9 10,0 1 0,0-1 0,2 0 0,-1 1 0,2-1 0,0 0 0,0 0 0,2 0 0,-1 0 0,2 0 0,7 17 0,-7-22-97,0 0-1,0 1 1,0-2 0,1 1-1,1-1 1,-1 0 0,1 0-1,0 0 1,1-1-1,0 0 1,-1-1 0,2 0-1,-1 0 1,1-1 0,0 0-1,13 5 1,2-2-6739</inkml:trace>
</inkml:ink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5.png"/><Relationship Id="rId21" Type="http://schemas.openxmlformats.org/officeDocument/2006/relationships/customXml" Target="../ink/ink11.xml"/><Relationship Id="rId42" Type="http://schemas.openxmlformats.org/officeDocument/2006/relationships/image" Target="../media/image43.png"/><Relationship Id="rId47" Type="http://schemas.openxmlformats.org/officeDocument/2006/relationships/customXml" Target="../ink/ink24.xml"/><Relationship Id="rId63" Type="http://schemas.openxmlformats.org/officeDocument/2006/relationships/customXml" Target="../ink/ink32.xml"/><Relationship Id="rId68" Type="http://schemas.openxmlformats.org/officeDocument/2006/relationships/image" Target="../media/image56.png"/><Relationship Id="rId84" Type="http://schemas.openxmlformats.org/officeDocument/2006/relationships/image" Target="../media/image64.png"/><Relationship Id="rId89" Type="http://schemas.openxmlformats.org/officeDocument/2006/relationships/customXml" Target="../ink/ink45.xml"/><Relationship Id="rId16" Type="http://schemas.openxmlformats.org/officeDocument/2006/relationships/image" Target="../media/image30.png"/><Relationship Id="rId11" Type="http://schemas.openxmlformats.org/officeDocument/2006/relationships/customXml" Target="../ink/ink6.xml"/><Relationship Id="rId32" Type="http://schemas.openxmlformats.org/officeDocument/2006/relationships/image" Target="../media/image38.png"/><Relationship Id="rId37" Type="http://schemas.openxmlformats.org/officeDocument/2006/relationships/customXml" Target="../ink/ink19.xml"/><Relationship Id="rId53" Type="http://schemas.openxmlformats.org/officeDocument/2006/relationships/customXml" Target="../ink/ink27.xml"/><Relationship Id="rId58" Type="http://schemas.openxmlformats.org/officeDocument/2006/relationships/image" Target="../media/image51.png"/><Relationship Id="rId74" Type="http://schemas.openxmlformats.org/officeDocument/2006/relationships/image" Target="../media/image59.png"/><Relationship Id="rId79" Type="http://schemas.openxmlformats.org/officeDocument/2006/relationships/customXml" Target="../ink/ink40.xml"/><Relationship Id="rId102" Type="http://schemas.openxmlformats.org/officeDocument/2006/relationships/image" Target="../media/image73.png"/><Relationship Id="rId5" Type="http://schemas.openxmlformats.org/officeDocument/2006/relationships/customXml" Target="../ink/ink3.xml"/><Relationship Id="rId90" Type="http://schemas.openxmlformats.org/officeDocument/2006/relationships/image" Target="../media/image67.png"/><Relationship Id="rId95" Type="http://schemas.openxmlformats.org/officeDocument/2006/relationships/customXml" Target="../ink/ink48.xml"/><Relationship Id="rId22" Type="http://schemas.openxmlformats.org/officeDocument/2006/relationships/image" Target="../media/image33.png"/><Relationship Id="rId27" Type="http://schemas.openxmlformats.org/officeDocument/2006/relationships/customXml" Target="../ink/ink14.xml"/><Relationship Id="rId43" Type="http://schemas.openxmlformats.org/officeDocument/2006/relationships/customXml" Target="../ink/ink22.xml"/><Relationship Id="rId48" Type="http://schemas.openxmlformats.org/officeDocument/2006/relationships/image" Target="../media/image46.png"/><Relationship Id="rId64" Type="http://schemas.openxmlformats.org/officeDocument/2006/relationships/image" Target="../media/image54.png"/><Relationship Id="rId69" Type="http://schemas.openxmlformats.org/officeDocument/2006/relationships/customXml" Target="../ink/ink35.xml"/><Relationship Id="rId80" Type="http://schemas.openxmlformats.org/officeDocument/2006/relationships/image" Target="../media/image62.png"/><Relationship Id="rId85" Type="http://schemas.openxmlformats.org/officeDocument/2006/relationships/customXml" Target="../ink/ink43.xml"/><Relationship Id="rId12" Type="http://schemas.openxmlformats.org/officeDocument/2006/relationships/image" Target="../media/image28.png"/><Relationship Id="rId17" Type="http://schemas.openxmlformats.org/officeDocument/2006/relationships/customXml" Target="../ink/ink9.xml"/><Relationship Id="rId25" Type="http://schemas.openxmlformats.org/officeDocument/2006/relationships/customXml" Target="../ink/ink13.xml"/><Relationship Id="rId33" Type="http://schemas.openxmlformats.org/officeDocument/2006/relationships/customXml" Target="../ink/ink17.xml"/><Relationship Id="rId38" Type="http://schemas.openxmlformats.org/officeDocument/2006/relationships/image" Target="../media/image41.png"/><Relationship Id="rId46" Type="http://schemas.openxmlformats.org/officeDocument/2006/relationships/image" Target="../media/image45.png"/><Relationship Id="rId59" Type="http://schemas.openxmlformats.org/officeDocument/2006/relationships/customXml" Target="../ink/ink30.xml"/><Relationship Id="rId67" Type="http://schemas.openxmlformats.org/officeDocument/2006/relationships/customXml" Target="../ink/ink34.xml"/><Relationship Id="rId103" Type="http://schemas.openxmlformats.org/officeDocument/2006/relationships/customXml" Target="../ink/ink52.xml"/><Relationship Id="rId20" Type="http://schemas.openxmlformats.org/officeDocument/2006/relationships/image" Target="../media/image32.png"/><Relationship Id="rId41" Type="http://schemas.openxmlformats.org/officeDocument/2006/relationships/customXml" Target="../ink/ink21.xml"/><Relationship Id="rId54" Type="http://schemas.openxmlformats.org/officeDocument/2006/relationships/image" Target="../media/image49.png"/><Relationship Id="rId62" Type="http://schemas.openxmlformats.org/officeDocument/2006/relationships/image" Target="../media/image53.png"/><Relationship Id="rId70" Type="http://schemas.openxmlformats.org/officeDocument/2006/relationships/image" Target="../media/image57.png"/><Relationship Id="rId75" Type="http://schemas.openxmlformats.org/officeDocument/2006/relationships/customXml" Target="../ink/ink38.xml"/><Relationship Id="rId83" Type="http://schemas.openxmlformats.org/officeDocument/2006/relationships/customXml" Target="../ink/ink42.xml"/><Relationship Id="rId88" Type="http://schemas.openxmlformats.org/officeDocument/2006/relationships/image" Target="../media/image66.png"/><Relationship Id="rId91" Type="http://schemas.openxmlformats.org/officeDocument/2006/relationships/customXml" Target="../ink/ink46.xml"/><Relationship Id="rId96" Type="http://schemas.openxmlformats.org/officeDocument/2006/relationships/image" Target="../media/image7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15" Type="http://schemas.openxmlformats.org/officeDocument/2006/relationships/customXml" Target="../ink/ink8.xml"/><Relationship Id="rId23" Type="http://schemas.openxmlformats.org/officeDocument/2006/relationships/customXml" Target="../ink/ink12.xml"/><Relationship Id="rId28" Type="http://schemas.openxmlformats.org/officeDocument/2006/relationships/image" Target="../media/image36.png"/><Relationship Id="rId36" Type="http://schemas.openxmlformats.org/officeDocument/2006/relationships/image" Target="../media/image40.png"/><Relationship Id="rId49" Type="http://schemas.openxmlformats.org/officeDocument/2006/relationships/customXml" Target="../ink/ink25.xml"/><Relationship Id="rId57" Type="http://schemas.openxmlformats.org/officeDocument/2006/relationships/customXml" Target="../ink/ink29.xml"/><Relationship Id="rId10" Type="http://schemas.openxmlformats.org/officeDocument/2006/relationships/image" Target="../media/image27.png"/><Relationship Id="rId31" Type="http://schemas.openxmlformats.org/officeDocument/2006/relationships/customXml" Target="../ink/ink16.xml"/><Relationship Id="rId44" Type="http://schemas.openxmlformats.org/officeDocument/2006/relationships/image" Target="../media/image44.png"/><Relationship Id="rId52" Type="http://schemas.openxmlformats.org/officeDocument/2006/relationships/image" Target="../media/image48.png"/><Relationship Id="rId60" Type="http://schemas.openxmlformats.org/officeDocument/2006/relationships/image" Target="../media/image52.png"/><Relationship Id="rId65" Type="http://schemas.openxmlformats.org/officeDocument/2006/relationships/customXml" Target="../ink/ink33.xml"/><Relationship Id="rId73" Type="http://schemas.openxmlformats.org/officeDocument/2006/relationships/customXml" Target="../ink/ink37.xml"/><Relationship Id="rId78" Type="http://schemas.openxmlformats.org/officeDocument/2006/relationships/image" Target="../media/image61.png"/><Relationship Id="rId81" Type="http://schemas.openxmlformats.org/officeDocument/2006/relationships/customXml" Target="../ink/ink41.xml"/><Relationship Id="rId86" Type="http://schemas.openxmlformats.org/officeDocument/2006/relationships/image" Target="../media/image65.png"/><Relationship Id="rId94" Type="http://schemas.openxmlformats.org/officeDocument/2006/relationships/image" Target="../media/image69.png"/><Relationship Id="rId99" Type="http://schemas.openxmlformats.org/officeDocument/2006/relationships/customXml" Target="../ink/ink50.xml"/><Relationship Id="rId101" Type="http://schemas.openxmlformats.org/officeDocument/2006/relationships/customXml" Target="../ink/ink51.xml"/><Relationship Id="rId4" Type="http://schemas.openxmlformats.org/officeDocument/2006/relationships/image" Target="../media/image24.png"/><Relationship Id="rId9" Type="http://schemas.openxmlformats.org/officeDocument/2006/relationships/customXml" Target="../ink/ink5.xml"/><Relationship Id="rId13" Type="http://schemas.openxmlformats.org/officeDocument/2006/relationships/customXml" Target="../ink/ink7.xml"/><Relationship Id="rId18" Type="http://schemas.openxmlformats.org/officeDocument/2006/relationships/image" Target="../media/image31.png"/><Relationship Id="rId39" Type="http://schemas.openxmlformats.org/officeDocument/2006/relationships/customXml" Target="../ink/ink20.xml"/><Relationship Id="rId34" Type="http://schemas.openxmlformats.org/officeDocument/2006/relationships/image" Target="../media/image39.png"/><Relationship Id="rId50" Type="http://schemas.openxmlformats.org/officeDocument/2006/relationships/image" Target="../media/image47.png"/><Relationship Id="rId55" Type="http://schemas.openxmlformats.org/officeDocument/2006/relationships/customXml" Target="../ink/ink28.xml"/><Relationship Id="rId76" Type="http://schemas.openxmlformats.org/officeDocument/2006/relationships/image" Target="../media/image60.png"/><Relationship Id="rId97" Type="http://schemas.openxmlformats.org/officeDocument/2006/relationships/customXml" Target="../ink/ink49.xml"/><Relationship Id="rId104" Type="http://schemas.openxmlformats.org/officeDocument/2006/relationships/image" Target="../media/image74.png"/><Relationship Id="rId7" Type="http://schemas.openxmlformats.org/officeDocument/2006/relationships/customXml" Target="../ink/ink4.xml"/><Relationship Id="rId71" Type="http://schemas.openxmlformats.org/officeDocument/2006/relationships/customXml" Target="../ink/ink36.xml"/><Relationship Id="rId92" Type="http://schemas.openxmlformats.org/officeDocument/2006/relationships/image" Target="../media/image68.png"/><Relationship Id="rId2" Type="http://schemas.openxmlformats.org/officeDocument/2006/relationships/image" Target="../media/image23.png"/><Relationship Id="rId29" Type="http://schemas.openxmlformats.org/officeDocument/2006/relationships/customXml" Target="../ink/ink15.xml"/><Relationship Id="rId24" Type="http://schemas.openxmlformats.org/officeDocument/2006/relationships/image" Target="../media/image34.png"/><Relationship Id="rId40" Type="http://schemas.openxmlformats.org/officeDocument/2006/relationships/image" Target="../media/image42.png"/><Relationship Id="rId45" Type="http://schemas.openxmlformats.org/officeDocument/2006/relationships/customXml" Target="../ink/ink23.xml"/><Relationship Id="rId66" Type="http://schemas.openxmlformats.org/officeDocument/2006/relationships/image" Target="../media/image55.png"/><Relationship Id="rId87" Type="http://schemas.openxmlformats.org/officeDocument/2006/relationships/customXml" Target="../ink/ink44.xml"/><Relationship Id="rId61" Type="http://schemas.openxmlformats.org/officeDocument/2006/relationships/customXml" Target="../ink/ink31.xml"/><Relationship Id="rId82" Type="http://schemas.openxmlformats.org/officeDocument/2006/relationships/image" Target="../media/image63.png"/><Relationship Id="rId19" Type="http://schemas.openxmlformats.org/officeDocument/2006/relationships/customXml" Target="../ink/ink10.xml"/><Relationship Id="rId14" Type="http://schemas.openxmlformats.org/officeDocument/2006/relationships/image" Target="../media/image29.png"/><Relationship Id="rId30" Type="http://schemas.openxmlformats.org/officeDocument/2006/relationships/image" Target="../media/image37.png"/><Relationship Id="rId35" Type="http://schemas.openxmlformats.org/officeDocument/2006/relationships/customXml" Target="../ink/ink18.xml"/><Relationship Id="rId56" Type="http://schemas.openxmlformats.org/officeDocument/2006/relationships/image" Target="../media/image50.png"/><Relationship Id="rId77" Type="http://schemas.openxmlformats.org/officeDocument/2006/relationships/customXml" Target="../ink/ink39.xml"/><Relationship Id="rId100" Type="http://schemas.openxmlformats.org/officeDocument/2006/relationships/image" Target="../media/image72.png"/><Relationship Id="rId8" Type="http://schemas.openxmlformats.org/officeDocument/2006/relationships/image" Target="../media/image26.png"/><Relationship Id="rId51" Type="http://schemas.openxmlformats.org/officeDocument/2006/relationships/customXml" Target="../ink/ink26.xml"/><Relationship Id="rId72" Type="http://schemas.openxmlformats.org/officeDocument/2006/relationships/image" Target="../media/image58.png"/><Relationship Id="rId93" Type="http://schemas.openxmlformats.org/officeDocument/2006/relationships/customXml" Target="../ink/ink47.xml"/><Relationship Id="rId98" Type="http://schemas.openxmlformats.org/officeDocument/2006/relationships/image" Target="../media/image71.png"/><Relationship Id="rId3" Type="http://schemas.openxmlformats.org/officeDocument/2006/relationships/customXml" Target="../ink/ink2.xml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87.png"/><Relationship Id="rId21" Type="http://schemas.openxmlformats.org/officeDocument/2006/relationships/customXml" Target="../ink/ink62.xml"/><Relationship Id="rId42" Type="http://schemas.openxmlformats.org/officeDocument/2006/relationships/image" Target="../media/image95.png"/><Relationship Id="rId47" Type="http://schemas.openxmlformats.org/officeDocument/2006/relationships/image" Target="../media/image97.png"/><Relationship Id="rId63" Type="http://schemas.openxmlformats.org/officeDocument/2006/relationships/image" Target="../media/image104.png"/><Relationship Id="rId68" Type="http://schemas.openxmlformats.org/officeDocument/2006/relationships/customXml" Target="../ink/ink86.xml"/><Relationship Id="rId84" Type="http://schemas.openxmlformats.org/officeDocument/2006/relationships/customXml" Target="../ink/ink94.xml"/><Relationship Id="rId16" Type="http://schemas.openxmlformats.org/officeDocument/2006/relationships/image" Target="../media/image82.png"/><Relationship Id="rId11" Type="http://schemas.openxmlformats.org/officeDocument/2006/relationships/customXml" Target="../ink/ink57.xml"/><Relationship Id="rId32" Type="http://schemas.openxmlformats.org/officeDocument/2006/relationships/image" Target="../media/image90.png"/><Relationship Id="rId37" Type="http://schemas.openxmlformats.org/officeDocument/2006/relationships/customXml" Target="../ink/ink70.xml"/><Relationship Id="rId53" Type="http://schemas.openxmlformats.org/officeDocument/2006/relationships/image" Target="../media/image100.png"/><Relationship Id="rId58" Type="http://schemas.openxmlformats.org/officeDocument/2006/relationships/customXml" Target="../ink/ink81.xml"/><Relationship Id="rId74" Type="http://schemas.openxmlformats.org/officeDocument/2006/relationships/customXml" Target="../ink/ink89.xml"/><Relationship Id="rId79" Type="http://schemas.openxmlformats.org/officeDocument/2006/relationships/image" Target="../media/image112.png"/><Relationship Id="rId5" Type="http://schemas.openxmlformats.org/officeDocument/2006/relationships/customXml" Target="../ink/ink54.xml"/><Relationship Id="rId19" Type="http://schemas.openxmlformats.org/officeDocument/2006/relationships/customXml" Target="../ink/ink61.xml"/><Relationship Id="rId14" Type="http://schemas.openxmlformats.org/officeDocument/2006/relationships/image" Target="../media/image81.png"/><Relationship Id="rId22" Type="http://schemas.openxmlformats.org/officeDocument/2006/relationships/image" Target="../media/image85.png"/><Relationship Id="rId27" Type="http://schemas.openxmlformats.org/officeDocument/2006/relationships/customXml" Target="../ink/ink65.xml"/><Relationship Id="rId30" Type="http://schemas.openxmlformats.org/officeDocument/2006/relationships/image" Target="../media/image89.png"/><Relationship Id="rId35" Type="http://schemas.openxmlformats.org/officeDocument/2006/relationships/customXml" Target="../ink/ink69.xml"/><Relationship Id="rId43" Type="http://schemas.openxmlformats.org/officeDocument/2006/relationships/customXml" Target="../ink/ink73.xml"/><Relationship Id="rId48" Type="http://schemas.openxmlformats.org/officeDocument/2006/relationships/customXml" Target="../ink/ink76.xml"/><Relationship Id="rId56" Type="http://schemas.openxmlformats.org/officeDocument/2006/relationships/customXml" Target="../ink/ink80.xml"/><Relationship Id="rId64" Type="http://schemas.openxmlformats.org/officeDocument/2006/relationships/customXml" Target="../ink/ink84.xml"/><Relationship Id="rId69" Type="http://schemas.openxmlformats.org/officeDocument/2006/relationships/image" Target="../media/image107.png"/><Relationship Id="rId77" Type="http://schemas.openxmlformats.org/officeDocument/2006/relationships/image" Target="../media/image111.png"/><Relationship Id="rId8" Type="http://schemas.openxmlformats.org/officeDocument/2006/relationships/image" Target="../media/image78.png"/><Relationship Id="rId51" Type="http://schemas.openxmlformats.org/officeDocument/2006/relationships/image" Target="../media/image99.png"/><Relationship Id="rId72" Type="http://schemas.openxmlformats.org/officeDocument/2006/relationships/customXml" Target="../ink/ink88.xml"/><Relationship Id="rId80" Type="http://schemas.openxmlformats.org/officeDocument/2006/relationships/customXml" Target="../ink/ink92.xml"/><Relationship Id="rId85" Type="http://schemas.openxmlformats.org/officeDocument/2006/relationships/image" Target="../media/image115.png"/><Relationship Id="rId3" Type="http://schemas.openxmlformats.org/officeDocument/2006/relationships/customXml" Target="../ink/ink53.xml"/><Relationship Id="rId12" Type="http://schemas.openxmlformats.org/officeDocument/2006/relationships/image" Target="../media/image80.png"/><Relationship Id="rId17" Type="http://schemas.openxmlformats.org/officeDocument/2006/relationships/customXml" Target="../ink/ink60.xml"/><Relationship Id="rId25" Type="http://schemas.openxmlformats.org/officeDocument/2006/relationships/customXml" Target="../ink/ink64.xml"/><Relationship Id="rId33" Type="http://schemas.openxmlformats.org/officeDocument/2006/relationships/customXml" Target="../ink/ink68.xml"/><Relationship Id="rId38" Type="http://schemas.openxmlformats.org/officeDocument/2006/relationships/image" Target="../media/image93.png"/><Relationship Id="rId46" Type="http://schemas.openxmlformats.org/officeDocument/2006/relationships/customXml" Target="../ink/ink75.xml"/><Relationship Id="rId59" Type="http://schemas.openxmlformats.org/officeDocument/2006/relationships/image" Target="../media/image103.png"/><Relationship Id="rId67" Type="http://schemas.openxmlformats.org/officeDocument/2006/relationships/image" Target="../media/image106.png"/><Relationship Id="rId20" Type="http://schemas.openxmlformats.org/officeDocument/2006/relationships/image" Target="../media/image84.png"/><Relationship Id="rId41" Type="http://schemas.openxmlformats.org/officeDocument/2006/relationships/customXml" Target="../ink/ink72.xml"/><Relationship Id="rId54" Type="http://schemas.openxmlformats.org/officeDocument/2006/relationships/customXml" Target="../ink/ink79.xml"/><Relationship Id="rId62" Type="http://schemas.openxmlformats.org/officeDocument/2006/relationships/customXml" Target="../ink/ink83.xml"/><Relationship Id="rId70" Type="http://schemas.openxmlformats.org/officeDocument/2006/relationships/customXml" Target="../ink/ink87.xml"/><Relationship Id="rId75" Type="http://schemas.openxmlformats.org/officeDocument/2006/relationships/image" Target="../media/image110.png"/><Relationship Id="rId83" Type="http://schemas.openxmlformats.org/officeDocument/2006/relationships/image" Target="../media/image11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7.png"/><Relationship Id="rId15" Type="http://schemas.openxmlformats.org/officeDocument/2006/relationships/customXml" Target="../ink/ink59.xml"/><Relationship Id="rId23" Type="http://schemas.openxmlformats.org/officeDocument/2006/relationships/customXml" Target="../ink/ink63.xml"/><Relationship Id="rId28" Type="http://schemas.openxmlformats.org/officeDocument/2006/relationships/image" Target="../media/image88.png"/><Relationship Id="rId36" Type="http://schemas.openxmlformats.org/officeDocument/2006/relationships/image" Target="../media/image92.png"/><Relationship Id="rId49" Type="http://schemas.openxmlformats.org/officeDocument/2006/relationships/image" Target="../media/image98.png"/><Relationship Id="rId57" Type="http://schemas.openxmlformats.org/officeDocument/2006/relationships/image" Target="../media/image102.png"/><Relationship Id="rId10" Type="http://schemas.openxmlformats.org/officeDocument/2006/relationships/image" Target="../media/image79.png"/><Relationship Id="rId31" Type="http://schemas.openxmlformats.org/officeDocument/2006/relationships/customXml" Target="../ink/ink67.xml"/><Relationship Id="rId44" Type="http://schemas.openxmlformats.org/officeDocument/2006/relationships/image" Target="../media/image96.png"/><Relationship Id="rId52" Type="http://schemas.openxmlformats.org/officeDocument/2006/relationships/customXml" Target="../ink/ink78.xml"/><Relationship Id="rId60" Type="http://schemas.openxmlformats.org/officeDocument/2006/relationships/customXml" Target="../ink/ink82.xml"/><Relationship Id="rId65" Type="http://schemas.openxmlformats.org/officeDocument/2006/relationships/image" Target="../media/image105.png"/><Relationship Id="rId73" Type="http://schemas.openxmlformats.org/officeDocument/2006/relationships/image" Target="../media/image109.png"/><Relationship Id="rId78" Type="http://schemas.openxmlformats.org/officeDocument/2006/relationships/customXml" Target="../ink/ink91.xml"/><Relationship Id="rId81" Type="http://schemas.openxmlformats.org/officeDocument/2006/relationships/image" Target="../media/image113.png"/><Relationship Id="rId86" Type="http://schemas.openxmlformats.org/officeDocument/2006/relationships/customXml" Target="../ink/ink95.xml"/><Relationship Id="rId4" Type="http://schemas.openxmlformats.org/officeDocument/2006/relationships/image" Target="../media/image76.png"/><Relationship Id="rId9" Type="http://schemas.openxmlformats.org/officeDocument/2006/relationships/customXml" Target="../ink/ink56.xml"/><Relationship Id="rId13" Type="http://schemas.openxmlformats.org/officeDocument/2006/relationships/customXml" Target="../ink/ink58.xml"/><Relationship Id="rId18" Type="http://schemas.openxmlformats.org/officeDocument/2006/relationships/image" Target="../media/image83.png"/><Relationship Id="rId39" Type="http://schemas.openxmlformats.org/officeDocument/2006/relationships/customXml" Target="../ink/ink71.xml"/><Relationship Id="rId34" Type="http://schemas.openxmlformats.org/officeDocument/2006/relationships/image" Target="../media/image91.png"/><Relationship Id="rId50" Type="http://schemas.openxmlformats.org/officeDocument/2006/relationships/customXml" Target="../ink/ink77.xml"/><Relationship Id="rId55" Type="http://schemas.openxmlformats.org/officeDocument/2006/relationships/image" Target="../media/image101.png"/><Relationship Id="rId76" Type="http://schemas.openxmlformats.org/officeDocument/2006/relationships/customXml" Target="../ink/ink90.xml"/><Relationship Id="rId7" Type="http://schemas.openxmlformats.org/officeDocument/2006/relationships/customXml" Target="../ink/ink55.xml"/><Relationship Id="rId71" Type="http://schemas.openxmlformats.org/officeDocument/2006/relationships/image" Target="../media/image108.png"/><Relationship Id="rId2" Type="http://schemas.openxmlformats.org/officeDocument/2006/relationships/image" Target="../media/image75.png"/><Relationship Id="rId29" Type="http://schemas.openxmlformats.org/officeDocument/2006/relationships/customXml" Target="../ink/ink66.xml"/><Relationship Id="rId24" Type="http://schemas.openxmlformats.org/officeDocument/2006/relationships/image" Target="../media/image86.png"/><Relationship Id="rId40" Type="http://schemas.openxmlformats.org/officeDocument/2006/relationships/image" Target="../media/image94.png"/><Relationship Id="rId45" Type="http://schemas.openxmlformats.org/officeDocument/2006/relationships/customXml" Target="../ink/ink74.xml"/><Relationship Id="rId66" Type="http://schemas.openxmlformats.org/officeDocument/2006/relationships/customXml" Target="../ink/ink85.xml"/><Relationship Id="rId87" Type="http://schemas.openxmlformats.org/officeDocument/2006/relationships/image" Target="../media/image116.png"/><Relationship Id="rId61" Type="http://schemas.openxmlformats.org/officeDocument/2006/relationships/image" Target="../media/image67.png"/><Relationship Id="rId82" Type="http://schemas.openxmlformats.org/officeDocument/2006/relationships/customXml" Target="../ink/ink93.xml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53.xml"/><Relationship Id="rId21" Type="http://schemas.openxmlformats.org/officeDocument/2006/relationships/customXml" Target="../ink/ink105.xml"/><Relationship Id="rId42" Type="http://schemas.openxmlformats.org/officeDocument/2006/relationships/image" Target="../media/image137.png"/><Relationship Id="rId63" Type="http://schemas.openxmlformats.org/officeDocument/2006/relationships/customXml" Target="../ink/ink126.xml"/><Relationship Id="rId84" Type="http://schemas.openxmlformats.org/officeDocument/2006/relationships/image" Target="../media/image158.png"/><Relationship Id="rId138" Type="http://schemas.openxmlformats.org/officeDocument/2006/relationships/customXml" Target="../ink/ink164.xml"/><Relationship Id="rId159" Type="http://schemas.openxmlformats.org/officeDocument/2006/relationships/image" Target="../media/image194.png"/><Relationship Id="rId170" Type="http://schemas.openxmlformats.org/officeDocument/2006/relationships/customXml" Target="../ink/ink181.xml"/><Relationship Id="rId191" Type="http://schemas.openxmlformats.org/officeDocument/2006/relationships/image" Target="../media/image210.png"/><Relationship Id="rId107" Type="http://schemas.openxmlformats.org/officeDocument/2006/relationships/customXml" Target="../ink/ink148.xml"/><Relationship Id="rId11" Type="http://schemas.openxmlformats.org/officeDocument/2006/relationships/customXml" Target="../ink/ink100.xml"/><Relationship Id="rId32" Type="http://schemas.openxmlformats.org/officeDocument/2006/relationships/image" Target="../media/image132.png"/><Relationship Id="rId53" Type="http://schemas.openxmlformats.org/officeDocument/2006/relationships/customXml" Target="../ink/ink121.xml"/><Relationship Id="rId74" Type="http://schemas.openxmlformats.org/officeDocument/2006/relationships/image" Target="../media/image153.png"/><Relationship Id="rId128" Type="http://schemas.openxmlformats.org/officeDocument/2006/relationships/image" Target="../media/image180.png"/><Relationship Id="rId149" Type="http://schemas.openxmlformats.org/officeDocument/2006/relationships/customXml" Target="../ink/ink170.xml"/><Relationship Id="rId5" Type="http://schemas.openxmlformats.org/officeDocument/2006/relationships/customXml" Target="../ink/ink97.xml"/><Relationship Id="rId95" Type="http://schemas.openxmlformats.org/officeDocument/2006/relationships/customXml" Target="../ink/ink142.xml"/><Relationship Id="rId160" Type="http://schemas.openxmlformats.org/officeDocument/2006/relationships/customXml" Target="../ink/ink176.xml"/><Relationship Id="rId181" Type="http://schemas.openxmlformats.org/officeDocument/2006/relationships/image" Target="../media/image205.png"/><Relationship Id="rId22" Type="http://schemas.openxmlformats.org/officeDocument/2006/relationships/image" Target="../media/image127.png"/><Relationship Id="rId43" Type="http://schemas.openxmlformats.org/officeDocument/2006/relationships/customXml" Target="../ink/ink116.xml"/><Relationship Id="rId64" Type="http://schemas.openxmlformats.org/officeDocument/2006/relationships/image" Target="../media/image148.png"/><Relationship Id="rId118" Type="http://schemas.openxmlformats.org/officeDocument/2006/relationships/image" Target="../media/image175.png"/><Relationship Id="rId139" Type="http://schemas.openxmlformats.org/officeDocument/2006/relationships/image" Target="../media/image185.png"/><Relationship Id="rId85" Type="http://schemas.openxmlformats.org/officeDocument/2006/relationships/customXml" Target="../ink/ink137.xml"/><Relationship Id="rId150" Type="http://schemas.openxmlformats.org/officeDocument/2006/relationships/image" Target="../media/image190.png"/><Relationship Id="rId171" Type="http://schemas.openxmlformats.org/officeDocument/2006/relationships/image" Target="../media/image200.png"/><Relationship Id="rId192" Type="http://schemas.openxmlformats.org/officeDocument/2006/relationships/customXml" Target="../ink/ink192.xml"/><Relationship Id="rId12" Type="http://schemas.openxmlformats.org/officeDocument/2006/relationships/image" Target="../media/image122.png"/><Relationship Id="rId33" Type="http://schemas.openxmlformats.org/officeDocument/2006/relationships/customXml" Target="../ink/ink111.xml"/><Relationship Id="rId108" Type="http://schemas.openxmlformats.org/officeDocument/2006/relationships/image" Target="../media/image170.png"/><Relationship Id="rId129" Type="http://schemas.openxmlformats.org/officeDocument/2006/relationships/customXml" Target="../ink/ink159.xml"/><Relationship Id="rId54" Type="http://schemas.openxmlformats.org/officeDocument/2006/relationships/image" Target="../media/image143.png"/><Relationship Id="rId75" Type="http://schemas.openxmlformats.org/officeDocument/2006/relationships/customXml" Target="../ink/ink132.xml"/><Relationship Id="rId96" Type="http://schemas.openxmlformats.org/officeDocument/2006/relationships/image" Target="../media/image164.png"/><Relationship Id="rId140" Type="http://schemas.openxmlformats.org/officeDocument/2006/relationships/customXml" Target="../ink/ink165.xml"/><Relationship Id="rId161" Type="http://schemas.openxmlformats.org/officeDocument/2006/relationships/image" Target="../media/image195.png"/><Relationship Id="rId182" Type="http://schemas.openxmlformats.org/officeDocument/2006/relationships/customXml" Target="../ink/ink187.xml"/><Relationship Id="rId6" Type="http://schemas.openxmlformats.org/officeDocument/2006/relationships/image" Target="../media/image119.png"/><Relationship Id="rId23" Type="http://schemas.openxmlformats.org/officeDocument/2006/relationships/customXml" Target="../ink/ink106.xml"/><Relationship Id="rId119" Type="http://schemas.openxmlformats.org/officeDocument/2006/relationships/customXml" Target="../ink/ink154.xml"/><Relationship Id="rId44" Type="http://schemas.openxmlformats.org/officeDocument/2006/relationships/image" Target="../media/image138.png"/><Relationship Id="rId65" Type="http://schemas.openxmlformats.org/officeDocument/2006/relationships/customXml" Target="../ink/ink127.xml"/><Relationship Id="rId86" Type="http://schemas.openxmlformats.org/officeDocument/2006/relationships/image" Target="../media/image159.png"/><Relationship Id="rId130" Type="http://schemas.openxmlformats.org/officeDocument/2006/relationships/image" Target="../media/image181.png"/><Relationship Id="rId151" Type="http://schemas.openxmlformats.org/officeDocument/2006/relationships/customXml" Target="../ink/ink171.xml"/><Relationship Id="rId172" Type="http://schemas.openxmlformats.org/officeDocument/2006/relationships/customXml" Target="../ink/ink182.xml"/><Relationship Id="rId193" Type="http://schemas.openxmlformats.org/officeDocument/2006/relationships/image" Target="../media/image211.png"/><Relationship Id="rId13" Type="http://schemas.openxmlformats.org/officeDocument/2006/relationships/customXml" Target="../ink/ink101.xml"/><Relationship Id="rId109" Type="http://schemas.openxmlformats.org/officeDocument/2006/relationships/customXml" Target="../ink/ink149.xml"/><Relationship Id="rId34" Type="http://schemas.openxmlformats.org/officeDocument/2006/relationships/image" Target="../media/image133.png"/><Relationship Id="rId55" Type="http://schemas.openxmlformats.org/officeDocument/2006/relationships/customXml" Target="../ink/ink122.xml"/><Relationship Id="rId76" Type="http://schemas.openxmlformats.org/officeDocument/2006/relationships/image" Target="../media/image154.png"/><Relationship Id="rId97" Type="http://schemas.openxmlformats.org/officeDocument/2006/relationships/customXml" Target="../ink/ink143.xml"/><Relationship Id="rId120" Type="http://schemas.openxmlformats.org/officeDocument/2006/relationships/image" Target="../media/image176.png"/><Relationship Id="rId141" Type="http://schemas.openxmlformats.org/officeDocument/2006/relationships/image" Target="../media/image186.png"/><Relationship Id="rId7" Type="http://schemas.openxmlformats.org/officeDocument/2006/relationships/customXml" Target="../ink/ink98.xml"/><Relationship Id="rId71" Type="http://schemas.openxmlformats.org/officeDocument/2006/relationships/customXml" Target="../ink/ink130.xml"/><Relationship Id="rId92" Type="http://schemas.openxmlformats.org/officeDocument/2006/relationships/image" Target="../media/image162.png"/><Relationship Id="rId162" Type="http://schemas.openxmlformats.org/officeDocument/2006/relationships/customXml" Target="../ink/ink177.xml"/><Relationship Id="rId183" Type="http://schemas.openxmlformats.org/officeDocument/2006/relationships/image" Target="../media/image206.png"/><Relationship Id="rId2" Type="http://schemas.openxmlformats.org/officeDocument/2006/relationships/image" Target="../media/image117.png"/><Relationship Id="rId29" Type="http://schemas.openxmlformats.org/officeDocument/2006/relationships/customXml" Target="../ink/ink109.xml"/><Relationship Id="rId24" Type="http://schemas.openxmlformats.org/officeDocument/2006/relationships/image" Target="../media/image128.png"/><Relationship Id="rId40" Type="http://schemas.openxmlformats.org/officeDocument/2006/relationships/image" Target="../media/image136.png"/><Relationship Id="rId45" Type="http://schemas.openxmlformats.org/officeDocument/2006/relationships/customXml" Target="../ink/ink117.xml"/><Relationship Id="rId66" Type="http://schemas.openxmlformats.org/officeDocument/2006/relationships/image" Target="../media/image149.png"/><Relationship Id="rId87" Type="http://schemas.openxmlformats.org/officeDocument/2006/relationships/customXml" Target="../ink/ink138.xml"/><Relationship Id="rId110" Type="http://schemas.openxmlformats.org/officeDocument/2006/relationships/image" Target="../media/image171.png"/><Relationship Id="rId115" Type="http://schemas.openxmlformats.org/officeDocument/2006/relationships/customXml" Target="../ink/ink152.xml"/><Relationship Id="rId131" Type="http://schemas.openxmlformats.org/officeDocument/2006/relationships/customXml" Target="../ink/ink160.xml"/><Relationship Id="rId136" Type="http://schemas.openxmlformats.org/officeDocument/2006/relationships/customXml" Target="../ink/ink163.xml"/><Relationship Id="rId157" Type="http://schemas.openxmlformats.org/officeDocument/2006/relationships/image" Target="../media/image193.png"/><Relationship Id="rId178" Type="http://schemas.openxmlformats.org/officeDocument/2006/relationships/customXml" Target="../ink/ink185.xml"/><Relationship Id="rId61" Type="http://schemas.openxmlformats.org/officeDocument/2006/relationships/customXml" Target="../ink/ink125.xml"/><Relationship Id="rId82" Type="http://schemas.openxmlformats.org/officeDocument/2006/relationships/image" Target="../media/image157.png"/><Relationship Id="rId152" Type="http://schemas.openxmlformats.org/officeDocument/2006/relationships/customXml" Target="../ink/ink172.xml"/><Relationship Id="rId173" Type="http://schemas.openxmlformats.org/officeDocument/2006/relationships/image" Target="../media/image201.png"/><Relationship Id="rId194" Type="http://schemas.openxmlformats.org/officeDocument/2006/relationships/customXml" Target="../ink/ink193.xml"/><Relationship Id="rId19" Type="http://schemas.openxmlformats.org/officeDocument/2006/relationships/customXml" Target="../ink/ink104.xml"/><Relationship Id="rId14" Type="http://schemas.openxmlformats.org/officeDocument/2006/relationships/image" Target="../media/image123.png"/><Relationship Id="rId30" Type="http://schemas.openxmlformats.org/officeDocument/2006/relationships/image" Target="../media/image131.png"/><Relationship Id="rId35" Type="http://schemas.openxmlformats.org/officeDocument/2006/relationships/customXml" Target="../ink/ink112.xml"/><Relationship Id="rId56" Type="http://schemas.openxmlformats.org/officeDocument/2006/relationships/image" Target="../media/image144.png"/><Relationship Id="rId77" Type="http://schemas.openxmlformats.org/officeDocument/2006/relationships/customXml" Target="../ink/ink133.xml"/><Relationship Id="rId100" Type="http://schemas.openxmlformats.org/officeDocument/2006/relationships/image" Target="../media/image166.png"/><Relationship Id="rId105" Type="http://schemas.openxmlformats.org/officeDocument/2006/relationships/customXml" Target="../ink/ink147.xml"/><Relationship Id="rId126" Type="http://schemas.openxmlformats.org/officeDocument/2006/relationships/image" Target="../media/image179.png"/><Relationship Id="rId147" Type="http://schemas.openxmlformats.org/officeDocument/2006/relationships/customXml" Target="../ink/ink169.xml"/><Relationship Id="rId168" Type="http://schemas.openxmlformats.org/officeDocument/2006/relationships/customXml" Target="../ink/ink180.xml"/><Relationship Id="rId8" Type="http://schemas.openxmlformats.org/officeDocument/2006/relationships/image" Target="../media/image120.png"/><Relationship Id="rId51" Type="http://schemas.openxmlformats.org/officeDocument/2006/relationships/customXml" Target="../ink/ink120.xml"/><Relationship Id="rId72" Type="http://schemas.openxmlformats.org/officeDocument/2006/relationships/image" Target="../media/image152.png"/><Relationship Id="rId93" Type="http://schemas.openxmlformats.org/officeDocument/2006/relationships/customXml" Target="../ink/ink141.xml"/><Relationship Id="rId98" Type="http://schemas.openxmlformats.org/officeDocument/2006/relationships/image" Target="../media/image165.png"/><Relationship Id="rId121" Type="http://schemas.openxmlformats.org/officeDocument/2006/relationships/customXml" Target="../ink/ink155.xml"/><Relationship Id="rId142" Type="http://schemas.openxmlformats.org/officeDocument/2006/relationships/customXml" Target="../ink/ink166.xml"/><Relationship Id="rId163" Type="http://schemas.openxmlformats.org/officeDocument/2006/relationships/image" Target="../media/image196.png"/><Relationship Id="rId184" Type="http://schemas.openxmlformats.org/officeDocument/2006/relationships/customXml" Target="../ink/ink188.xml"/><Relationship Id="rId189" Type="http://schemas.openxmlformats.org/officeDocument/2006/relationships/image" Target="../media/image209.png"/><Relationship Id="rId3" Type="http://schemas.openxmlformats.org/officeDocument/2006/relationships/customXml" Target="../ink/ink96.xml"/><Relationship Id="rId25" Type="http://schemas.openxmlformats.org/officeDocument/2006/relationships/customXml" Target="../ink/ink107.xml"/><Relationship Id="rId46" Type="http://schemas.openxmlformats.org/officeDocument/2006/relationships/image" Target="../media/image139.png"/><Relationship Id="rId67" Type="http://schemas.openxmlformats.org/officeDocument/2006/relationships/customXml" Target="../ink/ink128.xml"/><Relationship Id="rId116" Type="http://schemas.openxmlformats.org/officeDocument/2006/relationships/image" Target="../media/image174.png"/><Relationship Id="rId137" Type="http://schemas.openxmlformats.org/officeDocument/2006/relationships/image" Target="../media/image184.png"/><Relationship Id="rId158" Type="http://schemas.openxmlformats.org/officeDocument/2006/relationships/customXml" Target="../ink/ink175.xml"/><Relationship Id="rId20" Type="http://schemas.openxmlformats.org/officeDocument/2006/relationships/image" Target="../media/image126.png"/><Relationship Id="rId41" Type="http://schemas.openxmlformats.org/officeDocument/2006/relationships/customXml" Target="../ink/ink115.xml"/><Relationship Id="rId62" Type="http://schemas.openxmlformats.org/officeDocument/2006/relationships/image" Target="../media/image147.png"/><Relationship Id="rId83" Type="http://schemas.openxmlformats.org/officeDocument/2006/relationships/customXml" Target="../ink/ink136.xml"/><Relationship Id="rId88" Type="http://schemas.openxmlformats.org/officeDocument/2006/relationships/image" Target="../media/image160.png"/><Relationship Id="rId111" Type="http://schemas.openxmlformats.org/officeDocument/2006/relationships/customXml" Target="../ink/ink150.xml"/><Relationship Id="rId132" Type="http://schemas.openxmlformats.org/officeDocument/2006/relationships/image" Target="../media/image182.png"/><Relationship Id="rId153" Type="http://schemas.openxmlformats.org/officeDocument/2006/relationships/image" Target="../media/image191.png"/><Relationship Id="rId174" Type="http://schemas.openxmlformats.org/officeDocument/2006/relationships/customXml" Target="../ink/ink183.xml"/><Relationship Id="rId179" Type="http://schemas.openxmlformats.org/officeDocument/2006/relationships/image" Target="../media/image204.png"/><Relationship Id="rId195" Type="http://schemas.openxmlformats.org/officeDocument/2006/relationships/image" Target="../media/image212.png"/><Relationship Id="rId190" Type="http://schemas.openxmlformats.org/officeDocument/2006/relationships/customXml" Target="../ink/ink191.xml"/><Relationship Id="rId15" Type="http://schemas.openxmlformats.org/officeDocument/2006/relationships/customXml" Target="../ink/ink102.xml"/><Relationship Id="rId36" Type="http://schemas.openxmlformats.org/officeDocument/2006/relationships/image" Target="../media/image134.png"/><Relationship Id="rId57" Type="http://schemas.openxmlformats.org/officeDocument/2006/relationships/customXml" Target="../ink/ink123.xml"/><Relationship Id="rId106" Type="http://schemas.openxmlformats.org/officeDocument/2006/relationships/image" Target="../media/image169.png"/><Relationship Id="rId127" Type="http://schemas.openxmlformats.org/officeDocument/2006/relationships/customXml" Target="../ink/ink158.xml"/><Relationship Id="rId10" Type="http://schemas.openxmlformats.org/officeDocument/2006/relationships/image" Target="../media/image121.png"/><Relationship Id="rId31" Type="http://schemas.openxmlformats.org/officeDocument/2006/relationships/customXml" Target="../ink/ink110.xml"/><Relationship Id="rId52" Type="http://schemas.openxmlformats.org/officeDocument/2006/relationships/image" Target="../media/image142.png"/><Relationship Id="rId73" Type="http://schemas.openxmlformats.org/officeDocument/2006/relationships/customXml" Target="../ink/ink131.xml"/><Relationship Id="rId78" Type="http://schemas.openxmlformats.org/officeDocument/2006/relationships/image" Target="../media/image155.png"/><Relationship Id="rId94" Type="http://schemas.openxmlformats.org/officeDocument/2006/relationships/image" Target="../media/image163.png"/><Relationship Id="rId99" Type="http://schemas.openxmlformats.org/officeDocument/2006/relationships/customXml" Target="../ink/ink144.xml"/><Relationship Id="rId101" Type="http://schemas.openxmlformats.org/officeDocument/2006/relationships/customXml" Target="../ink/ink145.xml"/><Relationship Id="rId122" Type="http://schemas.openxmlformats.org/officeDocument/2006/relationships/image" Target="../media/image177.png"/><Relationship Id="rId143" Type="http://schemas.openxmlformats.org/officeDocument/2006/relationships/image" Target="../media/image187.png"/><Relationship Id="rId148" Type="http://schemas.openxmlformats.org/officeDocument/2006/relationships/image" Target="../media/image189.png"/><Relationship Id="rId164" Type="http://schemas.openxmlformats.org/officeDocument/2006/relationships/customXml" Target="../ink/ink178.xml"/><Relationship Id="rId169" Type="http://schemas.openxmlformats.org/officeDocument/2006/relationships/image" Target="../media/image199.png"/><Relationship Id="rId185" Type="http://schemas.openxmlformats.org/officeDocument/2006/relationships/image" Target="../media/image207.png"/><Relationship Id="rId4" Type="http://schemas.openxmlformats.org/officeDocument/2006/relationships/image" Target="../media/image118.png"/><Relationship Id="rId9" Type="http://schemas.openxmlformats.org/officeDocument/2006/relationships/customXml" Target="../ink/ink99.xml"/><Relationship Id="rId180" Type="http://schemas.openxmlformats.org/officeDocument/2006/relationships/customXml" Target="../ink/ink186.xml"/><Relationship Id="rId26" Type="http://schemas.openxmlformats.org/officeDocument/2006/relationships/image" Target="../media/image129.png"/><Relationship Id="rId47" Type="http://schemas.openxmlformats.org/officeDocument/2006/relationships/customXml" Target="../ink/ink118.xml"/><Relationship Id="rId68" Type="http://schemas.openxmlformats.org/officeDocument/2006/relationships/image" Target="../media/image150.png"/><Relationship Id="rId89" Type="http://schemas.openxmlformats.org/officeDocument/2006/relationships/customXml" Target="../ink/ink139.xml"/><Relationship Id="rId112" Type="http://schemas.openxmlformats.org/officeDocument/2006/relationships/image" Target="../media/image172.png"/><Relationship Id="rId133" Type="http://schemas.openxmlformats.org/officeDocument/2006/relationships/customXml" Target="../ink/ink161.xml"/><Relationship Id="rId154" Type="http://schemas.openxmlformats.org/officeDocument/2006/relationships/customXml" Target="../ink/ink173.xml"/><Relationship Id="rId175" Type="http://schemas.openxmlformats.org/officeDocument/2006/relationships/image" Target="../media/image202.png"/><Relationship Id="rId196" Type="http://schemas.openxmlformats.org/officeDocument/2006/relationships/customXml" Target="../ink/ink194.xml"/><Relationship Id="rId16" Type="http://schemas.openxmlformats.org/officeDocument/2006/relationships/image" Target="../media/image124.png"/><Relationship Id="rId37" Type="http://schemas.openxmlformats.org/officeDocument/2006/relationships/customXml" Target="../ink/ink113.xml"/><Relationship Id="rId58" Type="http://schemas.openxmlformats.org/officeDocument/2006/relationships/image" Target="../media/image145.png"/><Relationship Id="rId79" Type="http://schemas.openxmlformats.org/officeDocument/2006/relationships/customXml" Target="../ink/ink134.xml"/><Relationship Id="rId102" Type="http://schemas.openxmlformats.org/officeDocument/2006/relationships/image" Target="../media/image167.png"/><Relationship Id="rId123" Type="http://schemas.openxmlformats.org/officeDocument/2006/relationships/customXml" Target="../ink/ink156.xml"/><Relationship Id="rId144" Type="http://schemas.openxmlformats.org/officeDocument/2006/relationships/customXml" Target="../ink/ink167.xml"/><Relationship Id="rId90" Type="http://schemas.openxmlformats.org/officeDocument/2006/relationships/image" Target="../media/image161.png"/><Relationship Id="rId165" Type="http://schemas.openxmlformats.org/officeDocument/2006/relationships/image" Target="../media/image197.png"/><Relationship Id="rId186" Type="http://schemas.openxmlformats.org/officeDocument/2006/relationships/customXml" Target="../ink/ink189.xml"/><Relationship Id="rId27" Type="http://schemas.openxmlformats.org/officeDocument/2006/relationships/customXml" Target="../ink/ink108.xml"/><Relationship Id="rId48" Type="http://schemas.openxmlformats.org/officeDocument/2006/relationships/image" Target="../media/image140.png"/><Relationship Id="rId69" Type="http://schemas.openxmlformats.org/officeDocument/2006/relationships/customXml" Target="../ink/ink129.xml"/><Relationship Id="rId113" Type="http://schemas.openxmlformats.org/officeDocument/2006/relationships/customXml" Target="../ink/ink151.xml"/><Relationship Id="rId134" Type="http://schemas.openxmlformats.org/officeDocument/2006/relationships/image" Target="../media/image183.png"/><Relationship Id="rId80" Type="http://schemas.openxmlformats.org/officeDocument/2006/relationships/image" Target="../media/image156.png"/><Relationship Id="rId155" Type="http://schemas.openxmlformats.org/officeDocument/2006/relationships/image" Target="../media/image192.png"/><Relationship Id="rId176" Type="http://schemas.openxmlformats.org/officeDocument/2006/relationships/customXml" Target="../ink/ink184.xml"/><Relationship Id="rId197" Type="http://schemas.openxmlformats.org/officeDocument/2006/relationships/image" Target="../media/image213.png"/><Relationship Id="rId17" Type="http://schemas.openxmlformats.org/officeDocument/2006/relationships/customXml" Target="../ink/ink103.xml"/><Relationship Id="rId38" Type="http://schemas.openxmlformats.org/officeDocument/2006/relationships/image" Target="../media/image135.png"/><Relationship Id="rId59" Type="http://schemas.openxmlformats.org/officeDocument/2006/relationships/customXml" Target="../ink/ink124.xml"/><Relationship Id="rId103" Type="http://schemas.openxmlformats.org/officeDocument/2006/relationships/customXml" Target="../ink/ink146.xml"/><Relationship Id="rId124" Type="http://schemas.openxmlformats.org/officeDocument/2006/relationships/image" Target="../media/image178.png"/><Relationship Id="rId70" Type="http://schemas.openxmlformats.org/officeDocument/2006/relationships/image" Target="../media/image151.png"/><Relationship Id="rId91" Type="http://schemas.openxmlformats.org/officeDocument/2006/relationships/customXml" Target="../ink/ink140.xml"/><Relationship Id="rId145" Type="http://schemas.openxmlformats.org/officeDocument/2006/relationships/customXml" Target="../ink/ink168.xml"/><Relationship Id="rId166" Type="http://schemas.openxmlformats.org/officeDocument/2006/relationships/customXml" Target="../ink/ink179.xml"/><Relationship Id="rId187" Type="http://schemas.openxmlformats.org/officeDocument/2006/relationships/image" Target="../media/image208.png"/><Relationship Id="rId1" Type="http://schemas.openxmlformats.org/officeDocument/2006/relationships/slideLayout" Target="../slideLayouts/slideLayout6.xml"/><Relationship Id="rId28" Type="http://schemas.openxmlformats.org/officeDocument/2006/relationships/image" Target="../media/image130.png"/><Relationship Id="rId49" Type="http://schemas.openxmlformats.org/officeDocument/2006/relationships/customXml" Target="../ink/ink119.xml"/><Relationship Id="rId114" Type="http://schemas.openxmlformats.org/officeDocument/2006/relationships/image" Target="../media/image173.png"/><Relationship Id="rId60" Type="http://schemas.openxmlformats.org/officeDocument/2006/relationships/image" Target="../media/image146.png"/><Relationship Id="rId81" Type="http://schemas.openxmlformats.org/officeDocument/2006/relationships/customXml" Target="../ink/ink135.xml"/><Relationship Id="rId135" Type="http://schemas.openxmlformats.org/officeDocument/2006/relationships/customXml" Target="../ink/ink162.xml"/><Relationship Id="rId156" Type="http://schemas.openxmlformats.org/officeDocument/2006/relationships/customXml" Target="../ink/ink174.xml"/><Relationship Id="rId177" Type="http://schemas.openxmlformats.org/officeDocument/2006/relationships/image" Target="../media/image203.png"/><Relationship Id="rId18" Type="http://schemas.openxmlformats.org/officeDocument/2006/relationships/image" Target="../media/image125.png"/><Relationship Id="rId39" Type="http://schemas.openxmlformats.org/officeDocument/2006/relationships/customXml" Target="../ink/ink114.xml"/><Relationship Id="rId50" Type="http://schemas.openxmlformats.org/officeDocument/2006/relationships/image" Target="../media/image141.png"/><Relationship Id="rId104" Type="http://schemas.openxmlformats.org/officeDocument/2006/relationships/image" Target="../media/image168.png"/><Relationship Id="rId125" Type="http://schemas.openxmlformats.org/officeDocument/2006/relationships/customXml" Target="../ink/ink157.xml"/><Relationship Id="rId146" Type="http://schemas.openxmlformats.org/officeDocument/2006/relationships/image" Target="../media/image188.png"/><Relationship Id="rId167" Type="http://schemas.openxmlformats.org/officeDocument/2006/relationships/image" Target="../media/image198.png"/><Relationship Id="rId188" Type="http://schemas.openxmlformats.org/officeDocument/2006/relationships/customXml" Target="../ink/ink190.xml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71.png"/><Relationship Id="rId21" Type="http://schemas.openxmlformats.org/officeDocument/2006/relationships/image" Target="../media/image223.png"/><Relationship Id="rId42" Type="http://schemas.openxmlformats.org/officeDocument/2006/relationships/customXml" Target="../ink/ink215.xml"/><Relationship Id="rId63" Type="http://schemas.openxmlformats.org/officeDocument/2006/relationships/image" Target="../media/image244.png"/><Relationship Id="rId84" Type="http://schemas.openxmlformats.org/officeDocument/2006/relationships/customXml" Target="../ink/ink236.xml"/><Relationship Id="rId138" Type="http://schemas.openxmlformats.org/officeDocument/2006/relationships/customXml" Target="../ink/ink263.xml"/><Relationship Id="rId159" Type="http://schemas.openxmlformats.org/officeDocument/2006/relationships/image" Target="../media/image292.png"/><Relationship Id="rId170" Type="http://schemas.openxmlformats.org/officeDocument/2006/relationships/customXml" Target="../ink/ink279.xml"/><Relationship Id="rId107" Type="http://schemas.openxmlformats.org/officeDocument/2006/relationships/image" Target="../media/image266.png"/><Relationship Id="rId11" Type="http://schemas.openxmlformats.org/officeDocument/2006/relationships/image" Target="../media/image218.png"/><Relationship Id="rId32" Type="http://schemas.openxmlformats.org/officeDocument/2006/relationships/customXml" Target="../ink/ink210.xml"/><Relationship Id="rId53" Type="http://schemas.openxmlformats.org/officeDocument/2006/relationships/image" Target="../media/image239.png"/><Relationship Id="rId74" Type="http://schemas.openxmlformats.org/officeDocument/2006/relationships/customXml" Target="../ink/ink231.xml"/><Relationship Id="rId128" Type="http://schemas.openxmlformats.org/officeDocument/2006/relationships/customXml" Target="../ink/ink258.xml"/><Relationship Id="rId149" Type="http://schemas.openxmlformats.org/officeDocument/2006/relationships/image" Target="../media/image287.png"/><Relationship Id="rId5" Type="http://schemas.openxmlformats.org/officeDocument/2006/relationships/image" Target="../media/image215.png"/><Relationship Id="rId95" Type="http://schemas.openxmlformats.org/officeDocument/2006/relationships/image" Target="../media/image260.png"/><Relationship Id="rId160" Type="http://schemas.openxmlformats.org/officeDocument/2006/relationships/customXml" Target="../ink/ink274.xml"/><Relationship Id="rId181" Type="http://schemas.openxmlformats.org/officeDocument/2006/relationships/image" Target="../media/image303.png"/><Relationship Id="rId22" Type="http://schemas.openxmlformats.org/officeDocument/2006/relationships/customXml" Target="../ink/ink205.xml"/><Relationship Id="rId43" Type="http://schemas.openxmlformats.org/officeDocument/2006/relationships/image" Target="../media/image234.png"/><Relationship Id="rId64" Type="http://schemas.openxmlformats.org/officeDocument/2006/relationships/customXml" Target="../ink/ink226.xml"/><Relationship Id="rId118" Type="http://schemas.openxmlformats.org/officeDocument/2006/relationships/customXml" Target="../ink/ink253.xml"/><Relationship Id="rId139" Type="http://schemas.openxmlformats.org/officeDocument/2006/relationships/image" Target="../media/image282.png"/><Relationship Id="rId85" Type="http://schemas.openxmlformats.org/officeDocument/2006/relationships/image" Target="../media/image255.png"/><Relationship Id="rId150" Type="http://schemas.openxmlformats.org/officeDocument/2006/relationships/customXml" Target="../ink/ink269.xml"/><Relationship Id="rId171" Type="http://schemas.openxmlformats.org/officeDocument/2006/relationships/image" Target="../media/image298.png"/><Relationship Id="rId12" Type="http://schemas.openxmlformats.org/officeDocument/2006/relationships/customXml" Target="../ink/ink200.xml"/><Relationship Id="rId33" Type="http://schemas.openxmlformats.org/officeDocument/2006/relationships/image" Target="../media/image229.png"/><Relationship Id="rId108" Type="http://schemas.openxmlformats.org/officeDocument/2006/relationships/customXml" Target="../ink/ink248.xml"/><Relationship Id="rId129" Type="http://schemas.openxmlformats.org/officeDocument/2006/relationships/image" Target="../media/image277.png"/><Relationship Id="rId54" Type="http://schemas.openxmlformats.org/officeDocument/2006/relationships/customXml" Target="../ink/ink221.xml"/><Relationship Id="rId75" Type="http://schemas.openxmlformats.org/officeDocument/2006/relationships/image" Target="../media/image250.png"/><Relationship Id="rId96" Type="http://schemas.openxmlformats.org/officeDocument/2006/relationships/customXml" Target="../ink/ink242.xml"/><Relationship Id="rId140" Type="http://schemas.openxmlformats.org/officeDocument/2006/relationships/customXml" Target="../ink/ink264.xml"/><Relationship Id="rId161" Type="http://schemas.openxmlformats.org/officeDocument/2006/relationships/image" Target="../media/image293.png"/><Relationship Id="rId182" Type="http://schemas.openxmlformats.org/officeDocument/2006/relationships/customXml" Target="../ink/ink285.xml"/><Relationship Id="rId6" Type="http://schemas.openxmlformats.org/officeDocument/2006/relationships/customXml" Target="../ink/ink197.xml"/><Relationship Id="rId23" Type="http://schemas.openxmlformats.org/officeDocument/2006/relationships/image" Target="../media/image224.png"/><Relationship Id="rId119" Type="http://schemas.openxmlformats.org/officeDocument/2006/relationships/image" Target="../media/image272.png"/><Relationship Id="rId44" Type="http://schemas.openxmlformats.org/officeDocument/2006/relationships/customXml" Target="../ink/ink216.xml"/><Relationship Id="rId65" Type="http://schemas.openxmlformats.org/officeDocument/2006/relationships/image" Target="../media/image245.png"/><Relationship Id="rId86" Type="http://schemas.openxmlformats.org/officeDocument/2006/relationships/customXml" Target="../ink/ink237.xml"/><Relationship Id="rId130" Type="http://schemas.openxmlformats.org/officeDocument/2006/relationships/customXml" Target="../ink/ink259.xml"/><Relationship Id="rId151" Type="http://schemas.openxmlformats.org/officeDocument/2006/relationships/image" Target="../media/image288.png"/><Relationship Id="rId172" Type="http://schemas.openxmlformats.org/officeDocument/2006/relationships/customXml" Target="../ink/ink280.xml"/><Relationship Id="rId13" Type="http://schemas.openxmlformats.org/officeDocument/2006/relationships/image" Target="../media/image219.png"/><Relationship Id="rId18" Type="http://schemas.openxmlformats.org/officeDocument/2006/relationships/customXml" Target="../ink/ink203.xml"/><Relationship Id="rId39" Type="http://schemas.openxmlformats.org/officeDocument/2006/relationships/image" Target="../media/image232.png"/><Relationship Id="rId109" Type="http://schemas.openxmlformats.org/officeDocument/2006/relationships/image" Target="../media/image267.png"/><Relationship Id="rId34" Type="http://schemas.openxmlformats.org/officeDocument/2006/relationships/customXml" Target="../ink/ink211.xml"/><Relationship Id="rId50" Type="http://schemas.openxmlformats.org/officeDocument/2006/relationships/customXml" Target="../ink/ink219.xml"/><Relationship Id="rId55" Type="http://schemas.openxmlformats.org/officeDocument/2006/relationships/image" Target="../media/image240.png"/><Relationship Id="rId76" Type="http://schemas.openxmlformats.org/officeDocument/2006/relationships/customXml" Target="../ink/ink232.xml"/><Relationship Id="rId97" Type="http://schemas.openxmlformats.org/officeDocument/2006/relationships/image" Target="../media/image261.png"/><Relationship Id="rId104" Type="http://schemas.openxmlformats.org/officeDocument/2006/relationships/customXml" Target="../ink/ink246.xml"/><Relationship Id="rId120" Type="http://schemas.openxmlformats.org/officeDocument/2006/relationships/customXml" Target="../ink/ink254.xml"/><Relationship Id="rId125" Type="http://schemas.openxmlformats.org/officeDocument/2006/relationships/image" Target="../media/image275.png"/><Relationship Id="rId141" Type="http://schemas.openxmlformats.org/officeDocument/2006/relationships/image" Target="../media/image283.png"/><Relationship Id="rId146" Type="http://schemas.openxmlformats.org/officeDocument/2006/relationships/customXml" Target="../ink/ink267.xml"/><Relationship Id="rId167" Type="http://schemas.openxmlformats.org/officeDocument/2006/relationships/image" Target="../media/image296.png"/><Relationship Id="rId7" Type="http://schemas.openxmlformats.org/officeDocument/2006/relationships/image" Target="../media/image216.png"/><Relationship Id="rId71" Type="http://schemas.openxmlformats.org/officeDocument/2006/relationships/image" Target="../media/image248.png"/><Relationship Id="rId92" Type="http://schemas.openxmlformats.org/officeDocument/2006/relationships/customXml" Target="../ink/ink240.xml"/><Relationship Id="rId162" Type="http://schemas.openxmlformats.org/officeDocument/2006/relationships/customXml" Target="../ink/ink275.xml"/><Relationship Id="rId183" Type="http://schemas.openxmlformats.org/officeDocument/2006/relationships/image" Target="../media/image304.png"/><Relationship Id="rId2" Type="http://schemas.openxmlformats.org/officeDocument/2006/relationships/customXml" Target="../ink/ink195.xml"/><Relationship Id="rId29" Type="http://schemas.openxmlformats.org/officeDocument/2006/relationships/image" Target="../media/image227.png"/><Relationship Id="rId24" Type="http://schemas.openxmlformats.org/officeDocument/2006/relationships/customXml" Target="../ink/ink206.xml"/><Relationship Id="rId40" Type="http://schemas.openxmlformats.org/officeDocument/2006/relationships/customXml" Target="../ink/ink214.xml"/><Relationship Id="rId45" Type="http://schemas.openxmlformats.org/officeDocument/2006/relationships/image" Target="../media/image235.png"/><Relationship Id="rId66" Type="http://schemas.openxmlformats.org/officeDocument/2006/relationships/customXml" Target="../ink/ink227.xml"/><Relationship Id="rId87" Type="http://schemas.openxmlformats.org/officeDocument/2006/relationships/image" Target="../media/image256.png"/><Relationship Id="rId110" Type="http://schemas.openxmlformats.org/officeDocument/2006/relationships/customXml" Target="../ink/ink249.xml"/><Relationship Id="rId115" Type="http://schemas.openxmlformats.org/officeDocument/2006/relationships/image" Target="../media/image270.png"/><Relationship Id="rId131" Type="http://schemas.openxmlformats.org/officeDocument/2006/relationships/image" Target="../media/image278.png"/><Relationship Id="rId136" Type="http://schemas.openxmlformats.org/officeDocument/2006/relationships/customXml" Target="../ink/ink262.xml"/><Relationship Id="rId157" Type="http://schemas.openxmlformats.org/officeDocument/2006/relationships/image" Target="../media/image291.png"/><Relationship Id="rId178" Type="http://schemas.openxmlformats.org/officeDocument/2006/relationships/customXml" Target="../ink/ink283.xml"/><Relationship Id="rId61" Type="http://schemas.openxmlformats.org/officeDocument/2006/relationships/image" Target="../media/image243.png"/><Relationship Id="rId82" Type="http://schemas.openxmlformats.org/officeDocument/2006/relationships/customXml" Target="../ink/ink235.xml"/><Relationship Id="rId152" Type="http://schemas.openxmlformats.org/officeDocument/2006/relationships/customXml" Target="../ink/ink270.xml"/><Relationship Id="rId173" Type="http://schemas.openxmlformats.org/officeDocument/2006/relationships/image" Target="../media/image299.png"/><Relationship Id="rId19" Type="http://schemas.openxmlformats.org/officeDocument/2006/relationships/image" Target="../media/image222.png"/><Relationship Id="rId14" Type="http://schemas.openxmlformats.org/officeDocument/2006/relationships/customXml" Target="../ink/ink201.xml"/><Relationship Id="rId30" Type="http://schemas.openxmlformats.org/officeDocument/2006/relationships/customXml" Target="../ink/ink209.xml"/><Relationship Id="rId35" Type="http://schemas.openxmlformats.org/officeDocument/2006/relationships/image" Target="../media/image230.png"/><Relationship Id="rId56" Type="http://schemas.openxmlformats.org/officeDocument/2006/relationships/customXml" Target="../ink/ink222.xml"/><Relationship Id="rId77" Type="http://schemas.openxmlformats.org/officeDocument/2006/relationships/image" Target="../media/image251.png"/><Relationship Id="rId100" Type="http://schemas.openxmlformats.org/officeDocument/2006/relationships/customXml" Target="../ink/ink244.xml"/><Relationship Id="rId105" Type="http://schemas.openxmlformats.org/officeDocument/2006/relationships/image" Target="../media/image265.png"/><Relationship Id="rId126" Type="http://schemas.openxmlformats.org/officeDocument/2006/relationships/customXml" Target="../ink/ink257.xml"/><Relationship Id="rId147" Type="http://schemas.openxmlformats.org/officeDocument/2006/relationships/image" Target="../media/image286.png"/><Relationship Id="rId168" Type="http://schemas.openxmlformats.org/officeDocument/2006/relationships/customXml" Target="../ink/ink278.xml"/><Relationship Id="rId8" Type="http://schemas.openxmlformats.org/officeDocument/2006/relationships/customXml" Target="../ink/ink198.xml"/><Relationship Id="rId51" Type="http://schemas.openxmlformats.org/officeDocument/2006/relationships/image" Target="../media/image238.png"/><Relationship Id="rId72" Type="http://schemas.openxmlformats.org/officeDocument/2006/relationships/customXml" Target="../ink/ink230.xml"/><Relationship Id="rId93" Type="http://schemas.openxmlformats.org/officeDocument/2006/relationships/image" Target="../media/image259.png"/><Relationship Id="rId98" Type="http://schemas.openxmlformats.org/officeDocument/2006/relationships/customXml" Target="../ink/ink243.xml"/><Relationship Id="rId121" Type="http://schemas.openxmlformats.org/officeDocument/2006/relationships/image" Target="../media/image273.png"/><Relationship Id="rId142" Type="http://schemas.openxmlformats.org/officeDocument/2006/relationships/customXml" Target="../ink/ink265.xml"/><Relationship Id="rId163" Type="http://schemas.openxmlformats.org/officeDocument/2006/relationships/image" Target="../media/image294.png"/><Relationship Id="rId184" Type="http://schemas.openxmlformats.org/officeDocument/2006/relationships/customXml" Target="../ink/ink286.xml"/><Relationship Id="rId3" Type="http://schemas.openxmlformats.org/officeDocument/2006/relationships/image" Target="../media/image214.png"/><Relationship Id="rId25" Type="http://schemas.openxmlformats.org/officeDocument/2006/relationships/image" Target="../media/image225.png"/><Relationship Id="rId46" Type="http://schemas.openxmlformats.org/officeDocument/2006/relationships/customXml" Target="../ink/ink217.xml"/><Relationship Id="rId67" Type="http://schemas.openxmlformats.org/officeDocument/2006/relationships/image" Target="../media/image246.png"/><Relationship Id="rId116" Type="http://schemas.openxmlformats.org/officeDocument/2006/relationships/customXml" Target="../ink/ink252.xml"/><Relationship Id="rId137" Type="http://schemas.openxmlformats.org/officeDocument/2006/relationships/image" Target="../media/image281.png"/><Relationship Id="rId158" Type="http://schemas.openxmlformats.org/officeDocument/2006/relationships/customXml" Target="../ink/ink273.xml"/><Relationship Id="rId20" Type="http://schemas.openxmlformats.org/officeDocument/2006/relationships/customXml" Target="../ink/ink204.xml"/><Relationship Id="rId41" Type="http://schemas.openxmlformats.org/officeDocument/2006/relationships/image" Target="../media/image233.png"/><Relationship Id="rId62" Type="http://schemas.openxmlformats.org/officeDocument/2006/relationships/customXml" Target="../ink/ink225.xml"/><Relationship Id="rId83" Type="http://schemas.openxmlformats.org/officeDocument/2006/relationships/image" Target="../media/image254.png"/><Relationship Id="rId88" Type="http://schemas.openxmlformats.org/officeDocument/2006/relationships/customXml" Target="../ink/ink238.xml"/><Relationship Id="rId111" Type="http://schemas.openxmlformats.org/officeDocument/2006/relationships/image" Target="../media/image268.png"/><Relationship Id="rId132" Type="http://schemas.openxmlformats.org/officeDocument/2006/relationships/customXml" Target="../ink/ink260.xml"/><Relationship Id="rId153" Type="http://schemas.openxmlformats.org/officeDocument/2006/relationships/image" Target="../media/image289.png"/><Relationship Id="rId174" Type="http://schemas.openxmlformats.org/officeDocument/2006/relationships/customXml" Target="../ink/ink281.xml"/><Relationship Id="rId179" Type="http://schemas.openxmlformats.org/officeDocument/2006/relationships/image" Target="../media/image302.png"/><Relationship Id="rId15" Type="http://schemas.openxmlformats.org/officeDocument/2006/relationships/image" Target="../media/image220.png"/><Relationship Id="rId36" Type="http://schemas.openxmlformats.org/officeDocument/2006/relationships/customXml" Target="../ink/ink212.xml"/><Relationship Id="rId57" Type="http://schemas.openxmlformats.org/officeDocument/2006/relationships/image" Target="../media/image241.png"/><Relationship Id="rId106" Type="http://schemas.openxmlformats.org/officeDocument/2006/relationships/customXml" Target="../ink/ink247.xml"/><Relationship Id="rId127" Type="http://schemas.openxmlformats.org/officeDocument/2006/relationships/image" Target="../media/image276.png"/><Relationship Id="rId10" Type="http://schemas.openxmlformats.org/officeDocument/2006/relationships/customXml" Target="../ink/ink199.xml"/><Relationship Id="rId31" Type="http://schemas.openxmlformats.org/officeDocument/2006/relationships/image" Target="../media/image228.png"/><Relationship Id="rId52" Type="http://schemas.openxmlformats.org/officeDocument/2006/relationships/customXml" Target="../ink/ink220.xml"/><Relationship Id="rId73" Type="http://schemas.openxmlformats.org/officeDocument/2006/relationships/image" Target="../media/image249.png"/><Relationship Id="rId78" Type="http://schemas.openxmlformats.org/officeDocument/2006/relationships/customXml" Target="../ink/ink233.xml"/><Relationship Id="rId94" Type="http://schemas.openxmlformats.org/officeDocument/2006/relationships/customXml" Target="../ink/ink241.xml"/><Relationship Id="rId99" Type="http://schemas.openxmlformats.org/officeDocument/2006/relationships/image" Target="../media/image262.png"/><Relationship Id="rId101" Type="http://schemas.openxmlformats.org/officeDocument/2006/relationships/image" Target="../media/image263.png"/><Relationship Id="rId122" Type="http://schemas.openxmlformats.org/officeDocument/2006/relationships/customXml" Target="../ink/ink255.xml"/><Relationship Id="rId143" Type="http://schemas.openxmlformats.org/officeDocument/2006/relationships/image" Target="../media/image284.png"/><Relationship Id="rId148" Type="http://schemas.openxmlformats.org/officeDocument/2006/relationships/customXml" Target="../ink/ink268.xml"/><Relationship Id="rId164" Type="http://schemas.openxmlformats.org/officeDocument/2006/relationships/customXml" Target="../ink/ink276.xml"/><Relationship Id="rId169" Type="http://schemas.openxmlformats.org/officeDocument/2006/relationships/image" Target="../media/image297.png"/><Relationship Id="rId185" Type="http://schemas.openxmlformats.org/officeDocument/2006/relationships/image" Target="../media/image305.png"/><Relationship Id="rId4" Type="http://schemas.openxmlformats.org/officeDocument/2006/relationships/customXml" Target="../ink/ink196.xml"/><Relationship Id="rId9" Type="http://schemas.openxmlformats.org/officeDocument/2006/relationships/image" Target="../media/image217.png"/><Relationship Id="rId180" Type="http://schemas.openxmlformats.org/officeDocument/2006/relationships/customXml" Target="../ink/ink284.xml"/><Relationship Id="rId26" Type="http://schemas.openxmlformats.org/officeDocument/2006/relationships/customXml" Target="../ink/ink207.xml"/><Relationship Id="rId47" Type="http://schemas.openxmlformats.org/officeDocument/2006/relationships/image" Target="../media/image236.png"/><Relationship Id="rId68" Type="http://schemas.openxmlformats.org/officeDocument/2006/relationships/customXml" Target="../ink/ink228.xml"/><Relationship Id="rId89" Type="http://schemas.openxmlformats.org/officeDocument/2006/relationships/image" Target="../media/image257.png"/><Relationship Id="rId112" Type="http://schemas.openxmlformats.org/officeDocument/2006/relationships/customXml" Target="../ink/ink250.xml"/><Relationship Id="rId133" Type="http://schemas.openxmlformats.org/officeDocument/2006/relationships/image" Target="../media/image279.png"/><Relationship Id="rId154" Type="http://schemas.openxmlformats.org/officeDocument/2006/relationships/customXml" Target="../ink/ink271.xml"/><Relationship Id="rId175" Type="http://schemas.openxmlformats.org/officeDocument/2006/relationships/image" Target="../media/image300.png"/><Relationship Id="rId16" Type="http://schemas.openxmlformats.org/officeDocument/2006/relationships/customXml" Target="../ink/ink202.xml"/><Relationship Id="rId37" Type="http://schemas.openxmlformats.org/officeDocument/2006/relationships/image" Target="../media/image231.png"/><Relationship Id="rId58" Type="http://schemas.openxmlformats.org/officeDocument/2006/relationships/customXml" Target="../ink/ink223.xml"/><Relationship Id="rId79" Type="http://schemas.openxmlformats.org/officeDocument/2006/relationships/image" Target="../media/image252.png"/><Relationship Id="rId102" Type="http://schemas.openxmlformats.org/officeDocument/2006/relationships/customXml" Target="../ink/ink245.xml"/><Relationship Id="rId123" Type="http://schemas.openxmlformats.org/officeDocument/2006/relationships/image" Target="../media/image274.png"/><Relationship Id="rId144" Type="http://schemas.openxmlformats.org/officeDocument/2006/relationships/customXml" Target="../ink/ink266.xml"/><Relationship Id="rId90" Type="http://schemas.openxmlformats.org/officeDocument/2006/relationships/customXml" Target="../ink/ink239.xml"/><Relationship Id="rId165" Type="http://schemas.openxmlformats.org/officeDocument/2006/relationships/image" Target="../media/image295.png"/><Relationship Id="rId27" Type="http://schemas.openxmlformats.org/officeDocument/2006/relationships/image" Target="../media/image226.png"/><Relationship Id="rId48" Type="http://schemas.openxmlformats.org/officeDocument/2006/relationships/customXml" Target="../ink/ink218.xml"/><Relationship Id="rId69" Type="http://schemas.openxmlformats.org/officeDocument/2006/relationships/image" Target="../media/image247.png"/><Relationship Id="rId113" Type="http://schemas.openxmlformats.org/officeDocument/2006/relationships/image" Target="../media/image269.png"/><Relationship Id="rId134" Type="http://schemas.openxmlformats.org/officeDocument/2006/relationships/customXml" Target="../ink/ink261.xml"/><Relationship Id="rId80" Type="http://schemas.openxmlformats.org/officeDocument/2006/relationships/customXml" Target="../ink/ink234.xml"/><Relationship Id="rId155" Type="http://schemas.openxmlformats.org/officeDocument/2006/relationships/image" Target="../media/image290.png"/><Relationship Id="rId176" Type="http://schemas.openxmlformats.org/officeDocument/2006/relationships/customXml" Target="../ink/ink282.xml"/><Relationship Id="rId17" Type="http://schemas.openxmlformats.org/officeDocument/2006/relationships/image" Target="../media/image221.png"/><Relationship Id="rId38" Type="http://schemas.openxmlformats.org/officeDocument/2006/relationships/customXml" Target="../ink/ink213.xml"/><Relationship Id="rId59" Type="http://schemas.openxmlformats.org/officeDocument/2006/relationships/image" Target="../media/image242.png"/><Relationship Id="rId103" Type="http://schemas.openxmlformats.org/officeDocument/2006/relationships/image" Target="../media/image264.png"/><Relationship Id="rId124" Type="http://schemas.openxmlformats.org/officeDocument/2006/relationships/customXml" Target="../ink/ink256.xml"/><Relationship Id="rId70" Type="http://schemas.openxmlformats.org/officeDocument/2006/relationships/customXml" Target="../ink/ink229.xml"/><Relationship Id="rId91" Type="http://schemas.openxmlformats.org/officeDocument/2006/relationships/image" Target="../media/image258.png"/><Relationship Id="rId145" Type="http://schemas.openxmlformats.org/officeDocument/2006/relationships/image" Target="../media/image285.png"/><Relationship Id="rId166" Type="http://schemas.openxmlformats.org/officeDocument/2006/relationships/customXml" Target="../ink/ink277.xml"/><Relationship Id="rId1" Type="http://schemas.openxmlformats.org/officeDocument/2006/relationships/slideLayout" Target="../slideLayouts/slideLayout6.xml"/><Relationship Id="rId28" Type="http://schemas.openxmlformats.org/officeDocument/2006/relationships/customXml" Target="../ink/ink208.xml"/><Relationship Id="rId49" Type="http://schemas.openxmlformats.org/officeDocument/2006/relationships/image" Target="../media/image237.png"/><Relationship Id="rId114" Type="http://schemas.openxmlformats.org/officeDocument/2006/relationships/customXml" Target="../ink/ink251.xml"/><Relationship Id="rId60" Type="http://schemas.openxmlformats.org/officeDocument/2006/relationships/customXml" Target="../ink/ink224.xml"/><Relationship Id="rId81" Type="http://schemas.openxmlformats.org/officeDocument/2006/relationships/image" Target="../media/image253.png"/><Relationship Id="rId135" Type="http://schemas.openxmlformats.org/officeDocument/2006/relationships/image" Target="../media/image280.png"/><Relationship Id="rId156" Type="http://schemas.openxmlformats.org/officeDocument/2006/relationships/customXml" Target="../ink/ink272.xml"/><Relationship Id="rId177" Type="http://schemas.openxmlformats.org/officeDocument/2006/relationships/image" Target="../media/image301.png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90.png"/><Relationship Id="rId117" Type="http://schemas.openxmlformats.org/officeDocument/2006/relationships/customXml" Target="../ink/ink346.xml"/><Relationship Id="rId21" Type="http://schemas.openxmlformats.org/officeDocument/2006/relationships/customXml" Target="../ink/ink296.xml"/><Relationship Id="rId42" Type="http://schemas.openxmlformats.org/officeDocument/2006/relationships/customXml" Target="../ink/ink307.xml"/><Relationship Id="rId47" Type="http://schemas.openxmlformats.org/officeDocument/2006/relationships/image" Target="../media/image490.png"/><Relationship Id="rId63" Type="http://schemas.openxmlformats.org/officeDocument/2006/relationships/image" Target="../media/image570.png"/><Relationship Id="rId68" Type="http://schemas.openxmlformats.org/officeDocument/2006/relationships/customXml" Target="../ink/ink320.xml"/><Relationship Id="rId84" Type="http://schemas.openxmlformats.org/officeDocument/2006/relationships/image" Target="../media/image670.png"/><Relationship Id="rId89" Type="http://schemas.openxmlformats.org/officeDocument/2006/relationships/customXml" Target="../ink/ink331.xml"/><Relationship Id="rId112" Type="http://schemas.openxmlformats.org/officeDocument/2006/relationships/image" Target="../media/image800.png"/><Relationship Id="rId16" Type="http://schemas.openxmlformats.org/officeDocument/2006/relationships/image" Target="../media/image3410.png"/><Relationship Id="rId107" Type="http://schemas.openxmlformats.org/officeDocument/2006/relationships/image" Target="../media/image780.png"/><Relationship Id="rId11" Type="http://schemas.openxmlformats.org/officeDocument/2006/relationships/customXml" Target="../ink/ink291.xml"/><Relationship Id="rId32" Type="http://schemas.openxmlformats.org/officeDocument/2006/relationships/image" Target="../media/image420.png"/><Relationship Id="rId37" Type="http://schemas.openxmlformats.org/officeDocument/2006/relationships/customXml" Target="../ink/ink304.xml"/><Relationship Id="rId53" Type="http://schemas.openxmlformats.org/officeDocument/2006/relationships/image" Target="../media/image520.png"/><Relationship Id="rId58" Type="http://schemas.openxmlformats.org/officeDocument/2006/relationships/customXml" Target="../ink/ink315.xml"/><Relationship Id="rId74" Type="http://schemas.openxmlformats.org/officeDocument/2006/relationships/image" Target="../media/image620.png"/><Relationship Id="rId79" Type="http://schemas.openxmlformats.org/officeDocument/2006/relationships/customXml" Target="../ink/ink326.xml"/><Relationship Id="rId102" Type="http://schemas.openxmlformats.org/officeDocument/2006/relationships/customXml" Target="../ink/ink338.xml"/><Relationship Id="rId5" Type="http://schemas.openxmlformats.org/officeDocument/2006/relationships/customXml" Target="../ink/ink288.xml"/><Relationship Id="rId90" Type="http://schemas.openxmlformats.org/officeDocument/2006/relationships/image" Target="../media/image700.png"/><Relationship Id="rId95" Type="http://schemas.openxmlformats.org/officeDocument/2006/relationships/customXml" Target="../ink/ink334.xml"/><Relationship Id="rId22" Type="http://schemas.openxmlformats.org/officeDocument/2006/relationships/image" Target="../media/image370.png"/><Relationship Id="rId27" Type="http://schemas.openxmlformats.org/officeDocument/2006/relationships/customXml" Target="../ink/ink299.xml"/><Relationship Id="rId43" Type="http://schemas.openxmlformats.org/officeDocument/2006/relationships/image" Target="../media/image470.png"/><Relationship Id="rId48" Type="http://schemas.openxmlformats.org/officeDocument/2006/relationships/customXml" Target="../ink/ink310.xml"/><Relationship Id="rId64" Type="http://schemas.openxmlformats.org/officeDocument/2006/relationships/customXml" Target="../ink/ink318.xml"/><Relationship Id="rId69" Type="http://schemas.openxmlformats.org/officeDocument/2006/relationships/customXml" Target="../ink/ink321.xml"/><Relationship Id="rId113" Type="http://schemas.openxmlformats.org/officeDocument/2006/relationships/customXml" Target="../ink/ink344.xml"/><Relationship Id="rId118" Type="http://schemas.openxmlformats.org/officeDocument/2006/relationships/image" Target="../media/image830.png"/><Relationship Id="rId80" Type="http://schemas.openxmlformats.org/officeDocument/2006/relationships/image" Target="../media/image650.png"/><Relationship Id="rId85" Type="http://schemas.openxmlformats.org/officeDocument/2006/relationships/customXml" Target="../ink/ink329.xml"/><Relationship Id="rId12" Type="http://schemas.openxmlformats.org/officeDocument/2006/relationships/image" Target="../media/image3210.png"/><Relationship Id="rId17" Type="http://schemas.openxmlformats.org/officeDocument/2006/relationships/customXml" Target="../ink/ink294.xml"/><Relationship Id="rId33" Type="http://schemas.openxmlformats.org/officeDocument/2006/relationships/customXml" Target="../ink/ink302.xml"/><Relationship Id="rId38" Type="http://schemas.openxmlformats.org/officeDocument/2006/relationships/image" Target="../media/image450.png"/><Relationship Id="rId59" Type="http://schemas.openxmlformats.org/officeDocument/2006/relationships/image" Target="../media/image550.png"/><Relationship Id="rId103" Type="http://schemas.openxmlformats.org/officeDocument/2006/relationships/image" Target="../media/image760.png"/><Relationship Id="rId108" Type="http://schemas.openxmlformats.org/officeDocument/2006/relationships/customXml" Target="../ink/ink341.xml"/><Relationship Id="rId54" Type="http://schemas.openxmlformats.org/officeDocument/2006/relationships/customXml" Target="../ink/ink313.xml"/><Relationship Id="rId70" Type="http://schemas.openxmlformats.org/officeDocument/2006/relationships/image" Target="../media/image600.png"/><Relationship Id="rId75" Type="http://schemas.openxmlformats.org/officeDocument/2006/relationships/customXml" Target="../ink/ink324.xml"/><Relationship Id="rId91" Type="http://schemas.openxmlformats.org/officeDocument/2006/relationships/customXml" Target="../ink/ink332.xml"/><Relationship Id="rId96" Type="http://schemas.openxmlformats.org/officeDocument/2006/relationships/customXml" Target="../ink/ink33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10.png"/><Relationship Id="rId23" Type="http://schemas.openxmlformats.org/officeDocument/2006/relationships/customXml" Target="../ink/ink297.xml"/><Relationship Id="rId28" Type="http://schemas.openxmlformats.org/officeDocument/2006/relationships/image" Target="../media/image400.png"/><Relationship Id="rId49" Type="http://schemas.openxmlformats.org/officeDocument/2006/relationships/image" Target="../media/image500.png"/><Relationship Id="rId114" Type="http://schemas.openxmlformats.org/officeDocument/2006/relationships/image" Target="../media/image810.png"/><Relationship Id="rId119" Type="http://schemas.openxmlformats.org/officeDocument/2006/relationships/customXml" Target="../ink/ink347.xml"/><Relationship Id="rId44" Type="http://schemas.openxmlformats.org/officeDocument/2006/relationships/customXml" Target="../ink/ink308.xml"/><Relationship Id="rId60" Type="http://schemas.openxmlformats.org/officeDocument/2006/relationships/customXml" Target="../ink/ink316.xml"/><Relationship Id="rId65" Type="http://schemas.openxmlformats.org/officeDocument/2006/relationships/image" Target="../media/image580.png"/><Relationship Id="rId81" Type="http://schemas.openxmlformats.org/officeDocument/2006/relationships/customXml" Target="../ink/ink327.xml"/><Relationship Id="rId86" Type="http://schemas.openxmlformats.org/officeDocument/2006/relationships/image" Target="../media/image680.png"/><Relationship Id="rId4" Type="http://schemas.openxmlformats.org/officeDocument/2006/relationships/image" Target="../media/image2810.png"/><Relationship Id="rId9" Type="http://schemas.openxmlformats.org/officeDocument/2006/relationships/customXml" Target="../ink/ink290.xml"/><Relationship Id="rId13" Type="http://schemas.openxmlformats.org/officeDocument/2006/relationships/customXml" Target="../ink/ink292.xml"/><Relationship Id="rId18" Type="http://schemas.openxmlformats.org/officeDocument/2006/relationships/image" Target="../media/image353.png"/><Relationship Id="rId39" Type="http://schemas.openxmlformats.org/officeDocument/2006/relationships/customXml" Target="../ink/ink305.xml"/><Relationship Id="rId109" Type="http://schemas.openxmlformats.org/officeDocument/2006/relationships/customXml" Target="../ink/ink342.xml"/><Relationship Id="rId34" Type="http://schemas.openxmlformats.org/officeDocument/2006/relationships/image" Target="../media/image430.png"/><Relationship Id="rId50" Type="http://schemas.openxmlformats.org/officeDocument/2006/relationships/customXml" Target="../ink/ink311.xml"/><Relationship Id="rId55" Type="http://schemas.openxmlformats.org/officeDocument/2006/relationships/image" Target="../media/image530.png"/><Relationship Id="rId76" Type="http://schemas.openxmlformats.org/officeDocument/2006/relationships/image" Target="../media/image630.png"/><Relationship Id="rId97" Type="http://schemas.openxmlformats.org/officeDocument/2006/relationships/image" Target="../media/image730.png"/><Relationship Id="rId104" Type="http://schemas.openxmlformats.org/officeDocument/2006/relationships/customXml" Target="../ink/ink339.xml"/><Relationship Id="rId120" Type="http://schemas.openxmlformats.org/officeDocument/2006/relationships/image" Target="../media/image840.png"/><Relationship Id="rId7" Type="http://schemas.openxmlformats.org/officeDocument/2006/relationships/customXml" Target="../ink/ink289.xml"/><Relationship Id="rId71" Type="http://schemas.openxmlformats.org/officeDocument/2006/relationships/customXml" Target="../ink/ink322.xml"/><Relationship Id="rId92" Type="http://schemas.openxmlformats.org/officeDocument/2006/relationships/image" Target="../media/image710.png"/><Relationship Id="rId2" Type="http://schemas.openxmlformats.org/officeDocument/2006/relationships/image" Target="../media/image306.png"/><Relationship Id="rId29" Type="http://schemas.openxmlformats.org/officeDocument/2006/relationships/customXml" Target="../ink/ink300.xml"/><Relationship Id="rId24" Type="http://schemas.openxmlformats.org/officeDocument/2006/relationships/image" Target="../media/image380.png"/><Relationship Id="rId40" Type="http://schemas.openxmlformats.org/officeDocument/2006/relationships/customXml" Target="../ink/ink306.xml"/><Relationship Id="rId45" Type="http://schemas.openxmlformats.org/officeDocument/2006/relationships/image" Target="../media/image480.png"/><Relationship Id="rId66" Type="http://schemas.openxmlformats.org/officeDocument/2006/relationships/customXml" Target="../ink/ink319.xml"/><Relationship Id="rId87" Type="http://schemas.openxmlformats.org/officeDocument/2006/relationships/customXml" Target="../ink/ink330.xml"/><Relationship Id="rId110" Type="http://schemas.openxmlformats.org/officeDocument/2006/relationships/image" Target="../media/image790.png"/><Relationship Id="rId115" Type="http://schemas.openxmlformats.org/officeDocument/2006/relationships/customXml" Target="../ink/ink345.xml"/><Relationship Id="rId61" Type="http://schemas.openxmlformats.org/officeDocument/2006/relationships/image" Target="../media/image560.png"/><Relationship Id="rId82" Type="http://schemas.openxmlformats.org/officeDocument/2006/relationships/image" Target="../media/image660.png"/><Relationship Id="rId19" Type="http://schemas.openxmlformats.org/officeDocument/2006/relationships/customXml" Target="../ink/ink295.xml"/><Relationship Id="rId14" Type="http://schemas.openxmlformats.org/officeDocument/2006/relationships/image" Target="../media/image3310.png"/><Relationship Id="rId30" Type="http://schemas.openxmlformats.org/officeDocument/2006/relationships/image" Target="../media/image410.png"/><Relationship Id="rId35" Type="http://schemas.openxmlformats.org/officeDocument/2006/relationships/customXml" Target="../ink/ink303.xml"/><Relationship Id="rId56" Type="http://schemas.openxmlformats.org/officeDocument/2006/relationships/customXml" Target="../ink/ink314.xml"/><Relationship Id="rId77" Type="http://schemas.openxmlformats.org/officeDocument/2006/relationships/customXml" Target="../ink/ink325.xml"/><Relationship Id="rId100" Type="http://schemas.openxmlformats.org/officeDocument/2006/relationships/customXml" Target="../ink/ink337.xml"/><Relationship Id="rId105" Type="http://schemas.openxmlformats.org/officeDocument/2006/relationships/image" Target="../media/image770.png"/><Relationship Id="rId8" Type="http://schemas.openxmlformats.org/officeDocument/2006/relationships/image" Target="../media/image3010.png"/><Relationship Id="rId51" Type="http://schemas.openxmlformats.org/officeDocument/2006/relationships/image" Target="../media/image510.png"/><Relationship Id="rId72" Type="http://schemas.openxmlformats.org/officeDocument/2006/relationships/image" Target="../media/image610.png"/><Relationship Id="rId93" Type="http://schemas.openxmlformats.org/officeDocument/2006/relationships/customXml" Target="../ink/ink333.xml"/><Relationship Id="rId98" Type="http://schemas.openxmlformats.org/officeDocument/2006/relationships/customXml" Target="../ink/ink336.xml"/><Relationship Id="rId121" Type="http://schemas.openxmlformats.org/officeDocument/2006/relationships/customXml" Target="../ink/ink348.xml"/><Relationship Id="rId3" Type="http://schemas.openxmlformats.org/officeDocument/2006/relationships/customXml" Target="../ink/ink287.xml"/><Relationship Id="rId25" Type="http://schemas.openxmlformats.org/officeDocument/2006/relationships/customXml" Target="../ink/ink298.xml"/><Relationship Id="rId46" Type="http://schemas.openxmlformats.org/officeDocument/2006/relationships/customXml" Target="../ink/ink309.xml"/><Relationship Id="rId67" Type="http://schemas.openxmlformats.org/officeDocument/2006/relationships/image" Target="../media/image590.png"/><Relationship Id="rId116" Type="http://schemas.openxmlformats.org/officeDocument/2006/relationships/image" Target="../media/image820.png"/><Relationship Id="rId20" Type="http://schemas.openxmlformats.org/officeDocument/2006/relationships/image" Target="../media/image360.png"/><Relationship Id="rId41" Type="http://schemas.openxmlformats.org/officeDocument/2006/relationships/image" Target="../media/image460.png"/><Relationship Id="rId62" Type="http://schemas.openxmlformats.org/officeDocument/2006/relationships/customXml" Target="../ink/ink317.xml"/><Relationship Id="rId83" Type="http://schemas.openxmlformats.org/officeDocument/2006/relationships/customXml" Target="../ink/ink328.xml"/><Relationship Id="rId88" Type="http://schemas.openxmlformats.org/officeDocument/2006/relationships/image" Target="../media/image690.png"/><Relationship Id="rId111" Type="http://schemas.openxmlformats.org/officeDocument/2006/relationships/customXml" Target="../ink/ink343.xml"/><Relationship Id="rId15" Type="http://schemas.openxmlformats.org/officeDocument/2006/relationships/customXml" Target="../ink/ink293.xml"/><Relationship Id="rId36" Type="http://schemas.openxmlformats.org/officeDocument/2006/relationships/image" Target="../media/image440.png"/><Relationship Id="rId57" Type="http://schemas.openxmlformats.org/officeDocument/2006/relationships/image" Target="../media/image540.png"/><Relationship Id="rId106" Type="http://schemas.openxmlformats.org/officeDocument/2006/relationships/customXml" Target="../ink/ink340.xml"/><Relationship Id="rId10" Type="http://schemas.openxmlformats.org/officeDocument/2006/relationships/image" Target="../media/image3110.png"/><Relationship Id="rId31" Type="http://schemas.openxmlformats.org/officeDocument/2006/relationships/customXml" Target="../ink/ink301.xml"/><Relationship Id="rId52" Type="http://schemas.openxmlformats.org/officeDocument/2006/relationships/customXml" Target="../ink/ink312.xml"/><Relationship Id="rId73" Type="http://schemas.openxmlformats.org/officeDocument/2006/relationships/customXml" Target="../ink/ink323.xml"/><Relationship Id="rId78" Type="http://schemas.openxmlformats.org/officeDocument/2006/relationships/image" Target="../media/image640.png"/><Relationship Id="rId94" Type="http://schemas.openxmlformats.org/officeDocument/2006/relationships/image" Target="../media/image720.png"/><Relationship Id="rId99" Type="http://schemas.openxmlformats.org/officeDocument/2006/relationships/image" Target="../media/image740.png"/><Relationship Id="rId101" Type="http://schemas.openxmlformats.org/officeDocument/2006/relationships/image" Target="../media/image750.png"/><Relationship Id="rId122" Type="http://schemas.openxmlformats.org/officeDocument/2006/relationships/image" Target="../media/image85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349.xml"/><Relationship Id="rId3" Type="http://schemas.openxmlformats.org/officeDocument/2006/relationships/image" Target="../media/image5.png"/><Relationship Id="rId7" Type="http://schemas.openxmlformats.org/officeDocument/2006/relationships/image" Target="../media/image30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50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9.png"/><Relationship Id="rId2" Type="http://schemas.openxmlformats.org/officeDocument/2006/relationships/image" Target="../media/image30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8.png"/><Relationship Id="rId18" Type="http://schemas.openxmlformats.org/officeDocument/2006/relationships/customXml" Target="../ink/ink357.xml"/><Relationship Id="rId26" Type="http://schemas.openxmlformats.org/officeDocument/2006/relationships/image" Target="../media/image323.png"/><Relationship Id="rId39" Type="http://schemas.openxmlformats.org/officeDocument/2006/relationships/customXml" Target="../ink/ink368.xml"/><Relationship Id="rId21" Type="http://schemas.openxmlformats.org/officeDocument/2006/relationships/image" Target="../media/image67.png"/><Relationship Id="rId34" Type="http://schemas.openxmlformats.org/officeDocument/2006/relationships/image" Target="../media/image327.png"/><Relationship Id="rId42" Type="http://schemas.openxmlformats.org/officeDocument/2006/relationships/image" Target="../media/image331.png"/><Relationship Id="rId47" Type="http://schemas.openxmlformats.org/officeDocument/2006/relationships/image" Target="../media/image333.png"/><Relationship Id="rId50" Type="http://schemas.openxmlformats.org/officeDocument/2006/relationships/customXml" Target="../ink/ink374.xml"/><Relationship Id="rId7" Type="http://schemas.openxmlformats.org/officeDocument/2006/relationships/image" Target="../media/image315.png"/><Relationship Id="rId2" Type="http://schemas.openxmlformats.org/officeDocument/2006/relationships/image" Target="../media/image312.png"/><Relationship Id="rId16" Type="http://schemas.openxmlformats.org/officeDocument/2006/relationships/customXml" Target="../ink/ink356.xml"/><Relationship Id="rId29" Type="http://schemas.openxmlformats.org/officeDocument/2006/relationships/customXml" Target="../ink/ink363.xml"/><Relationship Id="rId11" Type="http://schemas.openxmlformats.org/officeDocument/2006/relationships/image" Target="../media/image317.png"/><Relationship Id="rId24" Type="http://schemas.openxmlformats.org/officeDocument/2006/relationships/image" Target="../media/image322.png"/><Relationship Id="rId32" Type="http://schemas.openxmlformats.org/officeDocument/2006/relationships/image" Target="../media/image326.png"/><Relationship Id="rId37" Type="http://schemas.openxmlformats.org/officeDocument/2006/relationships/customXml" Target="../ink/ink367.xml"/><Relationship Id="rId40" Type="http://schemas.openxmlformats.org/officeDocument/2006/relationships/image" Target="../media/image330.png"/><Relationship Id="rId45" Type="http://schemas.openxmlformats.org/officeDocument/2006/relationships/image" Target="../media/image332.png"/><Relationship Id="rId53" Type="http://schemas.openxmlformats.org/officeDocument/2006/relationships/image" Target="../media/image336.png"/><Relationship Id="rId5" Type="http://schemas.openxmlformats.org/officeDocument/2006/relationships/image" Target="../media/image314.png"/><Relationship Id="rId10" Type="http://schemas.openxmlformats.org/officeDocument/2006/relationships/customXml" Target="../ink/ink353.xml"/><Relationship Id="rId19" Type="http://schemas.openxmlformats.org/officeDocument/2006/relationships/image" Target="../media/image321.png"/><Relationship Id="rId31" Type="http://schemas.openxmlformats.org/officeDocument/2006/relationships/customXml" Target="../ink/ink364.xml"/><Relationship Id="rId44" Type="http://schemas.openxmlformats.org/officeDocument/2006/relationships/customXml" Target="../ink/ink371.xml"/><Relationship Id="rId52" Type="http://schemas.openxmlformats.org/officeDocument/2006/relationships/customXml" Target="../ink/ink375.xml"/><Relationship Id="rId4" Type="http://schemas.openxmlformats.org/officeDocument/2006/relationships/customXml" Target="../ink/ink350.xml"/><Relationship Id="rId9" Type="http://schemas.openxmlformats.org/officeDocument/2006/relationships/image" Target="../media/image316.png"/><Relationship Id="rId14" Type="http://schemas.openxmlformats.org/officeDocument/2006/relationships/customXml" Target="../ink/ink355.xml"/><Relationship Id="rId22" Type="http://schemas.openxmlformats.org/officeDocument/2006/relationships/customXml" Target="../ink/ink359.xml"/><Relationship Id="rId27" Type="http://schemas.openxmlformats.org/officeDocument/2006/relationships/customXml" Target="../ink/ink362.xml"/><Relationship Id="rId30" Type="http://schemas.openxmlformats.org/officeDocument/2006/relationships/image" Target="../media/image325.png"/><Relationship Id="rId35" Type="http://schemas.openxmlformats.org/officeDocument/2006/relationships/customXml" Target="../ink/ink366.xml"/><Relationship Id="rId43" Type="http://schemas.openxmlformats.org/officeDocument/2006/relationships/customXml" Target="../ink/ink370.xml"/><Relationship Id="rId48" Type="http://schemas.openxmlformats.org/officeDocument/2006/relationships/customXml" Target="../ink/ink373.xml"/><Relationship Id="rId8" Type="http://schemas.openxmlformats.org/officeDocument/2006/relationships/customXml" Target="../ink/ink352.xml"/><Relationship Id="rId51" Type="http://schemas.openxmlformats.org/officeDocument/2006/relationships/image" Target="../media/image335.png"/><Relationship Id="rId3" Type="http://schemas.openxmlformats.org/officeDocument/2006/relationships/image" Target="../media/image313.png"/><Relationship Id="rId12" Type="http://schemas.openxmlformats.org/officeDocument/2006/relationships/customXml" Target="../ink/ink354.xml"/><Relationship Id="rId17" Type="http://schemas.openxmlformats.org/officeDocument/2006/relationships/image" Target="../media/image320.png"/><Relationship Id="rId25" Type="http://schemas.openxmlformats.org/officeDocument/2006/relationships/customXml" Target="../ink/ink361.xml"/><Relationship Id="rId33" Type="http://schemas.openxmlformats.org/officeDocument/2006/relationships/customXml" Target="../ink/ink365.xml"/><Relationship Id="rId38" Type="http://schemas.openxmlformats.org/officeDocument/2006/relationships/image" Target="../media/image329.png"/><Relationship Id="rId46" Type="http://schemas.openxmlformats.org/officeDocument/2006/relationships/customXml" Target="../ink/ink372.xml"/><Relationship Id="rId20" Type="http://schemas.openxmlformats.org/officeDocument/2006/relationships/customXml" Target="../ink/ink358.xml"/><Relationship Id="rId41" Type="http://schemas.openxmlformats.org/officeDocument/2006/relationships/customXml" Target="../ink/ink369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351.xml"/><Relationship Id="rId15" Type="http://schemas.openxmlformats.org/officeDocument/2006/relationships/image" Target="../media/image319.png"/><Relationship Id="rId23" Type="http://schemas.openxmlformats.org/officeDocument/2006/relationships/customXml" Target="../ink/ink360.xml"/><Relationship Id="rId28" Type="http://schemas.openxmlformats.org/officeDocument/2006/relationships/image" Target="../media/image324.png"/><Relationship Id="rId36" Type="http://schemas.openxmlformats.org/officeDocument/2006/relationships/image" Target="../media/image328.png"/><Relationship Id="rId49" Type="http://schemas.openxmlformats.org/officeDocument/2006/relationships/image" Target="../media/image33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76.xml"/><Relationship Id="rId13" Type="http://schemas.openxmlformats.org/officeDocument/2006/relationships/image" Target="../media/image340.png"/><Relationship Id="rId18" Type="http://schemas.openxmlformats.org/officeDocument/2006/relationships/customXml" Target="../ink/ink381.xml"/><Relationship Id="rId26" Type="http://schemas.openxmlformats.org/officeDocument/2006/relationships/customXml" Target="../ink/ink385.xml"/><Relationship Id="rId3" Type="http://schemas.openxmlformats.org/officeDocument/2006/relationships/image" Target="../media/image5.png"/><Relationship Id="rId21" Type="http://schemas.openxmlformats.org/officeDocument/2006/relationships/image" Target="../media/image344.png"/><Relationship Id="rId7" Type="http://schemas.openxmlformats.org/officeDocument/2006/relationships/image" Target="../media/image337.png"/><Relationship Id="rId12" Type="http://schemas.openxmlformats.org/officeDocument/2006/relationships/customXml" Target="../ink/ink378.xml"/><Relationship Id="rId17" Type="http://schemas.openxmlformats.org/officeDocument/2006/relationships/image" Target="../media/image342.png"/><Relationship Id="rId25" Type="http://schemas.openxmlformats.org/officeDocument/2006/relationships/image" Target="../media/image346.png"/><Relationship Id="rId2" Type="http://schemas.openxmlformats.org/officeDocument/2006/relationships/image" Target="../media/image2.jpeg"/><Relationship Id="rId16" Type="http://schemas.openxmlformats.org/officeDocument/2006/relationships/customXml" Target="../ink/ink380.xml"/><Relationship Id="rId20" Type="http://schemas.openxmlformats.org/officeDocument/2006/relationships/customXml" Target="../ink/ink382.xml"/><Relationship Id="rId29" Type="http://schemas.openxmlformats.org/officeDocument/2006/relationships/image" Target="../media/image34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11" Type="http://schemas.openxmlformats.org/officeDocument/2006/relationships/image" Target="../media/image339.png"/><Relationship Id="rId24" Type="http://schemas.openxmlformats.org/officeDocument/2006/relationships/customXml" Target="../ink/ink384.xml"/><Relationship Id="rId5" Type="http://schemas.openxmlformats.org/officeDocument/2006/relationships/image" Target="../media/image3.png"/><Relationship Id="rId15" Type="http://schemas.openxmlformats.org/officeDocument/2006/relationships/image" Target="../media/image341.png"/><Relationship Id="rId23" Type="http://schemas.openxmlformats.org/officeDocument/2006/relationships/image" Target="../media/image345.png"/><Relationship Id="rId28" Type="http://schemas.openxmlformats.org/officeDocument/2006/relationships/customXml" Target="../ink/ink386.xml"/><Relationship Id="rId10" Type="http://schemas.openxmlformats.org/officeDocument/2006/relationships/customXml" Target="../ink/ink377.xml"/><Relationship Id="rId19" Type="http://schemas.openxmlformats.org/officeDocument/2006/relationships/image" Target="../media/image343.png"/><Relationship Id="rId4" Type="http://schemas.openxmlformats.org/officeDocument/2006/relationships/image" Target="../media/image6.png"/><Relationship Id="rId9" Type="http://schemas.openxmlformats.org/officeDocument/2006/relationships/image" Target="../media/image338.png"/><Relationship Id="rId14" Type="http://schemas.openxmlformats.org/officeDocument/2006/relationships/customXml" Target="../ink/ink379.xml"/><Relationship Id="rId22" Type="http://schemas.openxmlformats.org/officeDocument/2006/relationships/customXml" Target="../ink/ink383.xml"/><Relationship Id="rId27" Type="http://schemas.openxmlformats.org/officeDocument/2006/relationships/image" Target="../media/image34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image" Target="../media/image34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2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9.png"/><Relationship Id="rId18" Type="http://schemas.openxmlformats.org/officeDocument/2006/relationships/customXml" Target="../ink/ink395.xml"/><Relationship Id="rId26" Type="http://schemas.openxmlformats.org/officeDocument/2006/relationships/customXml" Target="../ink/ink399.xml"/><Relationship Id="rId39" Type="http://schemas.openxmlformats.org/officeDocument/2006/relationships/image" Target="../media/image374.png"/><Relationship Id="rId21" Type="http://schemas.openxmlformats.org/officeDocument/2006/relationships/image" Target="../media/image364.png"/><Relationship Id="rId34" Type="http://schemas.openxmlformats.org/officeDocument/2006/relationships/customXml" Target="../ink/ink403.xml"/><Relationship Id="rId42" Type="http://schemas.openxmlformats.org/officeDocument/2006/relationships/customXml" Target="../ink/ink407.xml"/><Relationship Id="rId47" Type="http://schemas.openxmlformats.org/officeDocument/2006/relationships/image" Target="../media/image378.png"/><Relationship Id="rId7" Type="http://schemas.openxmlformats.org/officeDocument/2006/relationships/image" Target="../media/image356.png"/><Relationship Id="rId2" Type="http://schemas.openxmlformats.org/officeDocument/2006/relationships/customXml" Target="../ink/ink387.xml"/><Relationship Id="rId16" Type="http://schemas.openxmlformats.org/officeDocument/2006/relationships/customXml" Target="../ink/ink394.xml"/><Relationship Id="rId29" Type="http://schemas.openxmlformats.org/officeDocument/2006/relationships/image" Target="../media/image368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389.xml"/><Relationship Id="rId11" Type="http://schemas.openxmlformats.org/officeDocument/2006/relationships/image" Target="../media/image358.png"/><Relationship Id="rId24" Type="http://schemas.openxmlformats.org/officeDocument/2006/relationships/customXml" Target="../ink/ink398.xml"/><Relationship Id="rId32" Type="http://schemas.openxmlformats.org/officeDocument/2006/relationships/customXml" Target="../ink/ink402.xml"/><Relationship Id="rId37" Type="http://schemas.openxmlformats.org/officeDocument/2006/relationships/image" Target="../media/image373.png"/><Relationship Id="rId40" Type="http://schemas.openxmlformats.org/officeDocument/2006/relationships/customXml" Target="../ink/ink406.xml"/><Relationship Id="rId45" Type="http://schemas.openxmlformats.org/officeDocument/2006/relationships/image" Target="../media/image377.png"/><Relationship Id="rId5" Type="http://schemas.openxmlformats.org/officeDocument/2006/relationships/image" Target="../media/image355.png"/><Relationship Id="rId15" Type="http://schemas.openxmlformats.org/officeDocument/2006/relationships/image" Target="../media/image361.png"/><Relationship Id="rId23" Type="http://schemas.openxmlformats.org/officeDocument/2006/relationships/image" Target="../media/image365.png"/><Relationship Id="rId28" Type="http://schemas.openxmlformats.org/officeDocument/2006/relationships/customXml" Target="../ink/ink400.xml"/><Relationship Id="rId36" Type="http://schemas.openxmlformats.org/officeDocument/2006/relationships/customXml" Target="../ink/ink404.xml"/><Relationship Id="rId10" Type="http://schemas.openxmlformats.org/officeDocument/2006/relationships/customXml" Target="../ink/ink391.xml"/><Relationship Id="rId19" Type="http://schemas.openxmlformats.org/officeDocument/2006/relationships/image" Target="../media/image363.png"/><Relationship Id="rId31" Type="http://schemas.openxmlformats.org/officeDocument/2006/relationships/image" Target="../media/image369.png"/><Relationship Id="rId44" Type="http://schemas.openxmlformats.org/officeDocument/2006/relationships/customXml" Target="../ink/ink408.xml"/><Relationship Id="rId4" Type="http://schemas.openxmlformats.org/officeDocument/2006/relationships/customXml" Target="../ink/ink388.xml"/><Relationship Id="rId9" Type="http://schemas.openxmlformats.org/officeDocument/2006/relationships/image" Target="../media/image357.png"/><Relationship Id="rId14" Type="http://schemas.openxmlformats.org/officeDocument/2006/relationships/customXml" Target="../ink/ink393.xml"/><Relationship Id="rId22" Type="http://schemas.openxmlformats.org/officeDocument/2006/relationships/customXml" Target="../ink/ink397.xml"/><Relationship Id="rId27" Type="http://schemas.openxmlformats.org/officeDocument/2006/relationships/image" Target="../media/image367.png"/><Relationship Id="rId30" Type="http://schemas.openxmlformats.org/officeDocument/2006/relationships/customXml" Target="../ink/ink401.xml"/><Relationship Id="rId35" Type="http://schemas.openxmlformats.org/officeDocument/2006/relationships/image" Target="../media/image372.png"/><Relationship Id="rId43" Type="http://schemas.openxmlformats.org/officeDocument/2006/relationships/image" Target="../media/image376.png"/><Relationship Id="rId8" Type="http://schemas.openxmlformats.org/officeDocument/2006/relationships/customXml" Target="../ink/ink390.xml"/><Relationship Id="rId3" Type="http://schemas.openxmlformats.org/officeDocument/2006/relationships/image" Target="../media/image354.png"/><Relationship Id="rId12" Type="http://schemas.openxmlformats.org/officeDocument/2006/relationships/customXml" Target="../ink/ink392.xml"/><Relationship Id="rId17" Type="http://schemas.openxmlformats.org/officeDocument/2006/relationships/image" Target="../media/image362.png"/><Relationship Id="rId25" Type="http://schemas.openxmlformats.org/officeDocument/2006/relationships/image" Target="../media/image366.png"/><Relationship Id="rId33" Type="http://schemas.openxmlformats.org/officeDocument/2006/relationships/image" Target="../media/image371.png"/><Relationship Id="rId38" Type="http://schemas.openxmlformats.org/officeDocument/2006/relationships/customXml" Target="../ink/ink405.xml"/><Relationship Id="rId46" Type="http://schemas.openxmlformats.org/officeDocument/2006/relationships/customXml" Target="../ink/ink409.xml"/><Relationship Id="rId20" Type="http://schemas.openxmlformats.org/officeDocument/2006/relationships/customXml" Target="../ink/ink396.xml"/><Relationship Id="rId41" Type="http://schemas.openxmlformats.org/officeDocument/2006/relationships/image" Target="../media/image37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22.xml"/><Relationship Id="rId21" Type="http://schemas.openxmlformats.org/officeDocument/2006/relationships/image" Target="../media/image389.png"/><Relationship Id="rId42" Type="http://schemas.openxmlformats.org/officeDocument/2006/relationships/customXml" Target="../ink/ink430.xml"/><Relationship Id="rId47" Type="http://schemas.openxmlformats.org/officeDocument/2006/relationships/image" Target="../media/image404.png"/><Relationship Id="rId63" Type="http://schemas.openxmlformats.org/officeDocument/2006/relationships/image" Target="../media/image413.png"/><Relationship Id="rId68" Type="http://schemas.openxmlformats.org/officeDocument/2006/relationships/customXml" Target="../ink/ink443.xml"/><Relationship Id="rId84" Type="http://schemas.openxmlformats.org/officeDocument/2006/relationships/customXml" Target="../ink/ink451.xml"/><Relationship Id="rId89" Type="http://schemas.openxmlformats.org/officeDocument/2006/relationships/image" Target="../media/image427.png"/><Relationship Id="rId16" Type="http://schemas.openxmlformats.org/officeDocument/2006/relationships/customXml" Target="../ink/ink417.xml"/><Relationship Id="rId11" Type="http://schemas.openxmlformats.org/officeDocument/2006/relationships/image" Target="../media/image384.png"/><Relationship Id="rId32" Type="http://schemas.openxmlformats.org/officeDocument/2006/relationships/customXml" Target="../ink/ink425.xml"/><Relationship Id="rId37" Type="http://schemas.openxmlformats.org/officeDocument/2006/relationships/image" Target="../media/image398.png"/><Relationship Id="rId53" Type="http://schemas.openxmlformats.org/officeDocument/2006/relationships/image" Target="../media/image407.png"/><Relationship Id="rId58" Type="http://schemas.openxmlformats.org/officeDocument/2006/relationships/customXml" Target="../ink/ink438.xml"/><Relationship Id="rId74" Type="http://schemas.openxmlformats.org/officeDocument/2006/relationships/customXml" Target="../ink/ink446.xml"/><Relationship Id="rId79" Type="http://schemas.openxmlformats.org/officeDocument/2006/relationships/image" Target="../media/image422.png"/><Relationship Id="rId5" Type="http://schemas.openxmlformats.org/officeDocument/2006/relationships/image" Target="../media/image381.png"/><Relationship Id="rId90" Type="http://schemas.openxmlformats.org/officeDocument/2006/relationships/customXml" Target="../ink/ink454.xml"/><Relationship Id="rId22" Type="http://schemas.openxmlformats.org/officeDocument/2006/relationships/customXml" Target="../ink/ink420.xml"/><Relationship Id="rId27" Type="http://schemas.openxmlformats.org/officeDocument/2006/relationships/image" Target="../media/image393.png"/><Relationship Id="rId43" Type="http://schemas.openxmlformats.org/officeDocument/2006/relationships/image" Target="../media/image402.png"/><Relationship Id="rId48" Type="http://schemas.openxmlformats.org/officeDocument/2006/relationships/customXml" Target="../ink/ink433.xml"/><Relationship Id="rId64" Type="http://schemas.openxmlformats.org/officeDocument/2006/relationships/customXml" Target="../ink/ink441.xml"/><Relationship Id="rId69" Type="http://schemas.openxmlformats.org/officeDocument/2006/relationships/image" Target="../media/image416.png"/><Relationship Id="rId8" Type="http://schemas.openxmlformats.org/officeDocument/2006/relationships/customXml" Target="../ink/ink413.xml"/><Relationship Id="rId51" Type="http://schemas.openxmlformats.org/officeDocument/2006/relationships/image" Target="../media/image406.png"/><Relationship Id="rId72" Type="http://schemas.openxmlformats.org/officeDocument/2006/relationships/customXml" Target="../ink/ink445.xml"/><Relationship Id="rId80" Type="http://schemas.openxmlformats.org/officeDocument/2006/relationships/customXml" Target="../ink/ink449.xml"/><Relationship Id="rId85" Type="http://schemas.openxmlformats.org/officeDocument/2006/relationships/image" Target="../media/image425.png"/><Relationship Id="rId93" Type="http://schemas.openxmlformats.org/officeDocument/2006/relationships/image" Target="../media/image429.png"/><Relationship Id="rId3" Type="http://schemas.openxmlformats.org/officeDocument/2006/relationships/image" Target="../media/image379.png"/><Relationship Id="rId12" Type="http://schemas.openxmlformats.org/officeDocument/2006/relationships/customXml" Target="../ink/ink415.xml"/><Relationship Id="rId17" Type="http://schemas.openxmlformats.org/officeDocument/2006/relationships/image" Target="../media/image387.png"/><Relationship Id="rId25" Type="http://schemas.openxmlformats.org/officeDocument/2006/relationships/image" Target="../media/image392.png"/><Relationship Id="rId33" Type="http://schemas.openxmlformats.org/officeDocument/2006/relationships/image" Target="../media/image396.png"/><Relationship Id="rId38" Type="http://schemas.openxmlformats.org/officeDocument/2006/relationships/customXml" Target="../ink/ink428.xml"/><Relationship Id="rId46" Type="http://schemas.openxmlformats.org/officeDocument/2006/relationships/customXml" Target="../ink/ink432.xml"/><Relationship Id="rId59" Type="http://schemas.openxmlformats.org/officeDocument/2006/relationships/image" Target="../media/image411.png"/><Relationship Id="rId67" Type="http://schemas.openxmlformats.org/officeDocument/2006/relationships/image" Target="../media/image415.png"/><Relationship Id="rId20" Type="http://schemas.openxmlformats.org/officeDocument/2006/relationships/customXml" Target="../ink/ink419.xml"/><Relationship Id="rId41" Type="http://schemas.openxmlformats.org/officeDocument/2006/relationships/image" Target="../media/image401.png"/><Relationship Id="rId54" Type="http://schemas.openxmlformats.org/officeDocument/2006/relationships/customXml" Target="../ink/ink436.xml"/><Relationship Id="rId62" Type="http://schemas.openxmlformats.org/officeDocument/2006/relationships/customXml" Target="../ink/ink440.xml"/><Relationship Id="rId70" Type="http://schemas.openxmlformats.org/officeDocument/2006/relationships/customXml" Target="../ink/ink444.xml"/><Relationship Id="rId75" Type="http://schemas.openxmlformats.org/officeDocument/2006/relationships/image" Target="../media/image419.png"/><Relationship Id="rId83" Type="http://schemas.openxmlformats.org/officeDocument/2006/relationships/image" Target="../media/image424.png"/><Relationship Id="rId88" Type="http://schemas.openxmlformats.org/officeDocument/2006/relationships/customXml" Target="../ink/ink453.xml"/><Relationship Id="rId91" Type="http://schemas.openxmlformats.org/officeDocument/2006/relationships/image" Target="../media/image428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412.xml"/><Relationship Id="rId15" Type="http://schemas.openxmlformats.org/officeDocument/2006/relationships/image" Target="../media/image386.png"/><Relationship Id="rId23" Type="http://schemas.openxmlformats.org/officeDocument/2006/relationships/image" Target="../media/image391.png"/><Relationship Id="rId28" Type="http://schemas.openxmlformats.org/officeDocument/2006/relationships/customXml" Target="../ink/ink423.xml"/><Relationship Id="rId36" Type="http://schemas.openxmlformats.org/officeDocument/2006/relationships/customXml" Target="../ink/ink427.xml"/><Relationship Id="rId49" Type="http://schemas.openxmlformats.org/officeDocument/2006/relationships/image" Target="../media/image405.png"/><Relationship Id="rId57" Type="http://schemas.openxmlformats.org/officeDocument/2006/relationships/image" Target="../media/image409.png"/><Relationship Id="rId10" Type="http://schemas.openxmlformats.org/officeDocument/2006/relationships/customXml" Target="../ink/ink414.xml"/><Relationship Id="rId31" Type="http://schemas.openxmlformats.org/officeDocument/2006/relationships/image" Target="../media/image395.png"/><Relationship Id="rId44" Type="http://schemas.openxmlformats.org/officeDocument/2006/relationships/customXml" Target="../ink/ink431.xml"/><Relationship Id="rId52" Type="http://schemas.openxmlformats.org/officeDocument/2006/relationships/customXml" Target="../ink/ink435.xml"/><Relationship Id="rId60" Type="http://schemas.openxmlformats.org/officeDocument/2006/relationships/customXml" Target="../ink/ink439.xml"/><Relationship Id="rId65" Type="http://schemas.openxmlformats.org/officeDocument/2006/relationships/image" Target="../media/image414.png"/><Relationship Id="rId73" Type="http://schemas.openxmlformats.org/officeDocument/2006/relationships/image" Target="../media/image418.png"/><Relationship Id="rId78" Type="http://schemas.openxmlformats.org/officeDocument/2006/relationships/customXml" Target="../ink/ink448.xml"/><Relationship Id="rId81" Type="http://schemas.openxmlformats.org/officeDocument/2006/relationships/image" Target="../media/image423.png"/><Relationship Id="rId86" Type="http://schemas.openxmlformats.org/officeDocument/2006/relationships/customXml" Target="../ink/ink452.xml"/><Relationship Id="rId4" Type="http://schemas.openxmlformats.org/officeDocument/2006/relationships/customXml" Target="../ink/ink411.xml"/><Relationship Id="rId9" Type="http://schemas.openxmlformats.org/officeDocument/2006/relationships/image" Target="../media/image383.png"/><Relationship Id="rId13" Type="http://schemas.openxmlformats.org/officeDocument/2006/relationships/image" Target="../media/image385.png"/><Relationship Id="rId18" Type="http://schemas.openxmlformats.org/officeDocument/2006/relationships/customXml" Target="../ink/ink418.xml"/><Relationship Id="rId39" Type="http://schemas.openxmlformats.org/officeDocument/2006/relationships/image" Target="../media/image399.png"/><Relationship Id="rId34" Type="http://schemas.openxmlformats.org/officeDocument/2006/relationships/customXml" Target="../ink/ink426.xml"/><Relationship Id="rId50" Type="http://schemas.openxmlformats.org/officeDocument/2006/relationships/customXml" Target="../ink/ink434.xml"/><Relationship Id="rId55" Type="http://schemas.openxmlformats.org/officeDocument/2006/relationships/image" Target="../media/image408.png"/><Relationship Id="rId76" Type="http://schemas.openxmlformats.org/officeDocument/2006/relationships/customXml" Target="../ink/ink447.xml"/><Relationship Id="rId7" Type="http://schemas.openxmlformats.org/officeDocument/2006/relationships/image" Target="../media/image382.png"/><Relationship Id="rId71" Type="http://schemas.openxmlformats.org/officeDocument/2006/relationships/image" Target="../media/image417.png"/><Relationship Id="rId92" Type="http://schemas.openxmlformats.org/officeDocument/2006/relationships/customXml" Target="../ink/ink455.xml"/><Relationship Id="rId2" Type="http://schemas.openxmlformats.org/officeDocument/2006/relationships/customXml" Target="../ink/ink410.xml"/><Relationship Id="rId29" Type="http://schemas.openxmlformats.org/officeDocument/2006/relationships/image" Target="../media/image394.png"/><Relationship Id="rId24" Type="http://schemas.openxmlformats.org/officeDocument/2006/relationships/customXml" Target="../ink/ink421.xml"/><Relationship Id="rId40" Type="http://schemas.openxmlformats.org/officeDocument/2006/relationships/customXml" Target="../ink/ink429.xml"/><Relationship Id="rId45" Type="http://schemas.openxmlformats.org/officeDocument/2006/relationships/image" Target="../media/image403.png"/><Relationship Id="rId66" Type="http://schemas.openxmlformats.org/officeDocument/2006/relationships/customXml" Target="../ink/ink442.xml"/><Relationship Id="rId87" Type="http://schemas.openxmlformats.org/officeDocument/2006/relationships/image" Target="../media/image426.png"/><Relationship Id="rId61" Type="http://schemas.openxmlformats.org/officeDocument/2006/relationships/image" Target="../media/image412.png"/><Relationship Id="rId82" Type="http://schemas.openxmlformats.org/officeDocument/2006/relationships/customXml" Target="../ink/ink450.xml"/><Relationship Id="rId19" Type="http://schemas.openxmlformats.org/officeDocument/2006/relationships/image" Target="../media/image388.png"/><Relationship Id="rId14" Type="http://schemas.openxmlformats.org/officeDocument/2006/relationships/customXml" Target="../ink/ink416.xml"/><Relationship Id="rId30" Type="http://schemas.openxmlformats.org/officeDocument/2006/relationships/customXml" Target="../ink/ink424.xml"/><Relationship Id="rId35" Type="http://schemas.openxmlformats.org/officeDocument/2006/relationships/image" Target="../media/image397.png"/><Relationship Id="rId56" Type="http://schemas.openxmlformats.org/officeDocument/2006/relationships/customXml" Target="../ink/ink437.xml"/><Relationship Id="rId77" Type="http://schemas.openxmlformats.org/officeDocument/2006/relationships/image" Target="../media/image421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1.png"/><Relationship Id="rId2" Type="http://schemas.openxmlformats.org/officeDocument/2006/relationships/customXml" Target="../ink/ink456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63.xml"/><Relationship Id="rId18" Type="http://schemas.openxmlformats.org/officeDocument/2006/relationships/image" Target="../media/image439.png"/><Relationship Id="rId26" Type="http://schemas.openxmlformats.org/officeDocument/2006/relationships/image" Target="../media/image444.png"/><Relationship Id="rId39" Type="http://schemas.openxmlformats.org/officeDocument/2006/relationships/customXml" Target="../ink/ink476.xml"/><Relationship Id="rId21" Type="http://schemas.openxmlformats.org/officeDocument/2006/relationships/customXml" Target="../ink/ink467.xml"/><Relationship Id="rId34" Type="http://schemas.openxmlformats.org/officeDocument/2006/relationships/image" Target="../media/image448.png"/><Relationship Id="rId42" Type="http://schemas.openxmlformats.org/officeDocument/2006/relationships/image" Target="../media/image453.png"/><Relationship Id="rId47" Type="http://schemas.openxmlformats.org/officeDocument/2006/relationships/customXml" Target="../ink/ink480.xml"/><Relationship Id="rId50" Type="http://schemas.openxmlformats.org/officeDocument/2006/relationships/image" Target="../media/image457.png"/><Relationship Id="rId55" Type="http://schemas.openxmlformats.org/officeDocument/2006/relationships/customXml" Target="../ink/ink484.xml"/><Relationship Id="rId7" Type="http://schemas.openxmlformats.org/officeDocument/2006/relationships/customXml" Target="../ink/ink460.xml"/><Relationship Id="rId2" Type="http://schemas.openxmlformats.org/officeDocument/2006/relationships/customXml" Target="../ink/ink457.xml"/><Relationship Id="rId16" Type="http://schemas.openxmlformats.org/officeDocument/2006/relationships/image" Target="../media/image438.png"/><Relationship Id="rId29" Type="http://schemas.openxmlformats.org/officeDocument/2006/relationships/customXml" Target="../ink/ink471.xml"/><Relationship Id="rId11" Type="http://schemas.openxmlformats.org/officeDocument/2006/relationships/customXml" Target="../ink/ink462.xml"/><Relationship Id="rId24" Type="http://schemas.openxmlformats.org/officeDocument/2006/relationships/image" Target="../media/image443.png"/><Relationship Id="rId32" Type="http://schemas.openxmlformats.org/officeDocument/2006/relationships/image" Target="../media/image447.png"/><Relationship Id="rId37" Type="http://schemas.openxmlformats.org/officeDocument/2006/relationships/customXml" Target="../ink/ink475.xml"/><Relationship Id="rId40" Type="http://schemas.openxmlformats.org/officeDocument/2006/relationships/image" Target="../media/image452.png"/><Relationship Id="rId45" Type="http://schemas.openxmlformats.org/officeDocument/2006/relationships/customXml" Target="../ink/ink479.xml"/><Relationship Id="rId53" Type="http://schemas.openxmlformats.org/officeDocument/2006/relationships/customXml" Target="../ink/ink483.xml"/><Relationship Id="rId58" Type="http://schemas.openxmlformats.org/officeDocument/2006/relationships/image" Target="../media/image462.png"/><Relationship Id="rId5" Type="http://schemas.openxmlformats.org/officeDocument/2006/relationships/image" Target="../media/image433.png"/><Relationship Id="rId19" Type="http://schemas.openxmlformats.org/officeDocument/2006/relationships/customXml" Target="../ink/ink466.xml"/><Relationship Id="rId4" Type="http://schemas.openxmlformats.org/officeDocument/2006/relationships/customXml" Target="../ink/ink458.xml"/><Relationship Id="rId9" Type="http://schemas.openxmlformats.org/officeDocument/2006/relationships/customXml" Target="../ink/ink461.xml"/><Relationship Id="rId14" Type="http://schemas.openxmlformats.org/officeDocument/2006/relationships/image" Target="../media/image437.png"/><Relationship Id="rId22" Type="http://schemas.openxmlformats.org/officeDocument/2006/relationships/image" Target="../media/image442.png"/><Relationship Id="rId27" Type="http://schemas.openxmlformats.org/officeDocument/2006/relationships/customXml" Target="../ink/ink470.xml"/><Relationship Id="rId30" Type="http://schemas.openxmlformats.org/officeDocument/2006/relationships/image" Target="../media/image446.png"/><Relationship Id="rId35" Type="http://schemas.openxmlformats.org/officeDocument/2006/relationships/customXml" Target="../ink/ink474.xml"/><Relationship Id="rId43" Type="http://schemas.openxmlformats.org/officeDocument/2006/relationships/customXml" Target="../ink/ink478.xml"/><Relationship Id="rId48" Type="http://schemas.openxmlformats.org/officeDocument/2006/relationships/image" Target="../media/image456.png"/><Relationship Id="rId56" Type="http://schemas.openxmlformats.org/officeDocument/2006/relationships/image" Target="../media/image461.png"/><Relationship Id="rId8" Type="http://schemas.openxmlformats.org/officeDocument/2006/relationships/image" Target="../media/image434.png"/><Relationship Id="rId51" Type="http://schemas.openxmlformats.org/officeDocument/2006/relationships/customXml" Target="../ink/ink482.xml"/><Relationship Id="rId3" Type="http://schemas.openxmlformats.org/officeDocument/2006/relationships/image" Target="../media/image432.png"/><Relationship Id="rId12" Type="http://schemas.openxmlformats.org/officeDocument/2006/relationships/image" Target="../media/image436.png"/><Relationship Id="rId17" Type="http://schemas.openxmlformats.org/officeDocument/2006/relationships/customXml" Target="../ink/ink465.xml"/><Relationship Id="rId25" Type="http://schemas.openxmlformats.org/officeDocument/2006/relationships/customXml" Target="../ink/ink469.xml"/><Relationship Id="rId33" Type="http://schemas.openxmlformats.org/officeDocument/2006/relationships/customXml" Target="../ink/ink473.xml"/><Relationship Id="rId38" Type="http://schemas.openxmlformats.org/officeDocument/2006/relationships/image" Target="../media/image451.png"/><Relationship Id="rId46" Type="http://schemas.openxmlformats.org/officeDocument/2006/relationships/image" Target="../media/image455.png"/><Relationship Id="rId59" Type="http://schemas.openxmlformats.org/officeDocument/2006/relationships/customXml" Target="../ink/ink486.xml"/><Relationship Id="rId20" Type="http://schemas.openxmlformats.org/officeDocument/2006/relationships/image" Target="../media/image441.png"/><Relationship Id="rId41" Type="http://schemas.openxmlformats.org/officeDocument/2006/relationships/customXml" Target="../ink/ink477.xml"/><Relationship Id="rId54" Type="http://schemas.openxmlformats.org/officeDocument/2006/relationships/image" Target="../media/image459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459.xml"/><Relationship Id="rId15" Type="http://schemas.openxmlformats.org/officeDocument/2006/relationships/customXml" Target="../ink/ink464.xml"/><Relationship Id="rId23" Type="http://schemas.openxmlformats.org/officeDocument/2006/relationships/customXml" Target="../ink/ink468.xml"/><Relationship Id="rId28" Type="http://schemas.openxmlformats.org/officeDocument/2006/relationships/image" Target="../media/image445.png"/><Relationship Id="rId36" Type="http://schemas.openxmlformats.org/officeDocument/2006/relationships/image" Target="../media/image449.png"/><Relationship Id="rId49" Type="http://schemas.openxmlformats.org/officeDocument/2006/relationships/customXml" Target="../ink/ink481.xml"/><Relationship Id="rId57" Type="http://schemas.openxmlformats.org/officeDocument/2006/relationships/customXml" Target="../ink/ink485.xml"/><Relationship Id="rId10" Type="http://schemas.openxmlformats.org/officeDocument/2006/relationships/image" Target="../media/image435.png"/><Relationship Id="rId31" Type="http://schemas.openxmlformats.org/officeDocument/2006/relationships/customXml" Target="../ink/ink472.xml"/><Relationship Id="rId44" Type="http://schemas.openxmlformats.org/officeDocument/2006/relationships/image" Target="../media/image454.png"/><Relationship Id="rId52" Type="http://schemas.openxmlformats.org/officeDocument/2006/relationships/image" Target="../media/image458.png"/><Relationship Id="rId60" Type="http://schemas.openxmlformats.org/officeDocument/2006/relationships/image" Target="../media/image463.png"/></Relationships>
</file>

<file path=ppt/slides/_rels/slide3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24.png"/><Relationship Id="rId21" Type="http://schemas.openxmlformats.org/officeDocument/2006/relationships/image" Target="../media/image474.png"/><Relationship Id="rId42" Type="http://schemas.openxmlformats.org/officeDocument/2006/relationships/customXml" Target="../ink/ink507.xml"/><Relationship Id="rId63" Type="http://schemas.openxmlformats.org/officeDocument/2006/relationships/customXml" Target="../ink/ink518.xml"/><Relationship Id="rId84" Type="http://schemas.openxmlformats.org/officeDocument/2006/relationships/image" Target="../media/image507.png"/><Relationship Id="rId138" Type="http://schemas.openxmlformats.org/officeDocument/2006/relationships/customXml" Target="../ink/ink556.xml"/><Relationship Id="rId159" Type="http://schemas.openxmlformats.org/officeDocument/2006/relationships/image" Target="../media/image546.png"/><Relationship Id="rId170" Type="http://schemas.openxmlformats.org/officeDocument/2006/relationships/customXml" Target="../ink/ink573.xml"/><Relationship Id="rId191" Type="http://schemas.openxmlformats.org/officeDocument/2006/relationships/image" Target="../media/image563.png"/><Relationship Id="rId107" Type="http://schemas.openxmlformats.org/officeDocument/2006/relationships/image" Target="../media/image519.png"/><Relationship Id="rId11" Type="http://schemas.openxmlformats.org/officeDocument/2006/relationships/image" Target="../media/image468.png"/><Relationship Id="rId32" Type="http://schemas.openxmlformats.org/officeDocument/2006/relationships/customXml" Target="../ink/ink502.xml"/><Relationship Id="rId53" Type="http://schemas.openxmlformats.org/officeDocument/2006/relationships/image" Target="../media/image491.png"/><Relationship Id="rId74" Type="http://schemas.openxmlformats.org/officeDocument/2006/relationships/image" Target="../media/image502.png"/><Relationship Id="rId128" Type="http://schemas.openxmlformats.org/officeDocument/2006/relationships/customXml" Target="../ink/ink551.xml"/><Relationship Id="rId149" Type="http://schemas.openxmlformats.org/officeDocument/2006/relationships/image" Target="../media/image541.png"/><Relationship Id="rId5" Type="http://schemas.openxmlformats.org/officeDocument/2006/relationships/image" Target="../media/image465.png"/><Relationship Id="rId95" Type="http://schemas.openxmlformats.org/officeDocument/2006/relationships/customXml" Target="../ink/ink534.xml"/><Relationship Id="rId160" Type="http://schemas.openxmlformats.org/officeDocument/2006/relationships/customXml" Target="../ink/ink568.xml"/><Relationship Id="rId181" Type="http://schemas.openxmlformats.org/officeDocument/2006/relationships/image" Target="../media/image558.png"/><Relationship Id="rId22" Type="http://schemas.openxmlformats.org/officeDocument/2006/relationships/customXml" Target="../ink/ink497.xml"/><Relationship Id="rId43" Type="http://schemas.openxmlformats.org/officeDocument/2006/relationships/image" Target="../media/image485.png"/><Relationship Id="rId64" Type="http://schemas.openxmlformats.org/officeDocument/2006/relationships/image" Target="../media/image496.png"/><Relationship Id="rId118" Type="http://schemas.openxmlformats.org/officeDocument/2006/relationships/customXml" Target="../ink/ink546.xml"/><Relationship Id="rId139" Type="http://schemas.openxmlformats.org/officeDocument/2006/relationships/image" Target="../media/image536.png"/><Relationship Id="rId85" Type="http://schemas.openxmlformats.org/officeDocument/2006/relationships/customXml" Target="../ink/ink529.xml"/><Relationship Id="rId150" Type="http://schemas.openxmlformats.org/officeDocument/2006/relationships/customXml" Target="../ink/ink563.xml"/><Relationship Id="rId171" Type="http://schemas.openxmlformats.org/officeDocument/2006/relationships/image" Target="../media/image553.png"/><Relationship Id="rId192" Type="http://schemas.openxmlformats.org/officeDocument/2006/relationships/customXml" Target="../ink/ink584.xml"/><Relationship Id="rId12" Type="http://schemas.openxmlformats.org/officeDocument/2006/relationships/customXml" Target="../ink/ink492.xml"/><Relationship Id="rId33" Type="http://schemas.openxmlformats.org/officeDocument/2006/relationships/image" Target="../media/image479.png"/><Relationship Id="rId108" Type="http://schemas.openxmlformats.org/officeDocument/2006/relationships/customXml" Target="../ink/ink541.xml"/><Relationship Id="rId129" Type="http://schemas.openxmlformats.org/officeDocument/2006/relationships/image" Target="../media/image531.png"/><Relationship Id="rId54" Type="http://schemas.openxmlformats.org/officeDocument/2006/relationships/customXml" Target="../ink/ink513.xml"/><Relationship Id="rId75" Type="http://schemas.openxmlformats.org/officeDocument/2006/relationships/customXml" Target="../ink/ink524.xml"/><Relationship Id="rId96" Type="http://schemas.openxmlformats.org/officeDocument/2006/relationships/image" Target="../media/image514.png"/><Relationship Id="rId140" Type="http://schemas.openxmlformats.org/officeDocument/2006/relationships/customXml" Target="../ink/ink557.xml"/><Relationship Id="rId161" Type="http://schemas.openxmlformats.org/officeDocument/2006/relationships/image" Target="../media/image547.png"/><Relationship Id="rId182" Type="http://schemas.openxmlformats.org/officeDocument/2006/relationships/customXml" Target="../ink/ink579.xml"/><Relationship Id="rId6" Type="http://schemas.openxmlformats.org/officeDocument/2006/relationships/customXml" Target="../ink/ink489.xml"/><Relationship Id="rId23" Type="http://schemas.openxmlformats.org/officeDocument/2006/relationships/image" Target="../media/image475.png"/><Relationship Id="rId119" Type="http://schemas.openxmlformats.org/officeDocument/2006/relationships/image" Target="../media/image525.png"/><Relationship Id="rId44" Type="http://schemas.openxmlformats.org/officeDocument/2006/relationships/customXml" Target="../ink/ink508.xml"/><Relationship Id="rId65" Type="http://schemas.openxmlformats.org/officeDocument/2006/relationships/customXml" Target="../ink/ink519.xml"/><Relationship Id="rId86" Type="http://schemas.openxmlformats.org/officeDocument/2006/relationships/image" Target="../media/image508.png"/><Relationship Id="rId130" Type="http://schemas.openxmlformats.org/officeDocument/2006/relationships/customXml" Target="../ink/ink552.xml"/><Relationship Id="rId151" Type="http://schemas.openxmlformats.org/officeDocument/2006/relationships/image" Target="../media/image542.png"/><Relationship Id="rId172" Type="http://schemas.openxmlformats.org/officeDocument/2006/relationships/customXml" Target="../ink/ink574.xml"/><Relationship Id="rId193" Type="http://schemas.openxmlformats.org/officeDocument/2006/relationships/image" Target="../media/image564.png"/><Relationship Id="rId13" Type="http://schemas.openxmlformats.org/officeDocument/2006/relationships/image" Target="../media/image469.png"/><Relationship Id="rId109" Type="http://schemas.openxmlformats.org/officeDocument/2006/relationships/image" Target="../media/image521.png"/><Relationship Id="rId34" Type="http://schemas.openxmlformats.org/officeDocument/2006/relationships/customXml" Target="../ink/ink503.xml"/><Relationship Id="rId50" Type="http://schemas.openxmlformats.org/officeDocument/2006/relationships/customXml" Target="../ink/ink511.xml"/><Relationship Id="rId55" Type="http://schemas.openxmlformats.org/officeDocument/2006/relationships/image" Target="../media/image492.png"/><Relationship Id="rId76" Type="http://schemas.openxmlformats.org/officeDocument/2006/relationships/image" Target="../media/image503.png"/><Relationship Id="rId97" Type="http://schemas.openxmlformats.org/officeDocument/2006/relationships/customXml" Target="../ink/ink535.xml"/><Relationship Id="rId104" Type="http://schemas.openxmlformats.org/officeDocument/2006/relationships/customXml" Target="../ink/ink539.xml"/><Relationship Id="rId120" Type="http://schemas.openxmlformats.org/officeDocument/2006/relationships/customXml" Target="../ink/ink547.xml"/><Relationship Id="rId125" Type="http://schemas.openxmlformats.org/officeDocument/2006/relationships/image" Target="../media/image528.png"/><Relationship Id="rId141" Type="http://schemas.openxmlformats.org/officeDocument/2006/relationships/customXml" Target="../ink/ink558.xml"/><Relationship Id="rId146" Type="http://schemas.openxmlformats.org/officeDocument/2006/relationships/customXml" Target="../ink/ink561.xml"/><Relationship Id="rId167" Type="http://schemas.openxmlformats.org/officeDocument/2006/relationships/image" Target="../media/image551.png"/><Relationship Id="rId188" Type="http://schemas.openxmlformats.org/officeDocument/2006/relationships/customXml" Target="../ink/ink582.xml"/><Relationship Id="rId7" Type="http://schemas.openxmlformats.org/officeDocument/2006/relationships/image" Target="../media/image466.png"/><Relationship Id="rId71" Type="http://schemas.openxmlformats.org/officeDocument/2006/relationships/customXml" Target="../ink/ink522.xml"/><Relationship Id="rId92" Type="http://schemas.openxmlformats.org/officeDocument/2006/relationships/image" Target="../media/image512.png"/><Relationship Id="rId162" Type="http://schemas.openxmlformats.org/officeDocument/2006/relationships/customXml" Target="../ink/ink569.xml"/><Relationship Id="rId183" Type="http://schemas.openxmlformats.org/officeDocument/2006/relationships/image" Target="../media/image559.png"/><Relationship Id="rId2" Type="http://schemas.openxmlformats.org/officeDocument/2006/relationships/customXml" Target="../ink/ink487.xml"/><Relationship Id="rId29" Type="http://schemas.openxmlformats.org/officeDocument/2006/relationships/image" Target="../media/image478.png"/><Relationship Id="rId24" Type="http://schemas.openxmlformats.org/officeDocument/2006/relationships/customXml" Target="../ink/ink498.xml"/><Relationship Id="rId40" Type="http://schemas.openxmlformats.org/officeDocument/2006/relationships/customXml" Target="../ink/ink506.xml"/><Relationship Id="rId45" Type="http://schemas.openxmlformats.org/officeDocument/2006/relationships/image" Target="../media/image486.png"/><Relationship Id="rId66" Type="http://schemas.openxmlformats.org/officeDocument/2006/relationships/image" Target="../media/image497.png"/><Relationship Id="rId87" Type="http://schemas.openxmlformats.org/officeDocument/2006/relationships/customXml" Target="../ink/ink530.xml"/><Relationship Id="rId110" Type="http://schemas.openxmlformats.org/officeDocument/2006/relationships/customXml" Target="../ink/ink542.xml"/><Relationship Id="rId115" Type="http://schemas.openxmlformats.org/officeDocument/2006/relationships/image" Target="../media/image523.png"/><Relationship Id="rId131" Type="http://schemas.openxmlformats.org/officeDocument/2006/relationships/image" Target="../media/image532.png"/><Relationship Id="rId136" Type="http://schemas.openxmlformats.org/officeDocument/2006/relationships/customXml" Target="../ink/ink555.xml"/><Relationship Id="rId157" Type="http://schemas.openxmlformats.org/officeDocument/2006/relationships/image" Target="../media/image545.png"/><Relationship Id="rId178" Type="http://schemas.openxmlformats.org/officeDocument/2006/relationships/customXml" Target="../ink/ink577.xml"/><Relationship Id="rId61" Type="http://schemas.openxmlformats.org/officeDocument/2006/relationships/customXml" Target="../ink/ink517.xml"/><Relationship Id="rId82" Type="http://schemas.openxmlformats.org/officeDocument/2006/relationships/image" Target="../media/image506.png"/><Relationship Id="rId152" Type="http://schemas.openxmlformats.org/officeDocument/2006/relationships/customXml" Target="../ink/ink564.xml"/><Relationship Id="rId173" Type="http://schemas.openxmlformats.org/officeDocument/2006/relationships/image" Target="../media/image554.png"/><Relationship Id="rId194" Type="http://schemas.openxmlformats.org/officeDocument/2006/relationships/customXml" Target="../ink/ink585.xml"/><Relationship Id="rId19" Type="http://schemas.openxmlformats.org/officeDocument/2006/relationships/image" Target="../media/image473.png"/><Relationship Id="rId14" Type="http://schemas.openxmlformats.org/officeDocument/2006/relationships/customXml" Target="../ink/ink493.xml"/><Relationship Id="rId30" Type="http://schemas.openxmlformats.org/officeDocument/2006/relationships/customXml" Target="../ink/ink501.xml"/><Relationship Id="rId35" Type="http://schemas.openxmlformats.org/officeDocument/2006/relationships/image" Target="../media/image481.png"/><Relationship Id="rId56" Type="http://schemas.openxmlformats.org/officeDocument/2006/relationships/customXml" Target="../ink/ink514.xml"/><Relationship Id="rId77" Type="http://schemas.openxmlformats.org/officeDocument/2006/relationships/customXml" Target="../ink/ink525.xml"/><Relationship Id="rId100" Type="http://schemas.openxmlformats.org/officeDocument/2006/relationships/customXml" Target="../ink/ink537.xml"/><Relationship Id="rId105" Type="http://schemas.openxmlformats.org/officeDocument/2006/relationships/image" Target="../media/image518.png"/><Relationship Id="rId126" Type="http://schemas.openxmlformats.org/officeDocument/2006/relationships/customXml" Target="../ink/ink550.xml"/><Relationship Id="rId147" Type="http://schemas.openxmlformats.org/officeDocument/2006/relationships/image" Target="../media/image539.png"/><Relationship Id="rId168" Type="http://schemas.openxmlformats.org/officeDocument/2006/relationships/customXml" Target="../ink/ink572.xml"/><Relationship Id="rId8" Type="http://schemas.openxmlformats.org/officeDocument/2006/relationships/customXml" Target="../ink/ink490.xml"/><Relationship Id="rId51" Type="http://schemas.openxmlformats.org/officeDocument/2006/relationships/image" Target="../media/image489.png"/><Relationship Id="rId72" Type="http://schemas.openxmlformats.org/officeDocument/2006/relationships/image" Target="../media/image501.png"/><Relationship Id="rId93" Type="http://schemas.openxmlformats.org/officeDocument/2006/relationships/customXml" Target="../ink/ink533.xml"/><Relationship Id="rId98" Type="http://schemas.openxmlformats.org/officeDocument/2006/relationships/customXml" Target="../ink/ink536.xml"/><Relationship Id="rId121" Type="http://schemas.openxmlformats.org/officeDocument/2006/relationships/image" Target="../media/image526.png"/><Relationship Id="rId142" Type="http://schemas.openxmlformats.org/officeDocument/2006/relationships/customXml" Target="../ink/ink559.xml"/><Relationship Id="rId163" Type="http://schemas.openxmlformats.org/officeDocument/2006/relationships/image" Target="../media/image548.png"/><Relationship Id="rId184" Type="http://schemas.openxmlformats.org/officeDocument/2006/relationships/customXml" Target="../ink/ink580.xml"/><Relationship Id="rId189" Type="http://schemas.openxmlformats.org/officeDocument/2006/relationships/image" Target="../media/image562.png"/><Relationship Id="rId3" Type="http://schemas.openxmlformats.org/officeDocument/2006/relationships/image" Target="../media/image464.png"/><Relationship Id="rId25" Type="http://schemas.openxmlformats.org/officeDocument/2006/relationships/image" Target="../media/image476.png"/><Relationship Id="rId46" Type="http://schemas.openxmlformats.org/officeDocument/2006/relationships/customXml" Target="../ink/ink509.xml"/><Relationship Id="rId67" Type="http://schemas.openxmlformats.org/officeDocument/2006/relationships/customXml" Target="../ink/ink520.xml"/><Relationship Id="rId116" Type="http://schemas.openxmlformats.org/officeDocument/2006/relationships/customXml" Target="../ink/ink545.xml"/><Relationship Id="rId137" Type="http://schemas.openxmlformats.org/officeDocument/2006/relationships/image" Target="../media/image535.png"/><Relationship Id="rId158" Type="http://schemas.openxmlformats.org/officeDocument/2006/relationships/customXml" Target="../ink/ink567.xml"/><Relationship Id="rId20" Type="http://schemas.openxmlformats.org/officeDocument/2006/relationships/customXml" Target="../ink/ink496.xml"/><Relationship Id="rId41" Type="http://schemas.openxmlformats.org/officeDocument/2006/relationships/image" Target="../media/image484.png"/><Relationship Id="rId62" Type="http://schemas.openxmlformats.org/officeDocument/2006/relationships/image" Target="../media/image495.png"/><Relationship Id="rId83" Type="http://schemas.openxmlformats.org/officeDocument/2006/relationships/customXml" Target="../ink/ink528.xml"/><Relationship Id="rId88" Type="http://schemas.openxmlformats.org/officeDocument/2006/relationships/image" Target="../media/image509.png"/><Relationship Id="rId111" Type="http://schemas.openxmlformats.org/officeDocument/2006/relationships/image" Target="../media/image522.png"/><Relationship Id="rId132" Type="http://schemas.openxmlformats.org/officeDocument/2006/relationships/customXml" Target="../ink/ink553.xml"/><Relationship Id="rId153" Type="http://schemas.openxmlformats.org/officeDocument/2006/relationships/image" Target="../media/image543.png"/><Relationship Id="rId174" Type="http://schemas.openxmlformats.org/officeDocument/2006/relationships/customXml" Target="../ink/ink575.xml"/><Relationship Id="rId179" Type="http://schemas.openxmlformats.org/officeDocument/2006/relationships/image" Target="../media/image557.png"/><Relationship Id="rId190" Type="http://schemas.openxmlformats.org/officeDocument/2006/relationships/customXml" Target="../ink/ink583.xml"/><Relationship Id="rId15" Type="http://schemas.openxmlformats.org/officeDocument/2006/relationships/image" Target="../media/image471.png"/><Relationship Id="rId36" Type="http://schemas.openxmlformats.org/officeDocument/2006/relationships/customXml" Target="../ink/ink504.xml"/><Relationship Id="rId57" Type="http://schemas.openxmlformats.org/officeDocument/2006/relationships/image" Target="../media/image493.png"/><Relationship Id="rId106" Type="http://schemas.openxmlformats.org/officeDocument/2006/relationships/customXml" Target="../ink/ink540.xml"/><Relationship Id="rId127" Type="http://schemas.openxmlformats.org/officeDocument/2006/relationships/image" Target="../media/image529.png"/><Relationship Id="rId10" Type="http://schemas.openxmlformats.org/officeDocument/2006/relationships/customXml" Target="../ink/ink491.xml"/><Relationship Id="rId31" Type="http://schemas.openxmlformats.org/officeDocument/2006/relationships/image" Target="../media/image433.png"/><Relationship Id="rId52" Type="http://schemas.openxmlformats.org/officeDocument/2006/relationships/customXml" Target="../ink/ink512.xml"/><Relationship Id="rId73" Type="http://schemas.openxmlformats.org/officeDocument/2006/relationships/customXml" Target="../ink/ink523.xml"/><Relationship Id="rId78" Type="http://schemas.openxmlformats.org/officeDocument/2006/relationships/image" Target="../media/image504.png"/><Relationship Id="rId94" Type="http://schemas.openxmlformats.org/officeDocument/2006/relationships/image" Target="../media/image513.png"/><Relationship Id="rId99" Type="http://schemas.openxmlformats.org/officeDocument/2006/relationships/image" Target="../media/image515.png"/><Relationship Id="rId101" Type="http://schemas.openxmlformats.org/officeDocument/2006/relationships/image" Target="../media/image516.png"/><Relationship Id="rId122" Type="http://schemas.openxmlformats.org/officeDocument/2006/relationships/customXml" Target="../ink/ink548.xml"/><Relationship Id="rId143" Type="http://schemas.openxmlformats.org/officeDocument/2006/relationships/image" Target="../media/image537.png"/><Relationship Id="rId148" Type="http://schemas.openxmlformats.org/officeDocument/2006/relationships/customXml" Target="../ink/ink562.xml"/><Relationship Id="rId164" Type="http://schemas.openxmlformats.org/officeDocument/2006/relationships/customXml" Target="../ink/ink570.xml"/><Relationship Id="rId169" Type="http://schemas.openxmlformats.org/officeDocument/2006/relationships/image" Target="../media/image552.png"/><Relationship Id="rId185" Type="http://schemas.openxmlformats.org/officeDocument/2006/relationships/image" Target="../media/image356.png"/><Relationship Id="rId4" Type="http://schemas.openxmlformats.org/officeDocument/2006/relationships/customXml" Target="../ink/ink488.xml"/><Relationship Id="rId9" Type="http://schemas.openxmlformats.org/officeDocument/2006/relationships/image" Target="../media/image467.png"/><Relationship Id="rId180" Type="http://schemas.openxmlformats.org/officeDocument/2006/relationships/customXml" Target="../ink/ink578.xml"/><Relationship Id="rId26" Type="http://schemas.openxmlformats.org/officeDocument/2006/relationships/customXml" Target="../ink/ink499.xml"/><Relationship Id="rId47" Type="http://schemas.openxmlformats.org/officeDocument/2006/relationships/image" Target="../media/image487.png"/><Relationship Id="rId68" Type="http://schemas.openxmlformats.org/officeDocument/2006/relationships/image" Target="../media/image498.png"/><Relationship Id="rId89" Type="http://schemas.openxmlformats.org/officeDocument/2006/relationships/customXml" Target="../ink/ink531.xml"/><Relationship Id="rId112" Type="http://schemas.openxmlformats.org/officeDocument/2006/relationships/customXml" Target="../ink/ink543.xml"/><Relationship Id="rId133" Type="http://schemas.openxmlformats.org/officeDocument/2006/relationships/image" Target="../media/image533.png"/><Relationship Id="rId154" Type="http://schemas.openxmlformats.org/officeDocument/2006/relationships/customXml" Target="../ink/ink565.xml"/><Relationship Id="rId175" Type="http://schemas.openxmlformats.org/officeDocument/2006/relationships/image" Target="../media/image555.png"/><Relationship Id="rId16" Type="http://schemas.openxmlformats.org/officeDocument/2006/relationships/customXml" Target="../ink/ink494.xml"/><Relationship Id="rId37" Type="http://schemas.openxmlformats.org/officeDocument/2006/relationships/image" Target="../media/image482.png"/><Relationship Id="rId58" Type="http://schemas.openxmlformats.org/officeDocument/2006/relationships/customXml" Target="../ink/ink515.xml"/><Relationship Id="rId79" Type="http://schemas.openxmlformats.org/officeDocument/2006/relationships/customXml" Target="../ink/ink526.xml"/><Relationship Id="rId102" Type="http://schemas.openxmlformats.org/officeDocument/2006/relationships/customXml" Target="../ink/ink538.xml"/><Relationship Id="rId123" Type="http://schemas.openxmlformats.org/officeDocument/2006/relationships/image" Target="../media/image527.png"/><Relationship Id="rId144" Type="http://schemas.openxmlformats.org/officeDocument/2006/relationships/customXml" Target="../ink/ink560.xml"/><Relationship Id="rId90" Type="http://schemas.openxmlformats.org/officeDocument/2006/relationships/image" Target="../media/image511.png"/><Relationship Id="rId165" Type="http://schemas.openxmlformats.org/officeDocument/2006/relationships/image" Target="../media/image549.png"/><Relationship Id="rId186" Type="http://schemas.openxmlformats.org/officeDocument/2006/relationships/customXml" Target="../ink/ink581.xml"/><Relationship Id="rId27" Type="http://schemas.openxmlformats.org/officeDocument/2006/relationships/image" Target="../media/image477.png"/><Relationship Id="rId48" Type="http://schemas.openxmlformats.org/officeDocument/2006/relationships/customXml" Target="../ink/ink510.xml"/><Relationship Id="rId69" Type="http://schemas.openxmlformats.org/officeDocument/2006/relationships/customXml" Target="../ink/ink521.xml"/><Relationship Id="rId113" Type="http://schemas.openxmlformats.org/officeDocument/2006/relationships/image" Target="../media/image415.png"/><Relationship Id="rId134" Type="http://schemas.openxmlformats.org/officeDocument/2006/relationships/customXml" Target="../ink/ink554.xml"/><Relationship Id="rId80" Type="http://schemas.openxmlformats.org/officeDocument/2006/relationships/image" Target="../media/image505.png"/><Relationship Id="rId155" Type="http://schemas.openxmlformats.org/officeDocument/2006/relationships/image" Target="../media/image544.png"/><Relationship Id="rId176" Type="http://schemas.openxmlformats.org/officeDocument/2006/relationships/customXml" Target="../ink/ink576.xml"/><Relationship Id="rId17" Type="http://schemas.openxmlformats.org/officeDocument/2006/relationships/image" Target="../media/image472.png"/><Relationship Id="rId38" Type="http://schemas.openxmlformats.org/officeDocument/2006/relationships/customXml" Target="../ink/ink505.xml"/><Relationship Id="rId59" Type="http://schemas.openxmlformats.org/officeDocument/2006/relationships/customXml" Target="../ink/ink516.xml"/><Relationship Id="rId103" Type="http://schemas.openxmlformats.org/officeDocument/2006/relationships/image" Target="../media/image517.png"/><Relationship Id="rId124" Type="http://schemas.openxmlformats.org/officeDocument/2006/relationships/customXml" Target="../ink/ink549.xml"/><Relationship Id="rId70" Type="http://schemas.openxmlformats.org/officeDocument/2006/relationships/image" Target="../media/image499.png"/><Relationship Id="rId91" Type="http://schemas.openxmlformats.org/officeDocument/2006/relationships/customXml" Target="../ink/ink532.xml"/><Relationship Id="rId145" Type="http://schemas.openxmlformats.org/officeDocument/2006/relationships/image" Target="../media/image538.png"/><Relationship Id="rId166" Type="http://schemas.openxmlformats.org/officeDocument/2006/relationships/customXml" Target="../ink/ink571.xml"/><Relationship Id="rId187" Type="http://schemas.openxmlformats.org/officeDocument/2006/relationships/image" Target="../media/image561.png"/><Relationship Id="rId1" Type="http://schemas.openxmlformats.org/officeDocument/2006/relationships/slideLayout" Target="../slideLayouts/slideLayout6.xml"/><Relationship Id="rId28" Type="http://schemas.openxmlformats.org/officeDocument/2006/relationships/customXml" Target="../ink/ink500.xml"/><Relationship Id="rId49" Type="http://schemas.openxmlformats.org/officeDocument/2006/relationships/image" Target="../media/image488.png"/><Relationship Id="rId114" Type="http://schemas.openxmlformats.org/officeDocument/2006/relationships/customXml" Target="../ink/ink544.xml"/><Relationship Id="rId60" Type="http://schemas.openxmlformats.org/officeDocument/2006/relationships/image" Target="../media/image494.png"/><Relationship Id="rId81" Type="http://schemas.openxmlformats.org/officeDocument/2006/relationships/customXml" Target="../ink/ink527.xml"/><Relationship Id="rId135" Type="http://schemas.openxmlformats.org/officeDocument/2006/relationships/image" Target="../media/image534.png"/><Relationship Id="rId156" Type="http://schemas.openxmlformats.org/officeDocument/2006/relationships/customXml" Target="../ink/ink566.xml"/><Relationship Id="rId177" Type="http://schemas.openxmlformats.org/officeDocument/2006/relationships/image" Target="../media/image556.png"/><Relationship Id="rId18" Type="http://schemas.openxmlformats.org/officeDocument/2006/relationships/customXml" Target="../ink/ink495.xml"/><Relationship Id="rId39" Type="http://schemas.openxmlformats.org/officeDocument/2006/relationships/image" Target="../media/image483.png"/></Relationships>
</file>

<file path=ppt/slides/_rels/slide3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45.xml"/><Relationship Id="rId21" Type="http://schemas.openxmlformats.org/officeDocument/2006/relationships/image" Target="../media/image574.png"/><Relationship Id="rId63" Type="http://schemas.openxmlformats.org/officeDocument/2006/relationships/image" Target="../media/image594.png"/><Relationship Id="rId159" Type="http://schemas.openxmlformats.org/officeDocument/2006/relationships/customXml" Target="../ink/ink666.xml"/><Relationship Id="rId170" Type="http://schemas.openxmlformats.org/officeDocument/2006/relationships/image" Target="../media/image651.png"/><Relationship Id="rId191" Type="http://schemas.openxmlformats.org/officeDocument/2006/relationships/image" Target="../media/image662.png"/><Relationship Id="rId205" Type="http://schemas.openxmlformats.org/officeDocument/2006/relationships/customXml" Target="../ink/ink690.xml"/><Relationship Id="rId226" Type="http://schemas.openxmlformats.org/officeDocument/2006/relationships/customXml" Target="../ink/ink702.xml"/><Relationship Id="rId247" Type="http://schemas.openxmlformats.org/officeDocument/2006/relationships/customXml" Target="../ink/ink714.xml"/><Relationship Id="rId107" Type="http://schemas.openxmlformats.org/officeDocument/2006/relationships/customXml" Target="../ink/ink640.xml"/><Relationship Id="rId11" Type="http://schemas.openxmlformats.org/officeDocument/2006/relationships/image" Target="../media/image569.png"/><Relationship Id="rId32" Type="http://schemas.openxmlformats.org/officeDocument/2006/relationships/customXml" Target="../ink/ink601.xml"/><Relationship Id="rId53" Type="http://schemas.openxmlformats.org/officeDocument/2006/relationships/image" Target="../media/image589.png"/><Relationship Id="rId74" Type="http://schemas.openxmlformats.org/officeDocument/2006/relationships/customXml" Target="../ink/ink623.xml"/><Relationship Id="rId128" Type="http://schemas.openxmlformats.org/officeDocument/2006/relationships/image" Target="../media/image628.png"/><Relationship Id="rId149" Type="http://schemas.openxmlformats.org/officeDocument/2006/relationships/customXml" Target="../ink/ink661.xml"/><Relationship Id="rId5" Type="http://schemas.openxmlformats.org/officeDocument/2006/relationships/image" Target="../media/image566.png"/><Relationship Id="rId95" Type="http://schemas.openxmlformats.org/officeDocument/2006/relationships/customXml" Target="../ink/ink634.xml"/><Relationship Id="rId160" Type="http://schemas.openxmlformats.org/officeDocument/2006/relationships/image" Target="../media/image645.png"/><Relationship Id="rId181" Type="http://schemas.openxmlformats.org/officeDocument/2006/relationships/image" Target="../media/image656.png"/><Relationship Id="rId216" Type="http://schemas.openxmlformats.org/officeDocument/2006/relationships/customXml" Target="../ink/ink696.xml"/><Relationship Id="rId237" Type="http://schemas.openxmlformats.org/officeDocument/2006/relationships/customXml" Target="../ink/ink708.xml"/><Relationship Id="rId258" Type="http://schemas.openxmlformats.org/officeDocument/2006/relationships/image" Target="../media/image695.png"/><Relationship Id="rId22" Type="http://schemas.openxmlformats.org/officeDocument/2006/relationships/customXml" Target="../ink/ink596.xml"/><Relationship Id="rId43" Type="http://schemas.openxmlformats.org/officeDocument/2006/relationships/image" Target="../media/image585.png"/><Relationship Id="rId64" Type="http://schemas.openxmlformats.org/officeDocument/2006/relationships/customXml" Target="../ink/ink617.xml"/><Relationship Id="rId118" Type="http://schemas.openxmlformats.org/officeDocument/2006/relationships/image" Target="../media/image623.png"/><Relationship Id="rId139" Type="http://schemas.openxmlformats.org/officeDocument/2006/relationships/customXml" Target="../ink/ink656.xml"/><Relationship Id="rId85" Type="http://schemas.openxmlformats.org/officeDocument/2006/relationships/image" Target="../media/image605.png"/><Relationship Id="rId150" Type="http://schemas.openxmlformats.org/officeDocument/2006/relationships/image" Target="../media/image641.png"/><Relationship Id="rId171" Type="http://schemas.openxmlformats.org/officeDocument/2006/relationships/customXml" Target="../ink/ink672.xml"/><Relationship Id="rId192" Type="http://schemas.openxmlformats.org/officeDocument/2006/relationships/customXml" Target="../ink/ink683.xml"/><Relationship Id="rId206" Type="http://schemas.openxmlformats.org/officeDocument/2006/relationships/image" Target="../media/image669.png"/><Relationship Id="rId227" Type="http://schemas.openxmlformats.org/officeDocument/2006/relationships/image" Target="../media/image679.png"/><Relationship Id="rId248" Type="http://schemas.openxmlformats.org/officeDocument/2006/relationships/image" Target="../media/image689.png"/><Relationship Id="rId12" Type="http://schemas.openxmlformats.org/officeDocument/2006/relationships/customXml" Target="../ink/ink591.xml"/><Relationship Id="rId33" Type="http://schemas.openxmlformats.org/officeDocument/2006/relationships/image" Target="../media/image581.png"/><Relationship Id="rId108" Type="http://schemas.openxmlformats.org/officeDocument/2006/relationships/image" Target="../media/image617.png"/><Relationship Id="rId129" Type="http://schemas.openxmlformats.org/officeDocument/2006/relationships/customXml" Target="../ink/ink651.xml"/><Relationship Id="rId54" Type="http://schemas.openxmlformats.org/officeDocument/2006/relationships/customXml" Target="../ink/ink612.xml"/><Relationship Id="rId75" Type="http://schemas.openxmlformats.org/officeDocument/2006/relationships/image" Target="../media/image599.png"/><Relationship Id="rId96" Type="http://schemas.openxmlformats.org/officeDocument/2006/relationships/image" Target="../media/image611.png"/><Relationship Id="rId140" Type="http://schemas.openxmlformats.org/officeDocument/2006/relationships/image" Target="../media/image635.png"/><Relationship Id="rId161" Type="http://schemas.openxmlformats.org/officeDocument/2006/relationships/customXml" Target="../ink/ink667.xml"/><Relationship Id="rId182" Type="http://schemas.openxmlformats.org/officeDocument/2006/relationships/customXml" Target="../ink/ink678.xml"/><Relationship Id="rId217" Type="http://schemas.openxmlformats.org/officeDocument/2006/relationships/image" Target="../media/image675.png"/><Relationship Id="rId6" Type="http://schemas.openxmlformats.org/officeDocument/2006/relationships/customXml" Target="../ink/ink588.xml"/><Relationship Id="rId238" Type="http://schemas.openxmlformats.org/officeDocument/2006/relationships/customXml" Target="../ink/ink709.xml"/><Relationship Id="rId259" Type="http://schemas.openxmlformats.org/officeDocument/2006/relationships/customXml" Target="../ink/ink720.xml"/><Relationship Id="rId23" Type="http://schemas.openxmlformats.org/officeDocument/2006/relationships/image" Target="../media/image575.png"/><Relationship Id="rId119" Type="http://schemas.openxmlformats.org/officeDocument/2006/relationships/customXml" Target="../ink/ink646.xml"/><Relationship Id="rId44" Type="http://schemas.openxmlformats.org/officeDocument/2006/relationships/customXml" Target="../ink/ink607.xml"/><Relationship Id="rId65" Type="http://schemas.openxmlformats.org/officeDocument/2006/relationships/customXml" Target="../ink/ink618.xml"/><Relationship Id="rId86" Type="http://schemas.openxmlformats.org/officeDocument/2006/relationships/customXml" Target="../ink/ink629.xml"/><Relationship Id="rId130" Type="http://schemas.openxmlformats.org/officeDocument/2006/relationships/image" Target="../media/image629.png"/><Relationship Id="rId151" Type="http://schemas.openxmlformats.org/officeDocument/2006/relationships/customXml" Target="../ink/ink662.xml"/><Relationship Id="rId172" Type="http://schemas.openxmlformats.org/officeDocument/2006/relationships/image" Target="../media/image652.png"/><Relationship Id="rId193" Type="http://schemas.openxmlformats.org/officeDocument/2006/relationships/image" Target="../media/image663.png"/><Relationship Id="rId207" Type="http://schemas.openxmlformats.org/officeDocument/2006/relationships/customXml" Target="../ink/ink691.xml"/><Relationship Id="rId228" Type="http://schemas.openxmlformats.org/officeDocument/2006/relationships/customXml" Target="../ink/ink703.xml"/><Relationship Id="rId249" Type="http://schemas.openxmlformats.org/officeDocument/2006/relationships/customXml" Target="../ink/ink715.xml"/><Relationship Id="rId13" Type="http://schemas.openxmlformats.org/officeDocument/2006/relationships/image" Target="../media/image571.png"/><Relationship Id="rId109" Type="http://schemas.openxmlformats.org/officeDocument/2006/relationships/customXml" Target="../ink/ink641.xml"/><Relationship Id="rId260" Type="http://schemas.openxmlformats.org/officeDocument/2006/relationships/image" Target="../media/image696.png"/><Relationship Id="rId34" Type="http://schemas.openxmlformats.org/officeDocument/2006/relationships/customXml" Target="../ink/ink602.xml"/><Relationship Id="rId55" Type="http://schemas.openxmlformats.org/officeDocument/2006/relationships/image" Target="../media/image591.png"/><Relationship Id="rId76" Type="http://schemas.openxmlformats.org/officeDocument/2006/relationships/customXml" Target="../ink/ink624.xml"/><Relationship Id="rId97" Type="http://schemas.openxmlformats.org/officeDocument/2006/relationships/customXml" Target="../ink/ink635.xml"/><Relationship Id="rId120" Type="http://schemas.openxmlformats.org/officeDocument/2006/relationships/image" Target="../media/image624.png"/><Relationship Id="rId141" Type="http://schemas.openxmlformats.org/officeDocument/2006/relationships/customXml" Target="../ink/ink657.xml"/><Relationship Id="rId7" Type="http://schemas.openxmlformats.org/officeDocument/2006/relationships/image" Target="../media/image567.png"/><Relationship Id="rId162" Type="http://schemas.openxmlformats.org/officeDocument/2006/relationships/image" Target="../media/image646.png"/><Relationship Id="rId183" Type="http://schemas.openxmlformats.org/officeDocument/2006/relationships/image" Target="../media/image657.png"/><Relationship Id="rId218" Type="http://schemas.openxmlformats.org/officeDocument/2006/relationships/customXml" Target="../ink/ink697.xml"/><Relationship Id="rId239" Type="http://schemas.openxmlformats.org/officeDocument/2006/relationships/image" Target="../media/image685.png"/><Relationship Id="rId250" Type="http://schemas.openxmlformats.org/officeDocument/2006/relationships/image" Target="../media/image691.png"/><Relationship Id="rId24" Type="http://schemas.openxmlformats.org/officeDocument/2006/relationships/customXml" Target="../ink/ink597.xml"/><Relationship Id="rId45" Type="http://schemas.openxmlformats.org/officeDocument/2006/relationships/image" Target="../media/image586.png"/><Relationship Id="rId66" Type="http://schemas.openxmlformats.org/officeDocument/2006/relationships/customXml" Target="../ink/ink619.xml"/><Relationship Id="rId87" Type="http://schemas.openxmlformats.org/officeDocument/2006/relationships/image" Target="../media/image606.png"/><Relationship Id="rId110" Type="http://schemas.openxmlformats.org/officeDocument/2006/relationships/image" Target="../media/image618.png"/><Relationship Id="rId131" Type="http://schemas.openxmlformats.org/officeDocument/2006/relationships/customXml" Target="../ink/ink652.xml"/><Relationship Id="rId152" Type="http://schemas.openxmlformats.org/officeDocument/2006/relationships/image" Target="../media/image642.png"/><Relationship Id="rId173" Type="http://schemas.openxmlformats.org/officeDocument/2006/relationships/customXml" Target="../ink/ink673.xml"/><Relationship Id="rId194" Type="http://schemas.openxmlformats.org/officeDocument/2006/relationships/customXml" Target="../ink/ink684.xml"/><Relationship Id="rId208" Type="http://schemas.openxmlformats.org/officeDocument/2006/relationships/customXml" Target="../ink/ink692.xml"/><Relationship Id="rId229" Type="http://schemas.openxmlformats.org/officeDocument/2006/relationships/image" Target="../media/image681.png"/><Relationship Id="rId240" Type="http://schemas.openxmlformats.org/officeDocument/2006/relationships/customXml" Target="../ink/ink710.xml"/><Relationship Id="rId261" Type="http://schemas.openxmlformats.org/officeDocument/2006/relationships/customXml" Target="../ink/ink721.xml"/><Relationship Id="rId14" Type="http://schemas.openxmlformats.org/officeDocument/2006/relationships/customXml" Target="../ink/ink592.xml"/><Relationship Id="rId35" Type="http://schemas.openxmlformats.org/officeDocument/2006/relationships/image" Target="../media/image582.png"/><Relationship Id="rId56" Type="http://schemas.openxmlformats.org/officeDocument/2006/relationships/customXml" Target="../ink/ink613.xml"/><Relationship Id="rId77" Type="http://schemas.openxmlformats.org/officeDocument/2006/relationships/image" Target="../media/image601.png"/><Relationship Id="rId100" Type="http://schemas.openxmlformats.org/officeDocument/2006/relationships/image" Target="../media/image613.png"/><Relationship Id="rId8" Type="http://schemas.openxmlformats.org/officeDocument/2006/relationships/customXml" Target="../ink/ink589.xml"/><Relationship Id="rId98" Type="http://schemas.openxmlformats.org/officeDocument/2006/relationships/image" Target="../media/image612.png"/><Relationship Id="rId121" Type="http://schemas.openxmlformats.org/officeDocument/2006/relationships/customXml" Target="../ink/ink647.xml"/><Relationship Id="rId142" Type="http://schemas.openxmlformats.org/officeDocument/2006/relationships/image" Target="../media/image636.png"/><Relationship Id="rId163" Type="http://schemas.openxmlformats.org/officeDocument/2006/relationships/customXml" Target="../ink/ink668.xml"/><Relationship Id="rId184" Type="http://schemas.openxmlformats.org/officeDocument/2006/relationships/customXml" Target="../ink/ink679.xml"/><Relationship Id="rId219" Type="http://schemas.openxmlformats.org/officeDocument/2006/relationships/image" Target="../media/image676.png"/><Relationship Id="rId230" Type="http://schemas.openxmlformats.org/officeDocument/2006/relationships/customXml" Target="../ink/ink704.xml"/><Relationship Id="rId251" Type="http://schemas.openxmlformats.org/officeDocument/2006/relationships/customXml" Target="../ink/ink716.xml"/><Relationship Id="rId25" Type="http://schemas.openxmlformats.org/officeDocument/2006/relationships/image" Target="../media/image576.png"/><Relationship Id="rId46" Type="http://schemas.openxmlformats.org/officeDocument/2006/relationships/customXml" Target="../ink/ink608.xml"/><Relationship Id="rId67" Type="http://schemas.openxmlformats.org/officeDocument/2006/relationships/image" Target="../media/image595.png"/><Relationship Id="rId88" Type="http://schemas.openxmlformats.org/officeDocument/2006/relationships/customXml" Target="../ink/ink630.xml"/><Relationship Id="rId111" Type="http://schemas.openxmlformats.org/officeDocument/2006/relationships/customXml" Target="../ink/ink642.xml"/><Relationship Id="rId132" Type="http://schemas.openxmlformats.org/officeDocument/2006/relationships/image" Target="../media/image631.png"/><Relationship Id="rId153" Type="http://schemas.openxmlformats.org/officeDocument/2006/relationships/customXml" Target="../ink/ink663.xml"/><Relationship Id="rId174" Type="http://schemas.openxmlformats.org/officeDocument/2006/relationships/image" Target="../media/image653.png"/><Relationship Id="rId195" Type="http://schemas.openxmlformats.org/officeDocument/2006/relationships/image" Target="../media/image664.png"/><Relationship Id="rId209" Type="http://schemas.openxmlformats.org/officeDocument/2006/relationships/image" Target="../media/image671.png"/><Relationship Id="rId220" Type="http://schemas.openxmlformats.org/officeDocument/2006/relationships/customXml" Target="../ink/ink698.xml"/><Relationship Id="rId241" Type="http://schemas.openxmlformats.org/officeDocument/2006/relationships/customXml" Target="../ink/ink711.xml"/><Relationship Id="rId15" Type="http://schemas.openxmlformats.org/officeDocument/2006/relationships/image" Target="../media/image572.png"/><Relationship Id="rId36" Type="http://schemas.openxmlformats.org/officeDocument/2006/relationships/customXml" Target="../ink/ink603.xml"/><Relationship Id="rId57" Type="http://schemas.openxmlformats.org/officeDocument/2006/relationships/image" Target="../media/image592.png"/><Relationship Id="rId262" Type="http://schemas.openxmlformats.org/officeDocument/2006/relationships/image" Target="../media/image697.png"/><Relationship Id="rId78" Type="http://schemas.openxmlformats.org/officeDocument/2006/relationships/customXml" Target="../ink/ink625.xml"/><Relationship Id="rId99" Type="http://schemas.openxmlformats.org/officeDocument/2006/relationships/customXml" Target="../ink/ink636.xml"/><Relationship Id="rId101" Type="http://schemas.openxmlformats.org/officeDocument/2006/relationships/customXml" Target="../ink/ink637.xml"/><Relationship Id="rId122" Type="http://schemas.openxmlformats.org/officeDocument/2006/relationships/image" Target="../media/image625.png"/><Relationship Id="rId143" Type="http://schemas.openxmlformats.org/officeDocument/2006/relationships/customXml" Target="../ink/ink658.xml"/><Relationship Id="rId164" Type="http://schemas.openxmlformats.org/officeDocument/2006/relationships/image" Target="../media/image647.png"/><Relationship Id="rId185" Type="http://schemas.openxmlformats.org/officeDocument/2006/relationships/image" Target="../media/image658.png"/><Relationship Id="rId9" Type="http://schemas.openxmlformats.org/officeDocument/2006/relationships/image" Target="../media/image568.png"/><Relationship Id="rId210" Type="http://schemas.openxmlformats.org/officeDocument/2006/relationships/customXml" Target="../ink/ink693.xml"/><Relationship Id="rId26" Type="http://schemas.openxmlformats.org/officeDocument/2006/relationships/customXml" Target="../ink/ink598.xml"/><Relationship Id="rId231" Type="http://schemas.openxmlformats.org/officeDocument/2006/relationships/image" Target="../media/image682.png"/><Relationship Id="rId252" Type="http://schemas.openxmlformats.org/officeDocument/2006/relationships/image" Target="../media/image692.png"/><Relationship Id="rId47" Type="http://schemas.openxmlformats.org/officeDocument/2006/relationships/image" Target="../media/image587.png"/><Relationship Id="rId68" Type="http://schemas.openxmlformats.org/officeDocument/2006/relationships/customXml" Target="../ink/ink620.xml"/><Relationship Id="rId89" Type="http://schemas.openxmlformats.org/officeDocument/2006/relationships/image" Target="../media/image607.png"/><Relationship Id="rId112" Type="http://schemas.openxmlformats.org/officeDocument/2006/relationships/image" Target="../media/image619.png"/><Relationship Id="rId133" Type="http://schemas.openxmlformats.org/officeDocument/2006/relationships/customXml" Target="../ink/ink653.xml"/><Relationship Id="rId154" Type="http://schemas.openxmlformats.org/officeDocument/2006/relationships/image" Target="../media/image643.png"/><Relationship Id="rId175" Type="http://schemas.openxmlformats.org/officeDocument/2006/relationships/customXml" Target="../ink/ink674.xml"/><Relationship Id="rId196" Type="http://schemas.openxmlformats.org/officeDocument/2006/relationships/customXml" Target="../ink/ink685.xml"/><Relationship Id="rId200" Type="http://schemas.openxmlformats.org/officeDocument/2006/relationships/image" Target="../media/image666.png"/><Relationship Id="rId16" Type="http://schemas.openxmlformats.org/officeDocument/2006/relationships/customXml" Target="../ink/ink593.xml"/><Relationship Id="rId221" Type="http://schemas.openxmlformats.org/officeDocument/2006/relationships/image" Target="../media/image677.png"/><Relationship Id="rId242" Type="http://schemas.openxmlformats.org/officeDocument/2006/relationships/image" Target="../media/image686.png"/><Relationship Id="rId263" Type="http://schemas.openxmlformats.org/officeDocument/2006/relationships/customXml" Target="../ink/ink722.xml"/><Relationship Id="rId37" Type="http://schemas.openxmlformats.org/officeDocument/2006/relationships/image" Target="../media/image507.png"/><Relationship Id="rId58" Type="http://schemas.openxmlformats.org/officeDocument/2006/relationships/customXml" Target="../ink/ink614.xml"/><Relationship Id="rId79" Type="http://schemas.openxmlformats.org/officeDocument/2006/relationships/image" Target="../media/image602.png"/><Relationship Id="rId102" Type="http://schemas.openxmlformats.org/officeDocument/2006/relationships/image" Target="../media/image614.png"/><Relationship Id="rId123" Type="http://schemas.openxmlformats.org/officeDocument/2006/relationships/customXml" Target="../ink/ink648.xml"/><Relationship Id="rId144" Type="http://schemas.openxmlformats.org/officeDocument/2006/relationships/image" Target="../media/image637.png"/><Relationship Id="rId90" Type="http://schemas.openxmlformats.org/officeDocument/2006/relationships/customXml" Target="../ink/ink631.xml"/><Relationship Id="rId165" Type="http://schemas.openxmlformats.org/officeDocument/2006/relationships/customXml" Target="../ink/ink669.xml"/><Relationship Id="rId186" Type="http://schemas.openxmlformats.org/officeDocument/2006/relationships/customXml" Target="../ink/ink680.xml"/><Relationship Id="rId211" Type="http://schemas.openxmlformats.org/officeDocument/2006/relationships/image" Target="../media/image672.png"/><Relationship Id="rId232" Type="http://schemas.openxmlformats.org/officeDocument/2006/relationships/customXml" Target="../ink/ink705.xml"/><Relationship Id="rId253" Type="http://schemas.openxmlformats.org/officeDocument/2006/relationships/customXml" Target="../ink/ink717.xml"/><Relationship Id="rId27" Type="http://schemas.openxmlformats.org/officeDocument/2006/relationships/image" Target="../media/image577.png"/><Relationship Id="rId48" Type="http://schemas.openxmlformats.org/officeDocument/2006/relationships/customXml" Target="../ink/ink609.xml"/><Relationship Id="rId69" Type="http://schemas.openxmlformats.org/officeDocument/2006/relationships/image" Target="../media/image596.png"/><Relationship Id="rId113" Type="http://schemas.openxmlformats.org/officeDocument/2006/relationships/customXml" Target="../ink/ink643.xml"/><Relationship Id="rId134" Type="http://schemas.openxmlformats.org/officeDocument/2006/relationships/image" Target="../media/image632.png"/><Relationship Id="rId80" Type="http://schemas.openxmlformats.org/officeDocument/2006/relationships/customXml" Target="../ink/ink626.xml"/><Relationship Id="rId155" Type="http://schemas.openxmlformats.org/officeDocument/2006/relationships/customXml" Target="../ink/ink664.xml"/><Relationship Id="rId176" Type="http://schemas.openxmlformats.org/officeDocument/2006/relationships/image" Target="../media/image654.png"/><Relationship Id="rId197" Type="http://schemas.openxmlformats.org/officeDocument/2006/relationships/customXml" Target="../ink/ink686.xml"/><Relationship Id="rId201" Type="http://schemas.openxmlformats.org/officeDocument/2006/relationships/customXml" Target="../ink/ink688.xml"/><Relationship Id="rId222" Type="http://schemas.openxmlformats.org/officeDocument/2006/relationships/customXml" Target="../ink/ink699.xml"/><Relationship Id="rId243" Type="http://schemas.openxmlformats.org/officeDocument/2006/relationships/customXml" Target="../ink/ink712.xml"/><Relationship Id="rId264" Type="http://schemas.openxmlformats.org/officeDocument/2006/relationships/image" Target="../media/image698.png"/><Relationship Id="rId17" Type="http://schemas.openxmlformats.org/officeDocument/2006/relationships/image" Target="../media/image506.png"/><Relationship Id="rId38" Type="http://schemas.openxmlformats.org/officeDocument/2006/relationships/customXml" Target="../ink/ink604.xml"/><Relationship Id="rId59" Type="http://schemas.openxmlformats.org/officeDocument/2006/relationships/image" Target="../media/image525.png"/><Relationship Id="rId103" Type="http://schemas.openxmlformats.org/officeDocument/2006/relationships/customXml" Target="../ink/ink638.xml"/><Relationship Id="rId124" Type="http://schemas.openxmlformats.org/officeDocument/2006/relationships/image" Target="../media/image626.png"/><Relationship Id="rId70" Type="http://schemas.openxmlformats.org/officeDocument/2006/relationships/customXml" Target="../ink/ink621.xml"/><Relationship Id="rId91" Type="http://schemas.openxmlformats.org/officeDocument/2006/relationships/image" Target="../media/image608.png"/><Relationship Id="rId145" Type="http://schemas.openxmlformats.org/officeDocument/2006/relationships/customXml" Target="../ink/ink659.xml"/><Relationship Id="rId166" Type="http://schemas.openxmlformats.org/officeDocument/2006/relationships/image" Target="../media/image648.png"/><Relationship Id="rId187" Type="http://schemas.openxmlformats.org/officeDocument/2006/relationships/image" Target="../media/image659.png"/><Relationship Id="rId1" Type="http://schemas.openxmlformats.org/officeDocument/2006/relationships/slideLayout" Target="../slideLayouts/slideLayout6.xml"/><Relationship Id="rId212" Type="http://schemas.openxmlformats.org/officeDocument/2006/relationships/customXml" Target="../ink/ink694.xml"/><Relationship Id="rId233" Type="http://schemas.openxmlformats.org/officeDocument/2006/relationships/image" Target="../media/image683.png"/><Relationship Id="rId254" Type="http://schemas.openxmlformats.org/officeDocument/2006/relationships/image" Target="../media/image693.png"/><Relationship Id="rId28" Type="http://schemas.openxmlformats.org/officeDocument/2006/relationships/customXml" Target="../ink/ink599.xml"/><Relationship Id="rId49" Type="http://schemas.openxmlformats.org/officeDocument/2006/relationships/image" Target="../media/image433.png"/><Relationship Id="rId114" Type="http://schemas.openxmlformats.org/officeDocument/2006/relationships/image" Target="../media/image621.png"/><Relationship Id="rId60" Type="http://schemas.openxmlformats.org/officeDocument/2006/relationships/customXml" Target="../ink/ink615.xml"/><Relationship Id="rId81" Type="http://schemas.openxmlformats.org/officeDocument/2006/relationships/image" Target="../media/image603.png"/><Relationship Id="rId135" Type="http://schemas.openxmlformats.org/officeDocument/2006/relationships/customXml" Target="../ink/ink654.xml"/><Relationship Id="rId156" Type="http://schemas.openxmlformats.org/officeDocument/2006/relationships/image" Target="../media/image644.png"/><Relationship Id="rId177" Type="http://schemas.openxmlformats.org/officeDocument/2006/relationships/customXml" Target="../ink/ink675.xml"/><Relationship Id="rId198" Type="http://schemas.openxmlformats.org/officeDocument/2006/relationships/image" Target="../media/image665.png"/><Relationship Id="rId202" Type="http://schemas.openxmlformats.org/officeDocument/2006/relationships/image" Target="../media/image667.png"/><Relationship Id="rId223" Type="http://schemas.openxmlformats.org/officeDocument/2006/relationships/image" Target="../media/image678.png"/><Relationship Id="rId244" Type="http://schemas.openxmlformats.org/officeDocument/2006/relationships/image" Target="../media/image687.png"/><Relationship Id="rId18" Type="http://schemas.openxmlformats.org/officeDocument/2006/relationships/customXml" Target="../ink/ink594.xml"/><Relationship Id="rId39" Type="http://schemas.openxmlformats.org/officeDocument/2006/relationships/image" Target="../media/image583.png"/><Relationship Id="rId50" Type="http://schemas.openxmlformats.org/officeDocument/2006/relationships/customXml" Target="../ink/ink610.xml"/><Relationship Id="rId104" Type="http://schemas.openxmlformats.org/officeDocument/2006/relationships/image" Target="../media/image615.png"/><Relationship Id="rId125" Type="http://schemas.openxmlformats.org/officeDocument/2006/relationships/customXml" Target="../ink/ink649.xml"/><Relationship Id="rId146" Type="http://schemas.openxmlformats.org/officeDocument/2006/relationships/image" Target="../media/image638.png"/><Relationship Id="rId167" Type="http://schemas.openxmlformats.org/officeDocument/2006/relationships/customXml" Target="../ink/ink670.xml"/><Relationship Id="rId188" Type="http://schemas.openxmlformats.org/officeDocument/2006/relationships/customXml" Target="../ink/ink681.xml"/><Relationship Id="rId71" Type="http://schemas.openxmlformats.org/officeDocument/2006/relationships/image" Target="../media/image597.png"/><Relationship Id="rId92" Type="http://schemas.openxmlformats.org/officeDocument/2006/relationships/customXml" Target="../ink/ink632.xml"/><Relationship Id="rId213" Type="http://schemas.openxmlformats.org/officeDocument/2006/relationships/image" Target="../media/image673.png"/><Relationship Id="rId234" Type="http://schemas.openxmlformats.org/officeDocument/2006/relationships/customXml" Target="../ink/ink706.xml"/><Relationship Id="rId2" Type="http://schemas.openxmlformats.org/officeDocument/2006/relationships/customXml" Target="../ink/ink586.xml"/><Relationship Id="rId29" Type="http://schemas.openxmlformats.org/officeDocument/2006/relationships/image" Target="../media/image578.png"/><Relationship Id="rId255" Type="http://schemas.openxmlformats.org/officeDocument/2006/relationships/customXml" Target="../ink/ink718.xml"/><Relationship Id="rId40" Type="http://schemas.openxmlformats.org/officeDocument/2006/relationships/customXml" Target="../ink/ink605.xml"/><Relationship Id="rId115" Type="http://schemas.openxmlformats.org/officeDocument/2006/relationships/customXml" Target="../ink/ink644.xml"/><Relationship Id="rId136" Type="http://schemas.openxmlformats.org/officeDocument/2006/relationships/image" Target="../media/image633.png"/><Relationship Id="rId157" Type="http://schemas.openxmlformats.org/officeDocument/2006/relationships/customXml" Target="../ink/ink665.xml"/><Relationship Id="rId178" Type="http://schemas.openxmlformats.org/officeDocument/2006/relationships/customXml" Target="../ink/ink676.xml"/><Relationship Id="rId61" Type="http://schemas.openxmlformats.org/officeDocument/2006/relationships/image" Target="../media/image593.png"/><Relationship Id="rId82" Type="http://schemas.openxmlformats.org/officeDocument/2006/relationships/customXml" Target="../ink/ink627.xml"/><Relationship Id="rId199" Type="http://schemas.openxmlformats.org/officeDocument/2006/relationships/customXml" Target="../ink/ink687.xml"/><Relationship Id="rId203" Type="http://schemas.openxmlformats.org/officeDocument/2006/relationships/customXml" Target="../ink/ink689.xml"/><Relationship Id="rId19" Type="http://schemas.openxmlformats.org/officeDocument/2006/relationships/image" Target="../media/image573.png"/><Relationship Id="rId224" Type="http://schemas.openxmlformats.org/officeDocument/2006/relationships/customXml" Target="../ink/ink700.xml"/><Relationship Id="rId245" Type="http://schemas.openxmlformats.org/officeDocument/2006/relationships/customXml" Target="../ink/ink713.xml"/><Relationship Id="rId30" Type="http://schemas.openxmlformats.org/officeDocument/2006/relationships/customXml" Target="../ink/ink600.xml"/><Relationship Id="rId105" Type="http://schemas.openxmlformats.org/officeDocument/2006/relationships/customXml" Target="../ink/ink639.xml"/><Relationship Id="rId126" Type="http://schemas.openxmlformats.org/officeDocument/2006/relationships/image" Target="../media/image627.png"/><Relationship Id="rId147" Type="http://schemas.openxmlformats.org/officeDocument/2006/relationships/customXml" Target="../ink/ink660.xml"/><Relationship Id="rId168" Type="http://schemas.openxmlformats.org/officeDocument/2006/relationships/image" Target="../media/image649.png"/><Relationship Id="rId51" Type="http://schemas.openxmlformats.org/officeDocument/2006/relationships/image" Target="../media/image588.png"/><Relationship Id="rId72" Type="http://schemas.openxmlformats.org/officeDocument/2006/relationships/customXml" Target="../ink/ink622.xml"/><Relationship Id="rId93" Type="http://schemas.openxmlformats.org/officeDocument/2006/relationships/customXml" Target="../ink/ink633.xml"/><Relationship Id="rId189" Type="http://schemas.openxmlformats.org/officeDocument/2006/relationships/image" Target="../media/image661.png"/><Relationship Id="rId3" Type="http://schemas.openxmlformats.org/officeDocument/2006/relationships/image" Target="../media/image565.png"/><Relationship Id="rId214" Type="http://schemas.openxmlformats.org/officeDocument/2006/relationships/customXml" Target="../ink/ink695.xml"/><Relationship Id="rId235" Type="http://schemas.openxmlformats.org/officeDocument/2006/relationships/image" Target="../media/image684.png"/><Relationship Id="rId256" Type="http://schemas.openxmlformats.org/officeDocument/2006/relationships/image" Target="../media/image694.png"/><Relationship Id="rId116" Type="http://schemas.openxmlformats.org/officeDocument/2006/relationships/image" Target="../media/image622.png"/><Relationship Id="rId137" Type="http://schemas.openxmlformats.org/officeDocument/2006/relationships/customXml" Target="../ink/ink655.xml"/><Relationship Id="rId158" Type="http://schemas.openxmlformats.org/officeDocument/2006/relationships/image" Target="../media/image473.png"/><Relationship Id="rId20" Type="http://schemas.openxmlformats.org/officeDocument/2006/relationships/customXml" Target="../ink/ink595.xml"/><Relationship Id="rId41" Type="http://schemas.openxmlformats.org/officeDocument/2006/relationships/image" Target="../media/image584.png"/><Relationship Id="rId62" Type="http://schemas.openxmlformats.org/officeDocument/2006/relationships/customXml" Target="../ink/ink616.xml"/><Relationship Id="rId83" Type="http://schemas.openxmlformats.org/officeDocument/2006/relationships/image" Target="../media/image604.png"/><Relationship Id="rId179" Type="http://schemas.openxmlformats.org/officeDocument/2006/relationships/image" Target="../media/image655.png"/><Relationship Id="rId190" Type="http://schemas.openxmlformats.org/officeDocument/2006/relationships/customXml" Target="../ink/ink682.xml"/><Relationship Id="rId204" Type="http://schemas.openxmlformats.org/officeDocument/2006/relationships/image" Target="../media/image668.png"/><Relationship Id="rId225" Type="http://schemas.openxmlformats.org/officeDocument/2006/relationships/customXml" Target="../ink/ink701.xml"/><Relationship Id="rId246" Type="http://schemas.openxmlformats.org/officeDocument/2006/relationships/image" Target="../media/image688.png"/><Relationship Id="rId106" Type="http://schemas.openxmlformats.org/officeDocument/2006/relationships/image" Target="../media/image616.png"/><Relationship Id="rId127" Type="http://schemas.openxmlformats.org/officeDocument/2006/relationships/customXml" Target="../ink/ink650.xml"/><Relationship Id="rId10" Type="http://schemas.openxmlformats.org/officeDocument/2006/relationships/customXml" Target="../ink/ink590.xml"/><Relationship Id="rId31" Type="http://schemas.openxmlformats.org/officeDocument/2006/relationships/image" Target="../media/image579.png"/><Relationship Id="rId52" Type="http://schemas.openxmlformats.org/officeDocument/2006/relationships/customXml" Target="../ink/ink611.xml"/><Relationship Id="rId73" Type="http://schemas.openxmlformats.org/officeDocument/2006/relationships/image" Target="../media/image598.png"/><Relationship Id="rId94" Type="http://schemas.openxmlformats.org/officeDocument/2006/relationships/image" Target="../media/image609.png"/><Relationship Id="rId148" Type="http://schemas.openxmlformats.org/officeDocument/2006/relationships/image" Target="../media/image639.png"/><Relationship Id="rId169" Type="http://schemas.openxmlformats.org/officeDocument/2006/relationships/customXml" Target="../ink/ink671.xml"/><Relationship Id="rId4" Type="http://schemas.openxmlformats.org/officeDocument/2006/relationships/customXml" Target="../ink/ink587.xml"/><Relationship Id="rId180" Type="http://schemas.openxmlformats.org/officeDocument/2006/relationships/customXml" Target="../ink/ink677.xml"/><Relationship Id="rId215" Type="http://schemas.openxmlformats.org/officeDocument/2006/relationships/image" Target="../media/image674.png"/><Relationship Id="rId236" Type="http://schemas.openxmlformats.org/officeDocument/2006/relationships/customXml" Target="../ink/ink707.xml"/><Relationship Id="rId257" Type="http://schemas.openxmlformats.org/officeDocument/2006/relationships/customXml" Target="../ink/ink719.xml"/><Relationship Id="rId42" Type="http://schemas.openxmlformats.org/officeDocument/2006/relationships/customXml" Target="../ink/ink606.xml"/><Relationship Id="rId84" Type="http://schemas.openxmlformats.org/officeDocument/2006/relationships/customXml" Target="../ink/ink628.xml"/><Relationship Id="rId138" Type="http://schemas.openxmlformats.org/officeDocument/2006/relationships/image" Target="../media/image634.png"/></Relationships>
</file>

<file path=ppt/slides/_rels/slide3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54.png"/><Relationship Id="rId21" Type="http://schemas.openxmlformats.org/officeDocument/2006/relationships/customXml" Target="../ink/ink733.xml"/><Relationship Id="rId42" Type="http://schemas.openxmlformats.org/officeDocument/2006/relationships/image" Target="../media/image715.png"/><Relationship Id="rId63" Type="http://schemas.openxmlformats.org/officeDocument/2006/relationships/customXml" Target="../ink/ink754.xml"/><Relationship Id="rId84" Type="http://schemas.openxmlformats.org/officeDocument/2006/relationships/image" Target="../media/image736.png"/><Relationship Id="rId138" Type="http://schemas.openxmlformats.org/officeDocument/2006/relationships/image" Target="../media/image765.png"/><Relationship Id="rId16" Type="http://schemas.openxmlformats.org/officeDocument/2006/relationships/image" Target="../media/image507.png"/><Relationship Id="rId107" Type="http://schemas.openxmlformats.org/officeDocument/2006/relationships/image" Target="../media/image748.png"/><Relationship Id="rId11" Type="http://schemas.openxmlformats.org/officeDocument/2006/relationships/image" Target="../media/image433.png"/><Relationship Id="rId32" Type="http://schemas.openxmlformats.org/officeDocument/2006/relationships/image" Target="../media/image712.png"/><Relationship Id="rId37" Type="http://schemas.openxmlformats.org/officeDocument/2006/relationships/customXml" Target="../ink/ink741.xml"/><Relationship Id="rId53" Type="http://schemas.openxmlformats.org/officeDocument/2006/relationships/customXml" Target="../ink/ink749.xml"/><Relationship Id="rId58" Type="http://schemas.openxmlformats.org/officeDocument/2006/relationships/image" Target="../media/image723.png"/><Relationship Id="rId74" Type="http://schemas.openxmlformats.org/officeDocument/2006/relationships/customXml" Target="../ink/ink760.xml"/><Relationship Id="rId79" Type="http://schemas.openxmlformats.org/officeDocument/2006/relationships/customXml" Target="../ink/ink763.xml"/><Relationship Id="rId102" Type="http://schemas.openxmlformats.org/officeDocument/2006/relationships/customXml" Target="../ink/ink775.xml"/><Relationship Id="rId123" Type="http://schemas.openxmlformats.org/officeDocument/2006/relationships/customXml" Target="../ink/ink786.xml"/><Relationship Id="rId128" Type="http://schemas.openxmlformats.org/officeDocument/2006/relationships/image" Target="../media/image759.png"/><Relationship Id="rId5" Type="http://schemas.openxmlformats.org/officeDocument/2006/relationships/image" Target="../media/image701.png"/><Relationship Id="rId90" Type="http://schemas.openxmlformats.org/officeDocument/2006/relationships/image" Target="../media/image739.png"/><Relationship Id="rId95" Type="http://schemas.openxmlformats.org/officeDocument/2006/relationships/customXml" Target="../ink/ink771.xml"/><Relationship Id="rId22" Type="http://schemas.openxmlformats.org/officeDocument/2006/relationships/image" Target="../media/image664.png"/><Relationship Id="rId27" Type="http://schemas.openxmlformats.org/officeDocument/2006/relationships/customXml" Target="../ink/ink736.xml"/><Relationship Id="rId43" Type="http://schemas.openxmlformats.org/officeDocument/2006/relationships/customXml" Target="../ink/ink744.xml"/><Relationship Id="rId48" Type="http://schemas.openxmlformats.org/officeDocument/2006/relationships/image" Target="../media/image718.png"/><Relationship Id="rId64" Type="http://schemas.openxmlformats.org/officeDocument/2006/relationships/image" Target="../media/image726.png"/><Relationship Id="rId69" Type="http://schemas.openxmlformats.org/officeDocument/2006/relationships/image" Target="../media/image728.png"/><Relationship Id="rId113" Type="http://schemas.openxmlformats.org/officeDocument/2006/relationships/image" Target="../media/image752.png"/><Relationship Id="rId118" Type="http://schemas.openxmlformats.org/officeDocument/2006/relationships/customXml" Target="../ink/ink783.xml"/><Relationship Id="rId134" Type="http://schemas.openxmlformats.org/officeDocument/2006/relationships/image" Target="../media/image763.png"/><Relationship Id="rId80" Type="http://schemas.openxmlformats.org/officeDocument/2006/relationships/image" Target="../media/image734.png"/><Relationship Id="rId85" Type="http://schemas.openxmlformats.org/officeDocument/2006/relationships/customXml" Target="../ink/ink766.xml"/><Relationship Id="rId12" Type="http://schemas.openxmlformats.org/officeDocument/2006/relationships/customXml" Target="../ink/ink728.xml"/><Relationship Id="rId17" Type="http://schemas.openxmlformats.org/officeDocument/2006/relationships/customXml" Target="../ink/ink731.xml"/><Relationship Id="rId33" Type="http://schemas.openxmlformats.org/officeDocument/2006/relationships/customXml" Target="../ink/ink739.xml"/><Relationship Id="rId38" Type="http://schemas.openxmlformats.org/officeDocument/2006/relationships/image" Target="../media/image531.png"/><Relationship Id="rId59" Type="http://schemas.openxmlformats.org/officeDocument/2006/relationships/customXml" Target="../ink/ink752.xml"/><Relationship Id="rId103" Type="http://schemas.openxmlformats.org/officeDocument/2006/relationships/image" Target="../media/image746.png"/><Relationship Id="rId108" Type="http://schemas.openxmlformats.org/officeDocument/2006/relationships/customXml" Target="../ink/ink778.xml"/><Relationship Id="rId124" Type="http://schemas.openxmlformats.org/officeDocument/2006/relationships/image" Target="../media/image757.png"/><Relationship Id="rId129" Type="http://schemas.openxmlformats.org/officeDocument/2006/relationships/customXml" Target="../ink/ink789.xml"/><Relationship Id="rId54" Type="http://schemas.openxmlformats.org/officeDocument/2006/relationships/image" Target="../media/image587.png"/><Relationship Id="rId70" Type="http://schemas.openxmlformats.org/officeDocument/2006/relationships/customXml" Target="../ink/ink758.xml"/><Relationship Id="rId75" Type="http://schemas.openxmlformats.org/officeDocument/2006/relationships/customXml" Target="../ink/ink761.xml"/><Relationship Id="rId91" Type="http://schemas.openxmlformats.org/officeDocument/2006/relationships/customXml" Target="../ink/ink769.xml"/><Relationship Id="rId96" Type="http://schemas.openxmlformats.org/officeDocument/2006/relationships/image" Target="../media/image743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725.xml"/><Relationship Id="rId23" Type="http://schemas.openxmlformats.org/officeDocument/2006/relationships/customXml" Target="../ink/ink734.xml"/><Relationship Id="rId28" Type="http://schemas.openxmlformats.org/officeDocument/2006/relationships/image" Target="../media/image709.png"/><Relationship Id="rId49" Type="http://schemas.openxmlformats.org/officeDocument/2006/relationships/customXml" Target="../ink/ink747.xml"/><Relationship Id="rId114" Type="http://schemas.openxmlformats.org/officeDocument/2006/relationships/customXml" Target="../ink/ink781.xml"/><Relationship Id="rId119" Type="http://schemas.openxmlformats.org/officeDocument/2006/relationships/image" Target="../media/image755.png"/><Relationship Id="rId44" Type="http://schemas.openxmlformats.org/officeDocument/2006/relationships/image" Target="../media/image716.png"/><Relationship Id="rId60" Type="http://schemas.openxmlformats.org/officeDocument/2006/relationships/image" Target="../media/image724.png"/><Relationship Id="rId65" Type="http://schemas.openxmlformats.org/officeDocument/2006/relationships/customXml" Target="../ink/ink755.xml"/><Relationship Id="rId81" Type="http://schemas.openxmlformats.org/officeDocument/2006/relationships/customXml" Target="../ink/ink764.xml"/><Relationship Id="rId86" Type="http://schemas.openxmlformats.org/officeDocument/2006/relationships/image" Target="../media/image737.png"/><Relationship Id="rId130" Type="http://schemas.openxmlformats.org/officeDocument/2006/relationships/image" Target="../media/image761.png"/><Relationship Id="rId135" Type="http://schemas.openxmlformats.org/officeDocument/2006/relationships/customXml" Target="../ink/ink792.xml"/><Relationship Id="rId13" Type="http://schemas.openxmlformats.org/officeDocument/2006/relationships/customXml" Target="../ink/ink729.xml"/><Relationship Id="rId18" Type="http://schemas.openxmlformats.org/officeDocument/2006/relationships/image" Target="../media/image705.png"/><Relationship Id="rId39" Type="http://schemas.openxmlformats.org/officeDocument/2006/relationships/customXml" Target="../ink/ink742.xml"/><Relationship Id="rId109" Type="http://schemas.openxmlformats.org/officeDocument/2006/relationships/image" Target="../media/image749.png"/><Relationship Id="rId34" Type="http://schemas.openxmlformats.org/officeDocument/2006/relationships/image" Target="../media/image713.png"/><Relationship Id="rId50" Type="http://schemas.openxmlformats.org/officeDocument/2006/relationships/image" Target="../media/image719.png"/><Relationship Id="rId55" Type="http://schemas.openxmlformats.org/officeDocument/2006/relationships/customXml" Target="../ink/ink750.xml"/><Relationship Id="rId76" Type="http://schemas.openxmlformats.org/officeDocument/2006/relationships/image" Target="../media/image732.png"/><Relationship Id="rId97" Type="http://schemas.openxmlformats.org/officeDocument/2006/relationships/customXml" Target="../ink/ink772.xml"/><Relationship Id="rId104" Type="http://schemas.openxmlformats.org/officeDocument/2006/relationships/customXml" Target="../ink/ink776.xml"/><Relationship Id="rId120" Type="http://schemas.openxmlformats.org/officeDocument/2006/relationships/customXml" Target="../ink/ink784.xml"/><Relationship Id="rId125" Type="http://schemas.openxmlformats.org/officeDocument/2006/relationships/customXml" Target="../ink/ink787.xml"/><Relationship Id="rId7" Type="http://schemas.openxmlformats.org/officeDocument/2006/relationships/image" Target="../media/image702.png"/><Relationship Id="rId71" Type="http://schemas.openxmlformats.org/officeDocument/2006/relationships/image" Target="../media/image729.png"/><Relationship Id="rId92" Type="http://schemas.openxmlformats.org/officeDocument/2006/relationships/image" Target="../media/image741.png"/><Relationship Id="rId2" Type="http://schemas.openxmlformats.org/officeDocument/2006/relationships/customXml" Target="../ink/ink723.xml"/><Relationship Id="rId29" Type="http://schemas.openxmlformats.org/officeDocument/2006/relationships/customXml" Target="../ink/ink737.xml"/><Relationship Id="rId24" Type="http://schemas.openxmlformats.org/officeDocument/2006/relationships/image" Target="../media/image707.png"/><Relationship Id="rId40" Type="http://schemas.openxmlformats.org/officeDocument/2006/relationships/image" Target="../media/image714.png"/><Relationship Id="rId45" Type="http://schemas.openxmlformats.org/officeDocument/2006/relationships/customXml" Target="../ink/ink745.xml"/><Relationship Id="rId66" Type="http://schemas.openxmlformats.org/officeDocument/2006/relationships/customXml" Target="../ink/ink756.xml"/><Relationship Id="rId87" Type="http://schemas.openxmlformats.org/officeDocument/2006/relationships/customXml" Target="../ink/ink767.xml"/><Relationship Id="rId110" Type="http://schemas.openxmlformats.org/officeDocument/2006/relationships/customXml" Target="../ink/ink779.xml"/><Relationship Id="rId115" Type="http://schemas.openxmlformats.org/officeDocument/2006/relationships/image" Target="../media/image753.png"/><Relationship Id="rId131" Type="http://schemas.openxmlformats.org/officeDocument/2006/relationships/customXml" Target="../ink/ink790.xml"/><Relationship Id="rId136" Type="http://schemas.openxmlformats.org/officeDocument/2006/relationships/image" Target="../media/image764.png"/><Relationship Id="rId61" Type="http://schemas.openxmlformats.org/officeDocument/2006/relationships/customXml" Target="../ink/ink753.xml"/><Relationship Id="rId82" Type="http://schemas.openxmlformats.org/officeDocument/2006/relationships/image" Target="../media/image735.png"/><Relationship Id="rId19" Type="http://schemas.openxmlformats.org/officeDocument/2006/relationships/customXml" Target="../ink/ink732.xml"/><Relationship Id="rId14" Type="http://schemas.openxmlformats.org/officeDocument/2006/relationships/image" Target="../media/image704.png"/><Relationship Id="rId30" Type="http://schemas.openxmlformats.org/officeDocument/2006/relationships/image" Target="../media/image711.png"/><Relationship Id="rId35" Type="http://schemas.openxmlformats.org/officeDocument/2006/relationships/customXml" Target="../ink/ink740.xml"/><Relationship Id="rId56" Type="http://schemas.openxmlformats.org/officeDocument/2006/relationships/image" Target="../media/image722.png"/><Relationship Id="rId77" Type="http://schemas.openxmlformats.org/officeDocument/2006/relationships/customXml" Target="../ink/ink762.xml"/><Relationship Id="rId100" Type="http://schemas.openxmlformats.org/officeDocument/2006/relationships/customXml" Target="../ink/ink774.xml"/><Relationship Id="rId105" Type="http://schemas.openxmlformats.org/officeDocument/2006/relationships/image" Target="../media/image747.png"/><Relationship Id="rId126" Type="http://schemas.openxmlformats.org/officeDocument/2006/relationships/image" Target="../media/image758.png"/><Relationship Id="rId8" Type="http://schemas.openxmlformats.org/officeDocument/2006/relationships/customXml" Target="../ink/ink726.xml"/><Relationship Id="rId51" Type="http://schemas.openxmlformats.org/officeDocument/2006/relationships/customXml" Target="../ink/ink748.xml"/><Relationship Id="rId72" Type="http://schemas.openxmlformats.org/officeDocument/2006/relationships/customXml" Target="../ink/ink759.xml"/><Relationship Id="rId93" Type="http://schemas.openxmlformats.org/officeDocument/2006/relationships/customXml" Target="../ink/ink770.xml"/><Relationship Id="rId98" Type="http://schemas.openxmlformats.org/officeDocument/2006/relationships/image" Target="../media/image744.png"/><Relationship Id="rId121" Type="http://schemas.openxmlformats.org/officeDocument/2006/relationships/customXml" Target="../ink/ink785.xml"/><Relationship Id="rId3" Type="http://schemas.openxmlformats.org/officeDocument/2006/relationships/image" Target="../media/image699.png"/><Relationship Id="rId25" Type="http://schemas.openxmlformats.org/officeDocument/2006/relationships/customXml" Target="../ink/ink735.xml"/><Relationship Id="rId46" Type="http://schemas.openxmlformats.org/officeDocument/2006/relationships/image" Target="../media/image717.png"/><Relationship Id="rId67" Type="http://schemas.openxmlformats.org/officeDocument/2006/relationships/image" Target="../media/image727.png"/><Relationship Id="rId116" Type="http://schemas.openxmlformats.org/officeDocument/2006/relationships/customXml" Target="../ink/ink782.xml"/><Relationship Id="rId137" Type="http://schemas.openxmlformats.org/officeDocument/2006/relationships/customXml" Target="../ink/ink793.xml"/><Relationship Id="rId20" Type="http://schemas.openxmlformats.org/officeDocument/2006/relationships/image" Target="../media/image706.png"/><Relationship Id="rId41" Type="http://schemas.openxmlformats.org/officeDocument/2006/relationships/customXml" Target="../ink/ink743.xml"/><Relationship Id="rId62" Type="http://schemas.openxmlformats.org/officeDocument/2006/relationships/image" Target="../media/image725.png"/><Relationship Id="rId83" Type="http://schemas.openxmlformats.org/officeDocument/2006/relationships/customXml" Target="../ink/ink765.xml"/><Relationship Id="rId88" Type="http://schemas.openxmlformats.org/officeDocument/2006/relationships/image" Target="../media/image738.png"/><Relationship Id="rId111" Type="http://schemas.openxmlformats.org/officeDocument/2006/relationships/image" Target="../media/image751.png"/><Relationship Id="rId132" Type="http://schemas.openxmlformats.org/officeDocument/2006/relationships/image" Target="../media/image762.png"/><Relationship Id="rId15" Type="http://schemas.openxmlformats.org/officeDocument/2006/relationships/customXml" Target="../ink/ink730.xml"/><Relationship Id="rId36" Type="http://schemas.openxmlformats.org/officeDocument/2006/relationships/image" Target="../media/image583.png"/><Relationship Id="rId57" Type="http://schemas.openxmlformats.org/officeDocument/2006/relationships/customXml" Target="../ink/ink751.xml"/><Relationship Id="rId106" Type="http://schemas.openxmlformats.org/officeDocument/2006/relationships/customXml" Target="../ink/ink777.xml"/><Relationship Id="rId127" Type="http://schemas.openxmlformats.org/officeDocument/2006/relationships/customXml" Target="../ink/ink788.xml"/><Relationship Id="rId10" Type="http://schemas.openxmlformats.org/officeDocument/2006/relationships/customXml" Target="../ink/ink727.xml"/><Relationship Id="rId31" Type="http://schemas.openxmlformats.org/officeDocument/2006/relationships/customXml" Target="../ink/ink738.xml"/><Relationship Id="rId52" Type="http://schemas.openxmlformats.org/officeDocument/2006/relationships/image" Target="../media/image721.png"/><Relationship Id="rId73" Type="http://schemas.openxmlformats.org/officeDocument/2006/relationships/image" Target="../media/image731.png"/><Relationship Id="rId78" Type="http://schemas.openxmlformats.org/officeDocument/2006/relationships/image" Target="../media/image733.png"/><Relationship Id="rId94" Type="http://schemas.openxmlformats.org/officeDocument/2006/relationships/image" Target="../media/image742.png"/><Relationship Id="rId99" Type="http://schemas.openxmlformats.org/officeDocument/2006/relationships/customXml" Target="../ink/ink773.xml"/><Relationship Id="rId101" Type="http://schemas.openxmlformats.org/officeDocument/2006/relationships/image" Target="../media/image745.png"/><Relationship Id="rId122" Type="http://schemas.openxmlformats.org/officeDocument/2006/relationships/image" Target="../media/image756.png"/><Relationship Id="rId4" Type="http://schemas.openxmlformats.org/officeDocument/2006/relationships/customXml" Target="../ink/ink724.xml"/><Relationship Id="rId9" Type="http://schemas.openxmlformats.org/officeDocument/2006/relationships/image" Target="../media/image703.png"/><Relationship Id="rId26" Type="http://schemas.openxmlformats.org/officeDocument/2006/relationships/image" Target="../media/image708.png"/><Relationship Id="rId47" Type="http://schemas.openxmlformats.org/officeDocument/2006/relationships/customXml" Target="../ink/ink746.xml"/><Relationship Id="rId68" Type="http://schemas.openxmlformats.org/officeDocument/2006/relationships/customXml" Target="../ink/ink757.xml"/><Relationship Id="rId89" Type="http://schemas.openxmlformats.org/officeDocument/2006/relationships/customXml" Target="../ink/ink768.xml"/><Relationship Id="rId112" Type="http://schemas.openxmlformats.org/officeDocument/2006/relationships/customXml" Target="../ink/ink780.xml"/><Relationship Id="rId133" Type="http://schemas.openxmlformats.org/officeDocument/2006/relationships/customXml" Target="../ink/ink791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customXml" Target="../ink/ink795.xml"/><Relationship Id="rId13" Type="http://schemas.openxmlformats.org/officeDocument/2006/relationships/image" Target="../media/image774.png"/><Relationship Id="rId18" Type="http://schemas.openxmlformats.org/officeDocument/2006/relationships/customXml" Target="../ink/ink800.xml"/><Relationship Id="rId3" Type="http://schemas.openxmlformats.org/officeDocument/2006/relationships/image" Target="../media/image766.png"/><Relationship Id="rId21" Type="http://schemas.openxmlformats.org/officeDocument/2006/relationships/image" Target="../media/image778.png"/><Relationship Id="rId7" Type="http://schemas.openxmlformats.org/officeDocument/2006/relationships/image" Target="../media/image771.png"/><Relationship Id="rId12" Type="http://schemas.openxmlformats.org/officeDocument/2006/relationships/customXml" Target="../ink/ink797.xml"/><Relationship Id="rId17" Type="http://schemas.openxmlformats.org/officeDocument/2006/relationships/image" Target="../media/image776.png"/><Relationship Id="rId2" Type="http://schemas.openxmlformats.org/officeDocument/2006/relationships/image" Target="../media/image353.jpeg"/><Relationship Id="rId16" Type="http://schemas.openxmlformats.org/officeDocument/2006/relationships/customXml" Target="../ink/ink799.xml"/><Relationship Id="rId20" Type="http://schemas.openxmlformats.org/officeDocument/2006/relationships/customXml" Target="../ink/ink801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794.xml"/><Relationship Id="rId11" Type="http://schemas.openxmlformats.org/officeDocument/2006/relationships/image" Target="../media/image773.png"/><Relationship Id="rId5" Type="http://schemas.openxmlformats.org/officeDocument/2006/relationships/image" Target="../media/image768.png"/><Relationship Id="rId15" Type="http://schemas.openxmlformats.org/officeDocument/2006/relationships/image" Target="../media/image775.png"/><Relationship Id="rId10" Type="http://schemas.openxmlformats.org/officeDocument/2006/relationships/customXml" Target="../ink/ink796.xml"/><Relationship Id="rId19" Type="http://schemas.openxmlformats.org/officeDocument/2006/relationships/image" Target="../media/image777.png"/><Relationship Id="rId4" Type="http://schemas.openxmlformats.org/officeDocument/2006/relationships/image" Target="../media/image767.png"/><Relationship Id="rId9" Type="http://schemas.openxmlformats.org/officeDocument/2006/relationships/image" Target="../media/image772.png"/><Relationship Id="rId14" Type="http://schemas.openxmlformats.org/officeDocument/2006/relationships/customXml" Target="../ink/ink79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/>
              <a:t>Derivadas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s-AR" dirty="0"/>
              <a:t>Análisis Matemático I</a:t>
            </a:r>
          </a:p>
          <a:p>
            <a:r>
              <a:rPr lang="es-AR" dirty="0"/>
              <a:t>Ingeniería en Sistemas de Información</a:t>
            </a:r>
          </a:p>
          <a:p>
            <a:r>
              <a:rPr lang="es-AR" dirty="0"/>
              <a:t>Licenciatura en Sistemas de Información</a:t>
            </a:r>
          </a:p>
        </p:txBody>
      </p:sp>
    </p:spTree>
    <p:extLst>
      <p:ext uri="{BB962C8B-B14F-4D97-AF65-F5344CB8AC3E}">
        <p14:creationId xmlns:p14="http://schemas.microsoft.com/office/powerpoint/2010/main" val="1158366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Velocidad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917066" y="2600581"/>
            <a:ext cx="6763300" cy="1958539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15921" y="4559120"/>
            <a:ext cx="9083727" cy="1311327"/>
          </a:xfrm>
        </p:spPr>
        <p:txBody>
          <a:bodyPr/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¿Cómo calcula velocidad del auto? 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¿La velocidad que se calcula del tiempo t</a:t>
            </a:r>
            <a:r>
              <a:rPr lang="es-AR" sz="1200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a t</a:t>
            </a:r>
            <a:r>
              <a:rPr lang="es-A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859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Velocidad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290038" y="2635446"/>
                <a:ext cx="8866028" cy="34882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A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¿Cómo calcula velocidad del auto? </a:t>
                </a:r>
              </a:p>
              <a:p>
                <a:r>
                  <a:rPr lang="es-A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La velocidad se determina con el cociente entre el espacio recorrido y el tiempo insumido en recorrerlo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𝑣𝑒𝑙𝑜𝑑𝑖𝑐𝑎𝑑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𝑒𝑠𝑝𝑎𝑐𝑖𝑜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𝑡𝑖𝑒𝑚𝑝𝑜</m:t>
                          </m:r>
                        </m:den>
                      </m:f>
                    </m:oMath>
                  </m:oMathPara>
                </a14:m>
                <a:endParaRPr lang="es-AR" sz="2000" dirty="0"/>
              </a:p>
              <a:p>
                <a:r>
                  <a:rPr lang="es-A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Velocidad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→ v</a:t>
                </a:r>
              </a:p>
              <a:p>
                <a:r>
                  <a:rPr lang="es-A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Tiempo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→ t</a:t>
                </a:r>
              </a:p>
              <a:p>
                <a:r>
                  <a:rPr lang="es-A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Espacio recorrido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→ s</a:t>
                </a:r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s-AR" sz="20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0038" y="2635446"/>
                <a:ext cx="8866028" cy="3488263"/>
              </a:xfrm>
              <a:prstGeom prst="rect">
                <a:avLst/>
              </a:prstGeom>
              <a:blipFill rotWithShape="0">
                <a:blip r:embed="rId2"/>
                <a:stretch>
                  <a:fillRect l="-757" t="-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247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Función Velocidad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295403" y="2777114"/>
                <a:ext cx="8866028" cy="24659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A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La función es </a:t>
                </a:r>
                <a:r>
                  <a:rPr lang="es-AR" sz="2000" dirty="0"/>
                  <a:t>	</a:t>
                </a:r>
                <a:r>
                  <a:rPr lang="es-AR" sz="2000" i="1" dirty="0"/>
                  <a:t>v</a:t>
                </a:r>
                <a:r>
                  <a:rPr lang="es-AR" sz="2000" dirty="0"/>
                  <a:t> = f(t)</a:t>
                </a:r>
              </a:p>
              <a:p>
                <a:r>
                  <a:rPr lang="es-AR" sz="2000" dirty="0"/>
                  <a:t> </a:t>
                </a:r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0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AR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AR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AR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es-A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r>
                  <a:rPr lang="es-A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En ordenadas se representa </a:t>
                </a:r>
                <a:r>
                  <a:rPr lang="es-AR" sz="2000" i="1" dirty="0"/>
                  <a:t>v</a:t>
                </a:r>
                <a:r>
                  <a:rPr lang="es-AR" sz="2000" dirty="0"/>
                  <a:t> </a:t>
                </a:r>
                <a:r>
                  <a:rPr lang="es-A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y en abscisas </a:t>
                </a:r>
                <a:r>
                  <a:rPr lang="es-AR" sz="2000" i="1" dirty="0"/>
                  <a:t>t</a:t>
                </a:r>
                <a:endParaRPr lang="en-US" sz="2000" i="1" dirty="0"/>
              </a:p>
              <a:p>
                <a:endParaRPr lang="es-AR" sz="20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3" y="2777114"/>
                <a:ext cx="8866028" cy="2465931"/>
              </a:xfrm>
              <a:prstGeom prst="rect">
                <a:avLst/>
              </a:prstGeom>
              <a:blipFill rotWithShape="0">
                <a:blip r:embed="rId2"/>
                <a:stretch>
                  <a:fillRect l="-757" t="-1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3360" y="3116688"/>
            <a:ext cx="3299988" cy="198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837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Velocidad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295403" y="2777114"/>
                <a:ext cx="8866028" cy="27363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A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Unidades</a:t>
                </a:r>
              </a:p>
              <a:p>
                <a:r>
                  <a:rPr lang="es-A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Velocidad</a:t>
                </a:r>
                <a:r>
                  <a:rPr lang="es-AR" sz="2000" dirty="0"/>
                  <a:t> </a:t>
                </a:r>
                <a:r>
                  <a:rPr lang="en-US" sz="2000" dirty="0"/>
                  <a:t>→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𝑙𝑜𝑛𝑔𝑖𝑡𝑢𝑑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𝑡𝑖𝑒𝑚𝑝𝑜</m:t>
                            </m:r>
                          </m:den>
                        </m:f>
                      </m:e>
                    </m:d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s-A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Tiempo</a:t>
                </a:r>
                <a:r>
                  <a:rPr lang="es-AR" sz="2000" dirty="0"/>
                  <a:t> </a:t>
                </a:r>
                <a:r>
                  <a:rPr lang="en-US" sz="2000" dirty="0"/>
                  <a:t>→ [t] = [</a:t>
                </a:r>
                <a:r>
                  <a:rPr lang="en-US" sz="2000" dirty="0" err="1"/>
                  <a:t>hora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minuto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segundo</a:t>
                </a:r>
                <a:r>
                  <a:rPr lang="en-US" sz="2000" dirty="0"/>
                  <a:t>]</a:t>
                </a:r>
              </a:p>
              <a:p>
                <a:r>
                  <a:rPr lang="es-A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Espacio recorrido</a:t>
                </a:r>
                <a:r>
                  <a:rPr lang="es-AR" sz="2000" dirty="0"/>
                  <a:t> </a:t>
                </a:r>
                <a:r>
                  <a:rPr lang="en-US" sz="2000" dirty="0"/>
                  <a:t>→ [s] = [m, km, </a:t>
                </a:r>
                <a:r>
                  <a:rPr lang="en-US" sz="2000" dirty="0" err="1"/>
                  <a:t>pulg</a:t>
                </a:r>
                <a:r>
                  <a:rPr lang="en-US" sz="2000" dirty="0"/>
                  <a:t>, foot, </a:t>
                </a:r>
                <a:r>
                  <a:rPr lang="en-US" sz="2000" dirty="0" err="1"/>
                  <a:t>etc</a:t>
                </a:r>
                <a:r>
                  <a:rPr lang="en-US" sz="2000" dirty="0"/>
                  <a:t>]</a:t>
                </a:r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s-AR" sz="20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3" y="2777114"/>
                <a:ext cx="8866028" cy="2736327"/>
              </a:xfrm>
              <a:prstGeom prst="rect">
                <a:avLst/>
              </a:prstGeom>
              <a:blipFill rotWithShape="0">
                <a:blip r:embed="rId2"/>
                <a:stretch>
                  <a:fillRect l="-757" t="-1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8521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Velocidad promedio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295403" y="2777114"/>
                <a:ext cx="8866028" cy="23874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A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La velocidad promedio es </a:t>
                </a:r>
              </a:p>
              <a:p>
                <a:r>
                  <a:rPr lang="es-A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El automóvil parte de</a:t>
                </a:r>
                <a:r>
                  <a:rPr lang="es-AR" sz="2000" dirty="0"/>
                  <a:t> </a:t>
                </a:r>
                <a:r>
                  <a:rPr lang="en-US" sz="2000" dirty="0"/>
                  <a:t>t</a:t>
                </a:r>
                <a:r>
                  <a:rPr lang="en-US" sz="2000" baseline="-25000" dirty="0"/>
                  <a:t>o</a:t>
                </a:r>
                <a:r>
                  <a:rPr lang="en-US" sz="2000" dirty="0"/>
                  <a:t>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en</a:t>
                </a:r>
                <a:r>
                  <a:rPr lang="en-US" sz="2000" dirty="0"/>
                  <a:t> s</a:t>
                </a:r>
                <a:r>
                  <a:rPr lang="en-US" sz="2000" baseline="-25000" dirty="0"/>
                  <a:t>o</a:t>
                </a:r>
                <a:r>
                  <a:rPr lang="en-US" sz="2000" dirty="0"/>
                  <a:t> </a:t>
                </a:r>
              </a:p>
              <a:p>
                <a:r>
                  <a:rPr lang="es-A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Al final del recorrido </a:t>
                </a:r>
                <a:r>
                  <a:rPr lang="en-US" sz="2000" dirty="0"/>
                  <a:t>t</a:t>
                </a:r>
                <a:r>
                  <a:rPr lang="en-US" sz="2000" baseline="-25000" dirty="0"/>
                  <a:t>1</a:t>
                </a:r>
                <a:r>
                  <a:rPr lang="en-US" sz="2000" dirty="0"/>
                  <a:t>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en</a:t>
                </a:r>
                <a:r>
                  <a:rPr lang="en-US" sz="2000" dirty="0"/>
                  <a:t> s</a:t>
                </a:r>
                <a:r>
                  <a:rPr lang="en-US" sz="2000" baseline="-25000" dirty="0"/>
                  <a:t>1</a:t>
                </a:r>
                <a:r>
                  <a:rPr lang="en-US" sz="2000" dirty="0"/>
                  <a:t> </a:t>
                </a:r>
              </a:p>
              <a:p>
                <a:pPr algn="ctr"/>
                <a:r>
                  <a:rPr lang="es-AR" sz="20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US" sz="2000" dirty="0"/>
              </a:p>
              <a:p>
                <a:endParaRPr lang="es-AR" sz="2000" dirty="0"/>
              </a:p>
              <a:p>
                <a:r>
                  <a:rPr lang="es-A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Para analizar la velocidad promedio se define la razón de cambio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AR" sz="20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3" y="2777114"/>
                <a:ext cx="8866028" cy="2387448"/>
              </a:xfrm>
              <a:prstGeom prst="rect">
                <a:avLst/>
              </a:prstGeom>
              <a:blipFill rotWithShape="0">
                <a:blip r:embed="rId2"/>
                <a:stretch>
                  <a:fillRect l="-757" t="-1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4683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Razón de cambio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344721" y="2609688"/>
                <a:ext cx="8866028" cy="37049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Se llama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razón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cambio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y=f(x)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respecto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x en el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intervalo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AR" sz="2000" i="1"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] 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para </a:t>
                </a:r>
                <a:r>
                  <a:rPr lang="en-US" sz="2000" dirty="0" err="1">
                    <a:latin typeface="Symbol" panose="05050102010706020507" pitchFamily="18" charset="2"/>
                    <a:cs typeface="Arial" panose="020B0604020202020204" pitchFamily="34" charset="0"/>
                  </a:rPr>
                  <a:t>D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s-AR" sz="2000" dirty="0">
                    <a:latin typeface="Cambria Math" panose="02040503050406030204" pitchFamily="18" charset="0"/>
                  </a:rPr>
                  <a:t>0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000" b="0" i="1" smtClean="0">
                          <a:latin typeface="Cambria Math" panose="02040503050406030204" pitchFamily="18" charset="0"/>
                        </a:rPr>
                        <m:t>𝑟𝑎𝑧</m:t>
                      </m:r>
                      <m:r>
                        <a:rPr lang="es-AR" sz="2000" b="0" i="1" smtClean="0"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es-AR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A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sz="20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A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sz="2000" b="0" i="1" smtClean="0">
                          <a:latin typeface="Cambria Math" panose="02040503050406030204" pitchFamily="18" charset="0"/>
                        </a:rPr>
                        <m:t>𝑐𝑎𝑚𝑏𝑖𝑜</m:t>
                      </m:r>
                      <m:r>
                        <a:rPr lang="es-AR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s-AR" sz="2000" dirty="0"/>
              </a:p>
              <a:p>
                <a:r>
                  <a:rPr lang="es-A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Donde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 </a:t>
                </a:r>
              </a:p>
              <a:p>
                <a:r>
                  <a:rPr lang="en-US" sz="2000" dirty="0"/>
                  <a:t>  </a:t>
                </a:r>
                <a:endParaRPr lang="es-AR" sz="2000" i="1" dirty="0"/>
              </a:p>
              <a:p>
                <a:endParaRPr lang="en-US" sz="2000" dirty="0"/>
              </a:p>
              <a:p>
                <a:endParaRPr lang="es-AR" sz="20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4721" y="2609688"/>
                <a:ext cx="8866028" cy="3704925"/>
              </a:xfrm>
              <a:prstGeom prst="rect">
                <a:avLst/>
              </a:prstGeom>
              <a:blipFill rotWithShape="0">
                <a:blip r:embed="rId2"/>
                <a:stretch>
                  <a:fillRect l="-757" t="-9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9392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Velocidad instantánea</a:t>
            </a:r>
            <a:br>
              <a:rPr lang="es-AR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973690" y="2854387"/>
                <a:ext cx="8866028" cy="30263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A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Para calcular la velocidad instantánea el tiempo t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→</a:t>
                </a:r>
                <a:r>
                  <a:rPr lang="es-A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to 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debe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tender a cero</a:t>
                </a:r>
              </a:p>
              <a:p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Considerando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la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función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AR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∆</m:t>
                          </m:r>
                          <m:r>
                            <a:rPr lang="es-A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r>
                  <a:rPr lang="es-AR" sz="2000" dirty="0">
                    <a:latin typeface="Cambria Math" panose="02040503050406030204" pitchFamily="18" charset="0"/>
                  </a:rPr>
                  <a:t>Para acercarnos sin que el denominar sea cero vamos  tomar límite</a:t>
                </a:r>
              </a:p>
              <a:p>
                <a:pPr algn="ctr"/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s-AR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AR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s-AR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AR" sz="20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lim>
                            </m:limLow>
                          </m:fName>
                          <m:e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s-AR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func>
                      </m:e>
                    </m:func>
                  </m:oMath>
                </a14:m>
                <a:r>
                  <a:rPr lang="en-US" sz="2000" dirty="0"/>
                  <a:t> </a:t>
                </a:r>
              </a:p>
              <a:p>
                <a:r>
                  <a:rPr lang="es-AR" sz="2000" dirty="0">
                    <a:latin typeface="Cambria Math" panose="02040503050406030204" pitchFamily="18" charset="0"/>
                  </a:rPr>
                  <a:t>A este límite le llamamos derivada</a:t>
                </a:r>
                <a:endParaRPr lang="en-US" sz="2000" dirty="0">
                  <a:latin typeface="Cambria Math" panose="02040503050406030204" pitchFamily="18" charset="0"/>
                </a:endParaRPr>
              </a:p>
              <a:p>
                <a:endParaRPr lang="en-US" sz="2000" i="1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3690" y="2854387"/>
                <a:ext cx="8866028" cy="3026341"/>
              </a:xfrm>
              <a:prstGeom prst="rect">
                <a:avLst/>
              </a:prstGeom>
              <a:blipFill rotWithShape="0">
                <a:blip r:embed="rId2"/>
                <a:stretch>
                  <a:fillRect l="-757" t="-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8247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Derivada</a:t>
            </a:r>
            <a:br>
              <a:rPr lang="es-AR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407020" y="2725598"/>
                <a:ext cx="8866028" cy="28959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A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Dada una función </a:t>
                </a:r>
                <a:r>
                  <a:rPr lang="es-A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continua</a:t>
                </a:r>
                <a:r>
                  <a:rPr lang="es-A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en un intervalo (</a:t>
                </a:r>
                <a:r>
                  <a:rPr lang="es-AR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a;b</a:t>
                </a:r>
                <a:r>
                  <a:rPr lang="es-A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) y siendo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)∈(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s-A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) se define la derivada como</a:t>
                </a:r>
              </a:p>
              <a:p>
                <a:endParaRPr lang="es-AR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  <a:endParaRPr lang="es-AR" sz="2000" dirty="0"/>
              </a:p>
              <a:p>
                <a:r>
                  <a:rPr lang="es-A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Siendo</a:t>
                </a:r>
                <a:r>
                  <a:rPr lang="es-AR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endParaRPr lang="en-US" sz="2000" i="1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7020" y="2725598"/>
                <a:ext cx="8866028" cy="2895921"/>
              </a:xfrm>
              <a:prstGeom prst="rect">
                <a:avLst/>
              </a:prstGeom>
              <a:blipFill rotWithShape="0">
                <a:blip r:embed="rId2"/>
                <a:stretch>
                  <a:fillRect l="-757" t="-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4334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Derivada</a:t>
            </a:r>
            <a:br>
              <a:rPr lang="es-AR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973690" y="2854387"/>
                <a:ext cx="8866028" cy="22690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AR" sz="2000" dirty="0"/>
                  <a:t>Otras formas de escribir la derivada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/>
                          </m:d>
                        </m:sup>
                      </m:sSup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  <a:p>
                <a:endParaRPr lang="es-AR" sz="2000" dirty="0"/>
              </a:p>
              <a:p>
                <a:endParaRPr lang="en-US" sz="2000" dirty="0"/>
              </a:p>
              <a:p>
                <a:endParaRPr lang="en-US" sz="2000" i="1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3690" y="2854387"/>
                <a:ext cx="8866028" cy="2269083"/>
              </a:xfrm>
              <a:prstGeom prst="rect">
                <a:avLst/>
              </a:prstGeom>
              <a:blipFill>
                <a:blip r:embed="rId2"/>
                <a:stretch>
                  <a:fillRect l="-757" t="-134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27631483-8F28-5490-CF84-AEA61ED2DBA0}"/>
                  </a:ext>
                </a:extLst>
              </p14:cNvPr>
              <p14:cNvContentPartPr/>
              <p14:nvPr/>
            </p14:nvContentPartPr>
            <p14:xfrm>
              <a:off x="6792339" y="3387806"/>
              <a:ext cx="360" cy="5580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27631483-8F28-5490-CF84-AEA61ED2DBA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74699" y="3370166"/>
                <a:ext cx="36000" cy="9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0709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Derivada</a:t>
            </a:r>
            <a:br>
              <a:rPr lang="es-AR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973690" y="2854387"/>
                <a:ext cx="8866028" cy="34885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AR" sz="2000" dirty="0"/>
                  <a:t>Dada una función </a:t>
                </a:r>
                <a:r>
                  <a:rPr lang="es-AR" sz="2000" b="1" dirty="0"/>
                  <a:t>continua</a:t>
                </a:r>
                <a:r>
                  <a:rPr lang="es-AR" sz="2000" dirty="0"/>
                  <a:t> en un intervalo (</a:t>
                </a:r>
                <a:r>
                  <a:rPr lang="es-AR" sz="2000" dirty="0" err="1"/>
                  <a:t>a;b</a:t>
                </a:r>
                <a:r>
                  <a:rPr lang="es-AR" sz="2000" dirty="0"/>
                  <a:t>) y siendo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)∈(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s-AR" sz="2000" dirty="0"/>
                  <a:t>) se define la derivada como</a:t>
                </a:r>
              </a:p>
              <a:p>
                <a:endParaRPr lang="es-AR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)= </m:t>
                      </m:r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 smtClean="0">
                                <a:latin typeface="Cambria Math" panose="02040503050406030204" pitchFamily="18" charset="0"/>
                              </a:rPr>
                              <m:t>)−</m:t>
                            </m:r>
                            <m:sSub>
                              <m:sSub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s-AR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  <m:m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≠0</m:t>
                            </m:r>
                          </m:e>
                        </m:mr>
                      </m:m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endParaRPr lang="en-US" sz="2000" i="1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3690" y="2854387"/>
                <a:ext cx="8866028" cy="3488584"/>
              </a:xfrm>
              <a:prstGeom prst="rect">
                <a:avLst/>
              </a:prstGeom>
              <a:blipFill rotWithShape="0">
                <a:blip r:embed="rId2"/>
                <a:stretch>
                  <a:fillRect l="-757" t="-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0693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Derivada</a:t>
            </a:r>
            <a:br>
              <a:rPr lang="es-AR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806264" y="2596810"/>
                <a:ext cx="8866028" cy="28441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AR" sz="2000" dirty="0"/>
                  <a:t>Reemplazando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 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+∆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AR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endParaRPr lang="es-AR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)= </m:t>
                      </m:r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→0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+∆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func>
                        </m:e>
                      </m:func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6264" y="2596810"/>
                <a:ext cx="8866028" cy="2844112"/>
              </a:xfrm>
              <a:prstGeom prst="rect">
                <a:avLst/>
              </a:prstGeom>
              <a:blipFill rotWithShape="0">
                <a:blip r:embed="rId2"/>
                <a:stretch>
                  <a:fillRect l="-687" t="-1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2126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Derivada</a:t>
            </a:r>
            <a:br>
              <a:rPr lang="es-AR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973690" y="2854387"/>
                <a:ext cx="8866028" cy="3170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AR" sz="2000" dirty="0"/>
                  <a:t>Ejemplos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AR" sz="2000" dirty="0"/>
                  <a:t>Calcular la derivada de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sz="2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utilizando</a:t>
                </a:r>
                <a:r>
                  <a:rPr lang="en-US" sz="2000" dirty="0"/>
                  <a:t> la </a:t>
                </a:r>
                <a:r>
                  <a:rPr lang="en-US" sz="2000" dirty="0" err="1"/>
                  <a:t>definición</a:t>
                </a:r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s-AR" sz="2000" dirty="0"/>
              </a:p>
              <a:p>
                <a:endParaRPr lang="en-US" sz="2000" dirty="0"/>
              </a:p>
              <a:p>
                <a:endParaRPr lang="en-US" sz="2000" i="1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3690" y="2854387"/>
                <a:ext cx="8866028" cy="3170099"/>
              </a:xfrm>
              <a:prstGeom prst="rect">
                <a:avLst/>
              </a:prstGeom>
              <a:blipFill rotWithShape="0">
                <a:blip r:embed="rId2"/>
                <a:stretch>
                  <a:fillRect l="-757" t="-9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937" y="3738092"/>
            <a:ext cx="2924175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890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Derivada</a:t>
            </a:r>
            <a:br>
              <a:rPr lang="es-AR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973690" y="2854387"/>
                <a:ext cx="8866028" cy="4056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AR" sz="2000" dirty="0"/>
                  <a:t>Ejemplos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AR" sz="2000" dirty="0"/>
                  <a:t>Calcular la derivada de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sz="2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utilizando</a:t>
                </a:r>
                <a:r>
                  <a:rPr lang="en-US" sz="2000" dirty="0"/>
                  <a:t> la </a:t>
                </a:r>
                <a:r>
                  <a:rPr lang="en-US" sz="2000" dirty="0" err="1"/>
                  <a:t>definición</a:t>
                </a:r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r>
                        <a:rPr lang="es-AR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  <a:p>
                <a:r>
                  <a:rPr lang="es-AR" sz="2000" dirty="0"/>
                  <a:t>Por lo tanto para y=k su derivada y’=0</a:t>
                </a:r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s-AR" sz="2000" dirty="0"/>
              </a:p>
              <a:p>
                <a:endParaRPr lang="en-US" sz="2000" dirty="0"/>
              </a:p>
              <a:p>
                <a:endParaRPr lang="en-US" sz="2000" i="1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3690" y="2854387"/>
                <a:ext cx="8866028" cy="4056110"/>
              </a:xfrm>
              <a:prstGeom prst="rect">
                <a:avLst/>
              </a:prstGeom>
              <a:blipFill rotWithShape="0">
                <a:blip r:embed="rId2"/>
                <a:stretch>
                  <a:fillRect l="-757" t="-7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5255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Derivada</a:t>
            </a:r>
            <a:br>
              <a:rPr lang="es-AR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973690" y="2854387"/>
                <a:ext cx="8866028" cy="4056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AR" sz="2000" dirty="0"/>
                  <a:t>Ejemplos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AR" sz="2000" dirty="0"/>
                  <a:t>Calcular la derivada de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utilizando</a:t>
                </a:r>
                <a:r>
                  <a:rPr lang="en-US" sz="2000" dirty="0"/>
                  <a:t> la </a:t>
                </a:r>
                <a:r>
                  <a:rPr lang="en-US" sz="2000" dirty="0" err="1"/>
                  <a:t>definición</a:t>
                </a:r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+∆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+∆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→0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func>
                        </m:e>
                      </m:func>
                      <m:r>
                        <a:rPr lang="en-US" sz="2000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000" dirty="0"/>
              </a:p>
              <a:p>
                <a:r>
                  <a:rPr lang="es-AR" sz="2000" dirty="0"/>
                  <a:t>Por lo tanto para y=x su derivada y’=1</a:t>
                </a:r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s-AR" sz="2000" dirty="0"/>
              </a:p>
              <a:p>
                <a:endParaRPr lang="en-US" sz="2000" dirty="0"/>
              </a:p>
              <a:p>
                <a:endParaRPr lang="en-US" sz="2000" i="1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3690" y="2854387"/>
                <a:ext cx="8866028" cy="4056110"/>
              </a:xfrm>
              <a:prstGeom prst="rect">
                <a:avLst/>
              </a:prstGeom>
              <a:blipFill rotWithShape="0">
                <a:blip r:embed="rId2"/>
                <a:stretch>
                  <a:fillRect l="-757" t="-7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3374E0A9-3FCA-85E1-D0A8-BF68DA5094FB}"/>
                  </a:ext>
                </a:extLst>
              </p14:cNvPr>
              <p14:cNvContentPartPr/>
              <p14:nvPr/>
            </p14:nvContentPartPr>
            <p14:xfrm>
              <a:off x="10788381" y="3246370"/>
              <a:ext cx="131760" cy="291600"/>
            </p14:xfrm>
          </p:contentPart>
        </mc:Choice>
        <mc:Fallback xmlns=""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3374E0A9-3FCA-85E1-D0A8-BF68DA5094F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782261" y="3240250"/>
                <a:ext cx="14400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6C47530C-ED07-2841-914B-DAEBF9C93CDD}"/>
                  </a:ext>
                </a:extLst>
              </p14:cNvPr>
              <p14:cNvContentPartPr/>
              <p14:nvPr/>
            </p14:nvContentPartPr>
            <p14:xfrm>
              <a:off x="10018341" y="3832810"/>
              <a:ext cx="211320" cy="235080"/>
            </p14:xfrm>
          </p:contentPart>
        </mc:Choice>
        <mc:Fallback xmlns=""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6C47530C-ED07-2841-914B-DAEBF9C93CD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012221" y="3826690"/>
                <a:ext cx="223560" cy="24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upo 26">
            <a:extLst>
              <a:ext uri="{FF2B5EF4-FFF2-40B4-BE49-F238E27FC236}">
                <a16:creationId xmlns:a16="http://schemas.microsoft.com/office/drawing/2014/main" id="{7680177F-C935-E650-8F27-4695307A6AA4}"/>
              </a:ext>
            </a:extLst>
          </p:cNvPr>
          <p:cNvGrpSpPr/>
          <p:nvPr/>
        </p:nvGrpSpPr>
        <p:grpSpPr>
          <a:xfrm>
            <a:off x="9871461" y="3137290"/>
            <a:ext cx="2012400" cy="2323440"/>
            <a:chOff x="9871461" y="3137290"/>
            <a:chExt cx="2012400" cy="232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A1F9A800-1FAB-8DEF-61B4-18C5786CBEAB}"/>
                    </a:ext>
                  </a:extLst>
                </p14:cNvPr>
                <p14:cNvContentPartPr/>
                <p14:nvPr/>
              </p14:nvContentPartPr>
              <p14:xfrm>
                <a:off x="10548261" y="3206410"/>
                <a:ext cx="81360" cy="2254320"/>
              </p14:xfrm>
            </p:contentPart>
          </mc:Choice>
          <mc:Fallback xmlns=""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A1F9A800-1FAB-8DEF-61B4-18C5786CBEA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542141" y="3200290"/>
                  <a:ext cx="93600" cy="226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FB63CB9E-ED79-9032-F2E4-9CA19FCB87BF}"/>
                    </a:ext>
                  </a:extLst>
                </p14:cNvPr>
                <p14:cNvContentPartPr/>
                <p14:nvPr/>
              </p14:nvContentPartPr>
              <p14:xfrm>
                <a:off x="10296261" y="3630490"/>
                <a:ext cx="705240" cy="360"/>
              </p14:xfrm>
            </p:contentPart>
          </mc:Choice>
          <mc:Fallback xmlns=""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FB63CB9E-ED79-9032-F2E4-9CA19FCB87B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290141" y="3624370"/>
                  <a:ext cx="7174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0016E546-D402-9AB6-E764-F015DADD173D}"/>
                    </a:ext>
                  </a:extLst>
                </p14:cNvPr>
                <p14:cNvContentPartPr/>
                <p14:nvPr/>
              </p14:nvContentPartPr>
              <p14:xfrm>
                <a:off x="9951741" y="3603490"/>
                <a:ext cx="1785240" cy="108720"/>
              </p14:xfrm>
            </p:contentPart>
          </mc:Choice>
          <mc:Fallback xmlns=""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0016E546-D402-9AB6-E764-F015DADD173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945621" y="3597370"/>
                  <a:ext cx="17974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27545BCC-64EF-7B90-E7A2-46A5392E2BF5}"/>
                    </a:ext>
                  </a:extLst>
                </p14:cNvPr>
                <p14:cNvContentPartPr/>
                <p14:nvPr/>
              </p14:nvContentPartPr>
              <p14:xfrm>
                <a:off x="9899181" y="3246370"/>
                <a:ext cx="232200" cy="222480"/>
              </p14:xfrm>
            </p:contentPart>
          </mc:Choice>
          <mc:Fallback xmlns=""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27545BCC-64EF-7B90-E7A2-46A5392E2BF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893061" y="3240250"/>
                  <a:ext cx="2444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5712F21B-8478-7BE9-FFA3-669EADA73EFC}"/>
                    </a:ext>
                  </a:extLst>
                </p14:cNvPr>
                <p14:cNvContentPartPr/>
                <p14:nvPr/>
              </p14:nvContentPartPr>
              <p14:xfrm>
                <a:off x="9871461" y="3246370"/>
                <a:ext cx="186840" cy="22500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5712F21B-8478-7BE9-FFA3-669EADA73EF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865341" y="3240250"/>
                  <a:ext cx="1990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54515EDA-EBA7-47F0-71E2-0EA156878657}"/>
                    </a:ext>
                  </a:extLst>
                </p14:cNvPr>
                <p14:cNvContentPartPr/>
                <p14:nvPr/>
              </p14:nvContentPartPr>
              <p14:xfrm>
                <a:off x="11131461" y="3339250"/>
                <a:ext cx="89640" cy="360"/>
              </p14:xfrm>
            </p:contentPart>
          </mc:Choice>
          <mc:Fallback xmlns=""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54515EDA-EBA7-47F0-71E2-0EA15687865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125341" y="3333130"/>
                  <a:ext cx="1018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52A9D906-DB59-81AD-192D-E05AF1F9B89C}"/>
                    </a:ext>
                  </a:extLst>
                </p14:cNvPr>
                <p14:cNvContentPartPr/>
                <p14:nvPr/>
              </p14:nvContentPartPr>
              <p14:xfrm>
                <a:off x="11104821" y="3259690"/>
                <a:ext cx="104400" cy="360"/>
              </p14:xfrm>
            </p:contentPart>
          </mc:Choice>
          <mc:Fallback xmlns=""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52A9D906-DB59-81AD-192D-E05AF1F9B89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098701" y="3253570"/>
                  <a:ext cx="1166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47EE4B4E-187E-8E09-2ECC-52515D0D4CC8}"/>
                    </a:ext>
                  </a:extLst>
                </p14:cNvPr>
                <p14:cNvContentPartPr/>
                <p14:nvPr/>
              </p14:nvContentPartPr>
              <p14:xfrm>
                <a:off x="11301381" y="3137290"/>
                <a:ext cx="63360" cy="453600"/>
              </p14:xfrm>
            </p:contentPart>
          </mc:Choice>
          <mc:Fallback xmlns=""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47EE4B4E-187E-8E09-2ECC-52515D0D4CC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1295261" y="3131170"/>
                  <a:ext cx="7560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D6442D09-CC8B-F9D2-4C8D-B72F1E28C9D0}"/>
                    </a:ext>
                  </a:extLst>
                </p14:cNvPr>
                <p14:cNvContentPartPr/>
                <p14:nvPr/>
              </p14:nvContentPartPr>
              <p14:xfrm>
                <a:off x="11290581" y="3511690"/>
                <a:ext cx="36000" cy="13320"/>
              </p14:xfrm>
            </p:contentPart>
          </mc:Choice>
          <mc:Fallback xmlns=""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D6442D09-CC8B-F9D2-4C8D-B72F1E28C9D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1284461" y="3505570"/>
                  <a:ext cx="482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E7400082-CBAD-8481-A3C9-A0B6FA0C0450}"/>
                    </a:ext>
                  </a:extLst>
                </p14:cNvPr>
                <p14:cNvContentPartPr/>
                <p14:nvPr/>
              </p14:nvContentPartPr>
              <p14:xfrm>
                <a:off x="11435301" y="3299650"/>
                <a:ext cx="28080" cy="251640"/>
              </p14:xfrm>
            </p:contentPart>
          </mc:Choice>
          <mc:Fallback xmlns=""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E7400082-CBAD-8481-A3C9-A0B6FA0C045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429181" y="3293530"/>
                  <a:ext cx="403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899D3AEB-E761-A604-580E-DCFE6AAB6A70}"/>
                    </a:ext>
                  </a:extLst>
                </p14:cNvPr>
                <p14:cNvContentPartPr/>
                <p14:nvPr/>
              </p14:nvContentPartPr>
              <p14:xfrm>
                <a:off x="11515581" y="3299650"/>
                <a:ext cx="368280" cy="225720"/>
              </p14:xfrm>
            </p:contentPart>
          </mc:Choice>
          <mc:Fallback xmlns=""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899D3AEB-E761-A604-580E-DCFE6AAB6A7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509461" y="3293530"/>
                  <a:ext cx="3805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67E7FC84-2D81-5CC3-0369-7090D7347FC5}"/>
                    </a:ext>
                  </a:extLst>
                </p14:cNvPr>
                <p14:cNvContentPartPr/>
                <p14:nvPr/>
              </p14:nvContentPartPr>
              <p14:xfrm>
                <a:off x="11563821" y="3392170"/>
                <a:ext cx="164520" cy="115200"/>
              </p14:xfrm>
            </p:contentPart>
          </mc:Choice>
          <mc:Fallback xmlns=""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67E7FC84-2D81-5CC3-0369-7090D7347FC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1557701" y="3386050"/>
                  <a:ext cx="1767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7AED5096-E7F6-D86D-AE61-FEF2F432A973}"/>
                    </a:ext>
                  </a:extLst>
                </p14:cNvPr>
                <p14:cNvContentPartPr/>
                <p14:nvPr/>
              </p14:nvContentPartPr>
              <p14:xfrm>
                <a:off x="11654181" y="3220090"/>
                <a:ext cx="157680" cy="596520"/>
              </p14:xfrm>
            </p:contentPart>
          </mc:Choice>
          <mc:Fallback xmlns=""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7AED5096-E7F6-D86D-AE61-FEF2F432A97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648061" y="3213970"/>
                  <a:ext cx="169920" cy="60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8" name="Entrada de lápiz 27">
                <a:extLst>
                  <a:ext uri="{FF2B5EF4-FFF2-40B4-BE49-F238E27FC236}">
                    <a16:creationId xmlns:a16="http://schemas.microsoft.com/office/drawing/2014/main" id="{AF9E8C32-400E-9F6D-24FB-58618318AF2E}"/>
                  </a:ext>
                </a:extLst>
              </p14:cNvPr>
              <p14:cNvContentPartPr/>
              <p14:nvPr/>
            </p14:nvContentPartPr>
            <p14:xfrm>
              <a:off x="10777941" y="3831730"/>
              <a:ext cx="72360" cy="298080"/>
            </p14:xfrm>
          </p:contentPart>
        </mc:Choice>
        <mc:Fallback xmlns="">
          <p:pic>
            <p:nvPicPr>
              <p:cNvPr id="28" name="Entrada de lápiz 27">
                <a:extLst>
                  <a:ext uri="{FF2B5EF4-FFF2-40B4-BE49-F238E27FC236}">
                    <a16:creationId xmlns:a16="http://schemas.microsoft.com/office/drawing/2014/main" id="{AF9E8C32-400E-9F6D-24FB-58618318AF2E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0771821" y="3825610"/>
                <a:ext cx="8460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9" name="Entrada de lápiz 28">
                <a:extLst>
                  <a:ext uri="{FF2B5EF4-FFF2-40B4-BE49-F238E27FC236}">
                    <a16:creationId xmlns:a16="http://schemas.microsoft.com/office/drawing/2014/main" id="{D0556E4F-E430-C898-7E58-0679E5AE7DF3}"/>
                  </a:ext>
                </a:extLst>
              </p14:cNvPr>
              <p14:cNvContentPartPr/>
              <p14:nvPr/>
            </p14:nvContentPartPr>
            <p14:xfrm>
              <a:off x="10032741" y="4358770"/>
              <a:ext cx="266040" cy="241920"/>
            </p14:xfrm>
          </p:contentPart>
        </mc:Choice>
        <mc:Fallback xmlns="">
          <p:pic>
            <p:nvPicPr>
              <p:cNvPr id="29" name="Entrada de lápiz 28">
                <a:extLst>
                  <a:ext uri="{FF2B5EF4-FFF2-40B4-BE49-F238E27FC236}">
                    <a16:creationId xmlns:a16="http://schemas.microsoft.com/office/drawing/2014/main" id="{D0556E4F-E430-C898-7E58-0679E5AE7DF3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0026621" y="4352650"/>
                <a:ext cx="27828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30" name="Entrada de lápiz 29">
                <a:extLst>
                  <a:ext uri="{FF2B5EF4-FFF2-40B4-BE49-F238E27FC236}">
                    <a16:creationId xmlns:a16="http://schemas.microsoft.com/office/drawing/2014/main" id="{68396608-3C6A-91DD-A50A-F865C9692B32}"/>
                  </a:ext>
                </a:extLst>
              </p14:cNvPr>
              <p14:cNvContentPartPr/>
              <p14:nvPr/>
            </p14:nvContentPartPr>
            <p14:xfrm>
              <a:off x="10760661" y="4346170"/>
              <a:ext cx="209520" cy="241560"/>
            </p14:xfrm>
          </p:contentPart>
        </mc:Choice>
        <mc:Fallback xmlns="">
          <p:pic>
            <p:nvPicPr>
              <p:cNvPr id="30" name="Entrada de lápiz 29">
                <a:extLst>
                  <a:ext uri="{FF2B5EF4-FFF2-40B4-BE49-F238E27FC236}">
                    <a16:creationId xmlns:a16="http://schemas.microsoft.com/office/drawing/2014/main" id="{68396608-3C6A-91DD-A50A-F865C9692B32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0754541" y="4340050"/>
                <a:ext cx="221760" cy="25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upo 44">
            <a:extLst>
              <a:ext uri="{FF2B5EF4-FFF2-40B4-BE49-F238E27FC236}">
                <a16:creationId xmlns:a16="http://schemas.microsoft.com/office/drawing/2014/main" id="{912C621F-52FC-07E6-C144-01E08ED0881E}"/>
              </a:ext>
            </a:extLst>
          </p:cNvPr>
          <p:cNvGrpSpPr/>
          <p:nvPr/>
        </p:nvGrpSpPr>
        <p:grpSpPr>
          <a:xfrm>
            <a:off x="9526221" y="4876450"/>
            <a:ext cx="1036080" cy="574200"/>
            <a:chOff x="9526221" y="4876450"/>
            <a:chExt cx="1036080" cy="57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4EB27B39-B6C4-7CF2-115F-0FF093EB79EF}"/>
                    </a:ext>
                  </a:extLst>
                </p14:cNvPr>
                <p14:cNvContentPartPr/>
                <p14:nvPr/>
              </p14:nvContentPartPr>
              <p14:xfrm>
                <a:off x="9567621" y="4956010"/>
                <a:ext cx="125280" cy="135360"/>
              </p14:xfrm>
            </p:contentPart>
          </mc:Choice>
          <mc:Fallback xmlns=""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4EB27B39-B6C4-7CF2-115F-0FF093EB79E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561501" y="4949890"/>
                  <a:ext cx="1375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2A64E84E-BE4C-E26D-9312-596552A3655E}"/>
                    </a:ext>
                  </a:extLst>
                </p14:cNvPr>
                <p14:cNvContentPartPr/>
                <p14:nvPr/>
              </p14:nvContentPartPr>
              <p14:xfrm>
                <a:off x="9606501" y="4942330"/>
                <a:ext cx="93960" cy="170640"/>
              </p14:xfrm>
            </p:contentPart>
          </mc:Choice>
          <mc:Fallback xmlns=""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2A64E84E-BE4C-E26D-9312-596552A3655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600381" y="4936210"/>
                  <a:ext cx="1062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255048C3-4775-21A5-ACD2-27111ADCD9E0}"/>
                    </a:ext>
                  </a:extLst>
                </p14:cNvPr>
                <p14:cNvContentPartPr/>
                <p14:nvPr/>
              </p14:nvContentPartPr>
              <p14:xfrm>
                <a:off x="9885861" y="4968970"/>
                <a:ext cx="24840" cy="160920"/>
              </p14:xfrm>
            </p:contentPart>
          </mc:Choice>
          <mc:Fallback xmlns=""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255048C3-4775-21A5-ACD2-27111ADCD9E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879741" y="4962850"/>
                  <a:ext cx="370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3C3F317C-2495-BBC7-DAD6-F6EF42A82C1B}"/>
                    </a:ext>
                  </a:extLst>
                </p14:cNvPr>
                <p14:cNvContentPartPr/>
                <p14:nvPr/>
              </p14:nvContentPartPr>
              <p14:xfrm>
                <a:off x="9805941" y="5022250"/>
                <a:ext cx="198720" cy="53280"/>
              </p14:xfrm>
            </p:contentPart>
          </mc:Choice>
          <mc:Fallback xmlns=""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3C3F317C-2495-BBC7-DAD6-F6EF42A82C1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799821" y="5016130"/>
                  <a:ext cx="2109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D7D2519E-8533-E375-7802-06E657BCDDE6}"/>
                    </a:ext>
                  </a:extLst>
                </p14:cNvPr>
                <p14:cNvContentPartPr/>
                <p14:nvPr/>
              </p14:nvContentPartPr>
              <p14:xfrm>
                <a:off x="10110141" y="4942330"/>
                <a:ext cx="28800" cy="206640"/>
              </p14:xfrm>
            </p:contentPart>
          </mc:Choice>
          <mc:Fallback xmlns=""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D7D2519E-8533-E375-7802-06E657BCDDE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104021" y="4936210"/>
                  <a:ext cx="410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48DF013D-9297-FEDE-BEAD-A885A6D0B81A}"/>
                    </a:ext>
                  </a:extLst>
                </p14:cNvPr>
                <p14:cNvContentPartPr/>
                <p14:nvPr/>
              </p14:nvContentPartPr>
              <p14:xfrm>
                <a:off x="10137501" y="5008930"/>
                <a:ext cx="360" cy="360"/>
              </p14:xfrm>
            </p:contentPart>
          </mc:Choice>
          <mc:Fallback xmlns=""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48DF013D-9297-FEDE-BEAD-A885A6D0B81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131381" y="500281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2EF69992-AC7D-9F1D-6036-BD6942B8D20A}"/>
                    </a:ext>
                  </a:extLst>
                </p14:cNvPr>
                <p14:cNvContentPartPr/>
                <p14:nvPr/>
              </p14:nvContentPartPr>
              <p14:xfrm>
                <a:off x="10030941" y="4942330"/>
                <a:ext cx="367200" cy="337320"/>
              </p14:xfrm>
            </p:contentPart>
          </mc:Choice>
          <mc:Fallback xmlns=""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2EF69992-AC7D-9F1D-6036-BD6942B8D20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024821" y="4936210"/>
                  <a:ext cx="37944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C071BABD-547B-37AB-7875-A5741F233A35}"/>
                    </a:ext>
                  </a:extLst>
                </p14:cNvPr>
                <p14:cNvContentPartPr/>
                <p14:nvPr/>
              </p14:nvContentPartPr>
              <p14:xfrm>
                <a:off x="10402461" y="5035570"/>
                <a:ext cx="119520" cy="174960"/>
              </p14:xfrm>
            </p:contentPart>
          </mc:Choice>
          <mc:Fallback xmlns=""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C071BABD-547B-37AB-7875-A5741F233A3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396341" y="5029450"/>
                  <a:ext cx="1317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BEAAB138-528B-8809-6D7B-E3708F1C81C3}"/>
                    </a:ext>
                  </a:extLst>
                </p14:cNvPr>
                <p14:cNvContentPartPr/>
                <p14:nvPr/>
              </p14:nvContentPartPr>
              <p14:xfrm>
                <a:off x="10336941" y="5022250"/>
                <a:ext cx="185400" cy="428400"/>
              </p14:xfrm>
            </p:contentPart>
          </mc:Choice>
          <mc:Fallback xmlns=""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BEAAB138-528B-8809-6D7B-E3708F1C81C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330821" y="5016130"/>
                  <a:ext cx="19764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1DC43CF1-B0E7-88EA-BC81-A76F63BB5187}"/>
                    </a:ext>
                  </a:extLst>
                </p14:cNvPr>
                <p14:cNvContentPartPr/>
                <p14:nvPr/>
              </p14:nvContentPartPr>
              <p14:xfrm>
                <a:off x="9526221" y="4876450"/>
                <a:ext cx="94680" cy="423360"/>
              </p14:xfrm>
            </p:contentPart>
          </mc:Choice>
          <mc:Fallback xmlns=""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1DC43CF1-B0E7-88EA-BC81-A76F63BB518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520101" y="4870330"/>
                  <a:ext cx="106920" cy="4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AAC011C4-B2A6-5905-D0E2-F6363020FCEE}"/>
                    </a:ext>
                  </a:extLst>
                </p14:cNvPr>
                <p14:cNvContentPartPr/>
                <p14:nvPr/>
              </p14:nvContentPartPr>
              <p14:xfrm>
                <a:off x="10468701" y="4916050"/>
                <a:ext cx="93600" cy="357120"/>
              </p14:xfrm>
            </p:contentPart>
          </mc:Choice>
          <mc:Fallback xmlns=""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AAC011C4-B2A6-5905-D0E2-F6363020FCE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462581" y="4909930"/>
                  <a:ext cx="105840" cy="36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upo 47">
            <a:extLst>
              <a:ext uri="{FF2B5EF4-FFF2-40B4-BE49-F238E27FC236}">
                <a16:creationId xmlns:a16="http://schemas.microsoft.com/office/drawing/2014/main" id="{941C5B43-6195-8C34-6E98-A783D1F97C60}"/>
              </a:ext>
            </a:extLst>
          </p:cNvPr>
          <p:cNvGrpSpPr/>
          <p:nvPr/>
        </p:nvGrpSpPr>
        <p:grpSpPr>
          <a:xfrm>
            <a:off x="5976261" y="2769010"/>
            <a:ext cx="150480" cy="411840"/>
            <a:chOff x="5976261" y="2769010"/>
            <a:chExt cx="150480" cy="41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C9C65239-097E-2017-2321-DBFC69631017}"/>
                    </a:ext>
                  </a:extLst>
                </p14:cNvPr>
                <p14:cNvContentPartPr/>
                <p14:nvPr/>
              </p14:nvContentPartPr>
              <p14:xfrm>
                <a:off x="6069141" y="2769010"/>
                <a:ext cx="360" cy="343800"/>
              </p14:xfrm>
            </p:contentPart>
          </mc:Choice>
          <mc:Fallback xmlns=""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C9C65239-097E-2017-2321-DBFC6963101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063021" y="2762890"/>
                  <a:ext cx="1260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12578153-D435-D227-CCE7-1B7557C356A6}"/>
                    </a:ext>
                  </a:extLst>
                </p14:cNvPr>
                <p14:cNvContentPartPr/>
                <p14:nvPr/>
              </p14:nvContentPartPr>
              <p14:xfrm>
                <a:off x="5976261" y="3087250"/>
                <a:ext cx="150480" cy="93600"/>
              </p14:xfrm>
            </p:contentPart>
          </mc:Choice>
          <mc:Fallback xmlns=""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12578153-D435-D227-CCE7-1B7557C356A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970141" y="3081130"/>
                  <a:ext cx="162720" cy="10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DAA62D5E-673C-9E82-F3F2-A32D68A390D9}"/>
              </a:ext>
            </a:extLst>
          </p:cNvPr>
          <p:cNvGrpSpPr/>
          <p:nvPr/>
        </p:nvGrpSpPr>
        <p:grpSpPr>
          <a:xfrm>
            <a:off x="10775781" y="4920730"/>
            <a:ext cx="920160" cy="353160"/>
            <a:chOff x="10775781" y="4920730"/>
            <a:chExt cx="920160" cy="35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5A322D14-F30A-656A-9CCC-C8795472BBCE}"/>
                    </a:ext>
                  </a:extLst>
                </p14:cNvPr>
                <p14:cNvContentPartPr/>
                <p14:nvPr/>
              </p14:nvContentPartPr>
              <p14:xfrm>
                <a:off x="10826901" y="5008930"/>
                <a:ext cx="129600" cy="200880"/>
              </p14:xfrm>
            </p:contentPart>
          </mc:Choice>
          <mc:Fallback xmlns=""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5A322D14-F30A-656A-9CCC-C8795472BBC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820781" y="5002810"/>
                  <a:ext cx="1418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38628F4A-04DA-B3B7-6B6B-56B59CFAD10B}"/>
                    </a:ext>
                  </a:extLst>
                </p14:cNvPr>
                <p14:cNvContentPartPr/>
                <p14:nvPr/>
              </p14:nvContentPartPr>
              <p14:xfrm>
                <a:off x="10775781" y="5022250"/>
                <a:ext cx="197280" cy="192960"/>
              </p14:xfrm>
            </p:contentPart>
          </mc:Choice>
          <mc:Fallback xmlns=""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38628F4A-04DA-B3B7-6B6B-56B59CFAD10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769661" y="5016130"/>
                  <a:ext cx="2095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E45F4E93-A9D4-5637-D45C-081ABD174AAD}"/>
                    </a:ext>
                  </a:extLst>
                </p14:cNvPr>
                <p14:cNvContentPartPr/>
                <p14:nvPr/>
              </p14:nvContentPartPr>
              <p14:xfrm>
                <a:off x="11118501" y="5048530"/>
                <a:ext cx="12240" cy="225360"/>
              </p14:xfrm>
            </p:contentPart>
          </mc:Choice>
          <mc:Fallback xmlns=""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E45F4E93-A9D4-5637-D45C-081ABD174AA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112381" y="5042410"/>
                  <a:ext cx="244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FC36F5E5-F099-B4A2-0F1C-9B6D43C107A3}"/>
                    </a:ext>
                  </a:extLst>
                </p14:cNvPr>
                <p14:cNvContentPartPr/>
                <p14:nvPr/>
              </p14:nvContentPartPr>
              <p14:xfrm>
                <a:off x="11038581" y="5181370"/>
                <a:ext cx="155160" cy="360"/>
              </p14:xfrm>
            </p:contentPart>
          </mc:Choice>
          <mc:Fallback xmlns=""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FC36F5E5-F099-B4A2-0F1C-9B6D43C107A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032461" y="5175250"/>
                  <a:ext cx="167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306BE547-36F0-0D8B-3211-8E52ACFA260F}"/>
                    </a:ext>
                  </a:extLst>
                </p14:cNvPr>
                <p14:cNvContentPartPr/>
                <p14:nvPr/>
              </p14:nvContentPartPr>
              <p14:xfrm>
                <a:off x="11207061" y="4920730"/>
                <a:ext cx="294840" cy="340560"/>
              </p14:xfrm>
            </p:contentPart>
          </mc:Choice>
          <mc:Fallback xmlns=""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306BE547-36F0-0D8B-3211-8E52ACFA260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1200941" y="4914610"/>
                  <a:ext cx="30708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52283A64-4678-034B-F42E-C47912E3B3EA}"/>
                    </a:ext>
                  </a:extLst>
                </p14:cNvPr>
                <p14:cNvContentPartPr/>
                <p14:nvPr/>
              </p14:nvContentPartPr>
              <p14:xfrm>
                <a:off x="11528901" y="5022250"/>
                <a:ext cx="167040" cy="151920"/>
              </p14:xfrm>
            </p:contentPart>
          </mc:Choice>
          <mc:Fallback xmlns=""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52283A64-4678-034B-F42E-C47912E3B3E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522781" y="5016130"/>
                  <a:ext cx="1792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DE0EDAC5-CB20-1543-EDD4-A5FE0FA02DE8}"/>
                    </a:ext>
                  </a:extLst>
                </p14:cNvPr>
                <p14:cNvContentPartPr/>
                <p14:nvPr/>
              </p14:nvContentPartPr>
              <p14:xfrm>
                <a:off x="11541501" y="5075170"/>
                <a:ext cx="107280" cy="100080"/>
              </p14:xfrm>
            </p:contentPart>
          </mc:Choice>
          <mc:Fallback xmlns=""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DE0EDAC5-CB20-1543-EDD4-A5FE0FA02DE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1535381" y="5069050"/>
                  <a:ext cx="119520" cy="11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60" name="Entrada de lápiz 59">
                <a:extLst>
                  <a:ext uri="{FF2B5EF4-FFF2-40B4-BE49-F238E27FC236}">
                    <a16:creationId xmlns:a16="http://schemas.microsoft.com/office/drawing/2014/main" id="{DA72A613-D571-C6D7-8651-9A0A8C7002C1}"/>
                  </a:ext>
                </a:extLst>
              </p14:cNvPr>
              <p14:cNvContentPartPr/>
              <p14:nvPr/>
            </p14:nvContentPartPr>
            <p14:xfrm>
              <a:off x="5701941" y="3815890"/>
              <a:ext cx="287640" cy="284400"/>
            </p14:xfrm>
          </p:contentPart>
        </mc:Choice>
        <mc:Fallback xmlns="">
          <p:pic>
            <p:nvPicPr>
              <p:cNvPr id="60" name="Entrada de lápiz 59">
                <a:extLst>
                  <a:ext uri="{FF2B5EF4-FFF2-40B4-BE49-F238E27FC236}">
                    <a16:creationId xmlns:a16="http://schemas.microsoft.com/office/drawing/2014/main" id="{DA72A613-D571-C6D7-8651-9A0A8C7002C1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5684301" y="3798250"/>
                <a:ext cx="323280" cy="32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61" name="Entrada de lápiz 60">
                <a:extLst>
                  <a:ext uri="{FF2B5EF4-FFF2-40B4-BE49-F238E27FC236}">
                    <a16:creationId xmlns:a16="http://schemas.microsoft.com/office/drawing/2014/main" id="{E81904FE-F645-CE70-2529-CE4661A8BC04}"/>
                  </a:ext>
                </a:extLst>
              </p14:cNvPr>
              <p14:cNvContentPartPr/>
              <p14:nvPr/>
            </p14:nvContentPartPr>
            <p14:xfrm>
              <a:off x="6679341" y="3604210"/>
              <a:ext cx="264600" cy="597960"/>
            </p14:xfrm>
          </p:contentPart>
        </mc:Choice>
        <mc:Fallback xmlns="">
          <p:pic>
            <p:nvPicPr>
              <p:cNvPr id="61" name="Entrada de lápiz 60">
                <a:extLst>
                  <a:ext uri="{FF2B5EF4-FFF2-40B4-BE49-F238E27FC236}">
                    <a16:creationId xmlns:a16="http://schemas.microsoft.com/office/drawing/2014/main" id="{E81904FE-F645-CE70-2529-CE4661A8BC04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6661341" y="3586210"/>
                <a:ext cx="300240" cy="63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62" name="Entrada de lápiz 61">
                <a:extLst>
                  <a:ext uri="{FF2B5EF4-FFF2-40B4-BE49-F238E27FC236}">
                    <a16:creationId xmlns:a16="http://schemas.microsoft.com/office/drawing/2014/main" id="{495AF328-1615-B90B-BF56-394E89349070}"/>
                  </a:ext>
                </a:extLst>
              </p14:cNvPr>
              <p14:cNvContentPartPr/>
              <p14:nvPr/>
            </p14:nvContentPartPr>
            <p14:xfrm>
              <a:off x="7702101" y="3604210"/>
              <a:ext cx="394920" cy="1229760"/>
            </p14:xfrm>
          </p:contentPart>
        </mc:Choice>
        <mc:Fallback xmlns="">
          <p:pic>
            <p:nvPicPr>
              <p:cNvPr id="62" name="Entrada de lápiz 61">
                <a:extLst>
                  <a:ext uri="{FF2B5EF4-FFF2-40B4-BE49-F238E27FC236}">
                    <a16:creationId xmlns:a16="http://schemas.microsoft.com/office/drawing/2014/main" id="{495AF328-1615-B90B-BF56-394E89349070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7684101" y="3586210"/>
                <a:ext cx="430560" cy="126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upo 67">
            <a:extLst>
              <a:ext uri="{FF2B5EF4-FFF2-40B4-BE49-F238E27FC236}">
                <a16:creationId xmlns:a16="http://schemas.microsoft.com/office/drawing/2014/main" id="{250B9EF1-C002-803B-451E-DF896B718BF3}"/>
              </a:ext>
            </a:extLst>
          </p:cNvPr>
          <p:cNvGrpSpPr/>
          <p:nvPr/>
        </p:nvGrpSpPr>
        <p:grpSpPr>
          <a:xfrm>
            <a:off x="7936821" y="1033090"/>
            <a:ext cx="815760" cy="426240"/>
            <a:chOff x="7936821" y="1033090"/>
            <a:chExt cx="815760" cy="42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F46A061B-EB41-37B7-44FA-32D632E91BC0}"/>
                    </a:ext>
                  </a:extLst>
                </p14:cNvPr>
                <p14:cNvContentPartPr/>
                <p14:nvPr/>
              </p14:nvContentPartPr>
              <p14:xfrm>
                <a:off x="7936821" y="1033090"/>
                <a:ext cx="148680" cy="387360"/>
              </p14:xfrm>
            </p:contentPart>
          </mc:Choice>
          <mc:Fallback xmlns=""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F46A061B-EB41-37B7-44FA-32D632E91BC0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918821" y="1015450"/>
                  <a:ext cx="18432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B2E65C71-A3A3-0056-2B5C-CDE8825B8AB5}"/>
                    </a:ext>
                  </a:extLst>
                </p14:cNvPr>
                <p14:cNvContentPartPr/>
                <p14:nvPr/>
              </p14:nvContentPartPr>
              <p14:xfrm>
                <a:off x="8268741" y="1311730"/>
                <a:ext cx="124560" cy="360"/>
              </p14:xfrm>
            </p:contentPart>
          </mc:Choice>
          <mc:Fallback xmlns=""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B2E65C71-A3A3-0056-2B5C-CDE8825B8AB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251101" y="1293730"/>
                  <a:ext cx="1602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FDA832B3-B3BE-0207-37EC-B5691E98C121}"/>
                    </a:ext>
                  </a:extLst>
                </p14:cNvPr>
                <p14:cNvContentPartPr/>
                <p14:nvPr/>
              </p14:nvContentPartPr>
              <p14:xfrm>
                <a:off x="8322021" y="1218850"/>
                <a:ext cx="76680" cy="360"/>
              </p14:xfrm>
            </p:contentPart>
          </mc:Choice>
          <mc:Fallback xmlns=""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FDA832B3-B3BE-0207-37EC-B5691E98C12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304021" y="1201210"/>
                  <a:ext cx="112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C835F8C7-297F-D131-B08C-6310BDE17DE1}"/>
                    </a:ext>
                  </a:extLst>
                </p14:cNvPr>
                <p14:cNvContentPartPr/>
                <p14:nvPr/>
              </p14:nvContentPartPr>
              <p14:xfrm>
                <a:off x="8560341" y="1125970"/>
                <a:ext cx="192240" cy="269280"/>
              </p14:xfrm>
            </p:contentPart>
          </mc:Choice>
          <mc:Fallback xmlns=""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C835F8C7-297F-D131-B08C-6310BDE17DE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542701" y="1107970"/>
                  <a:ext cx="2278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33642B3A-1739-CB50-5729-2D26C66DD0D5}"/>
                    </a:ext>
                  </a:extLst>
                </p14:cNvPr>
                <p14:cNvContentPartPr/>
                <p14:nvPr/>
              </p14:nvContentPartPr>
              <p14:xfrm>
                <a:off x="8473221" y="1192570"/>
                <a:ext cx="273240" cy="266760"/>
              </p14:xfrm>
            </p:contentPart>
          </mc:Choice>
          <mc:Fallback xmlns=""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33642B3A-1739-CB50-5729-2D26C66DD0D5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455581" y="1174570"/>
                  <a:ext cx="308880" cy="30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upo 73">
            <a:extLst>
              <a:ext uri="{FF2B5EF4-FFF2-40B4-BE49-F238E27FC236}">
                <a16:creationId xmlns:a16="http://schemas.microsoft.com/office/drawing/2014/main" id="{5EDFC962-9338-272F-9386-E01106D36BA3}"/>
              </a:ext>
            </a:extLst>
          </p:cNvPr>
          <p:cNvGrpSpPr/>
          <p:nvPr/>
        </p:nvGrpSpPr>
        <p:grpSpPr>
          <a:xfrm>
            <a:off x="7871301" y="1722490"/>
            <a:ext cx="555120" cy="443160"/>
            <a:chOff x="7871301" y="1722490"/>
            <a:chExt cx="555120" cy="44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286E395A-71BD-C6CE-18BD-1F4A743EF0F1}"/>
                    </a:ext>
                  </a:extLst>
                </p14:cNvPr>
                <p14:cNvContentPartPr/>
                <p14:nvPr/>
              </p14:nvContentPartPr>
              <p14:xfrm>
                <a:off x="7871301" y="1748770"/>
                <a:ext cx="203040" cy="416880"/>
              </p14:xfrm>
            </p:contentPart>
          </mc:Choice>
          <mc:Fallback xmlns=""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286E395A-71BD-C6CE-18BD-1F4A743EF0F1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853301" y="1731130"/>
                  <a:ext cx="23868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E5611421-286C-757F-35DB-14758259911B}"/>
                    </a:ext>
                  </a:extLst>
                </p14:cNvPr>
                <p14:cNvContentPartPr/>
                <p14:nvPr/>
              </p14:nvContentPartPr>
              <p14:xfrm>
                <a:off x="8189181" y="1722490"/>
                <a:ext cx="360" cy="144720"/>
              </p14:xfrm>
            </p:contentPart>
          </mc:Choice>
          <mc:Fallback xmlns=""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E5611421-286C-757F-35DB-14758259911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171541" y="1704490"/>
                  <a:ext cx="360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CFF731A5-1C53-180A-1024-221BD9A4A505}"/>
                    </a:ext>
                  </a:extLst>
                </p14:cNvPr>
                <p14:cNvContentPartPr/>
                <p14:nvPr/>
              </p14:nvContentPartPr>
              <p14:xfrm>
                <a:off x="8334981" y="1987450"/>
                <a:ext cx="89280" cy="360"/>
              </p14:xfrm>
            </p:contentPart>
          </mc:Choice>
          <mc:Fallback xmlns=""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CFF731A5-1C53-180A-1024-221BD9A4A50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317341" y="1969450"/>
                  <a:ext cx="1249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DB087A87-DBA2-534B-A522-B7D0C26D705E}"/>
                    </a:ext>
                  </a:extLst>
                </p14:cNvPr>
                <p14:cNvContentPartPr/>
                <p14:nvPr/>
              </p14:nvContentPartPr>
              <p14:xfrm>
                <a:off x="8322021" y="2146570"/>
                <a:ext cx="104400" cy="360"/>
              </p14:xfrm>
            </p:contentPart>
          </mc:Choice>
          <mc:Fallback xmlns=""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DB087A87-DBA2-534B-A522-B7D0C26D705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304021" y="2128930"/>
                  <a:ext cx="14004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73" name="Entrada de lápiz 72">
                <a:extLst>
                  <a:ext uri="{FF2B5EF4-FFF2-40B4-BE49-F238E27FC236}">
                    <a16:creationId xmlns:a16="http://schemas.microsoft.com/office/drawing/2014/main" id="{2CB1AC18-8CB4-171B-F806-E2BF12F3CA89}"/>
                  </a:ext>
                </a:extLst>
              </p14:cNvPr>
              <p14:cNvContentPartPr/>
              <p14:nvPr/>
            </p14:nvContentPartPr>
            <p14:xfrm>
              <a:off x="8706141" y="1773250"/>
              <a:ext cx="93960" cy="318960"/>
            </p14:xfrm>
          </p:contentPart>
        </mc:Choice>
        <mc:Fallback xmlns="">
          <p:pic>
            <p:nvPicPr>
              <p:cNvPr id="73" name="Entrada de lápiz 72">
                <a:extLst>
                  <a:ext uri="{FF2B5EF4-FFF2-40B4-BE49-F238E27FC236}">
                    <a16:creationId xmlns:a16="http://schemas.microsoft.com/office/drawing/2014/main" id="{2CB1AC18-8CB4-171B-F806-E2BF12F3CA89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8688141" y="1755250"/>
                <a:ext cx="129600" cy="35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38199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Derivada</a:t>
            </a:r>
            <a:br>
              <a:rPr lang="es-AR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973690" y="2854387"/>
                <a:ext cx="8866028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AR" sz="2000" dirty="0"/>
                  <a:t>Ejemplos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s-AR" sz="2000" dirty="0"/>
                  <a:t>Calcular la derivada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000" dirty="0"/>
                  <a:t>3   </a:t>
                </a:r>
                <a:r>
                  <a:rPr lang="en-US" sz="2800" dirty="0" err="1"/>
                  <a:t>utilizando</a:t>
                </a:r>
                <a:r>
                  <a:rPr lang="en-US" sz="2800" dirty="0"/>
                  <a:t> la </a:t>
                </a:r>
                <a:r>
                  <a:rPr lang="en-US" sz="2800" dirty="0" err="1"/>
                  <a:t>definición</a:t>
                </a:r>
                <a:endParaRPr lang="en-US" sz="28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s-AR" sz="2000" dirty="0"/>
              </a:p>
              <a:p>
                <a:endParaRPr lang="en-US" sz="2000" dirty="0"/>
              </a:p>
              <a:p>
                <a:endParaRPr lang="en-US" sz="2000" i="1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3690" y="2854387"/>
                <a:ext cx="8866028" cy="2677656"/>
              </a:xfrm>
              <a:prstGeom prst="rect">
                <a:avLst/>
              </a:prstGeom>
              <a:blipFill>
                <a:blip r:embed="rId2"/>
                <a:stretch>
                  <a:fillRect l="-757" t="-113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24C94DDF-48E9-A689-F134-48FC41509B52}"/>
                  </a:ext>
                </a:extLst>
              </p14:cNvPr>
              <p14:cNvContentPartPr/>
              <p14:nvPr/>
            </p14:nvContentPartPr>
            <p14:xfrm>
              <a:off x="1404261" y="3855986"/>
              <a:ext cx="360" cy="37152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24C94DDF-48E9-A689-F134-48FC41509B5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86621" y="3838346"/>
                <a:ext cx="36000" cy="40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upo 10">
            <a:extLst>
              <a:ext uri="{FF2B5EF4-FFF2-40B4-BE49-F238E27FC236}">
                <a16:creationId xmlns:a16="http://schemas.microsoft.com/office/drawing/2014/main" id="{34E40E01-C399-07F7-CC6F-DAF7369995B2}"/>
              </a:ext>
            </a:extLst>
          </p:cNvPr>
          <p:cNvGrpSpPr/>
          <p:nvPr/>
        </p:nvGrpSpPr>
        <p:grpSpPr>
          <a:xfrm>
            <a:off x="754821" y="4041386"/>
            <a:ext cx="449640" cy="442080"/>
            <a:chOff x="754821" y="4041386"/>
            <a:chExt cx="449640" cy="44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C96D974B-5C15-693D-1573-BCA5319A2A87}"/>
                    </a:ext>
                  </a:extLst>
                </p14:cNvPr>
                <p14:cNvContentPartPr/>
                <p14:nvPr/>
              </p14:nvContentPartPr>
              <p14:xfrm>
                <a:off x="754821" y="4133906"/>
                <a:ext cx="146520" cy="349560"/>
              </p14:xfrm>
            </p:contentPart>
          </mc:Choice>
          <mc:Fallback xmlns=""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C96D974B-5C15-693D-1573-BCA5319A2A8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36821" y="4116266"/>
                  <a:ext cx="18216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5DA682C7-4647-6158-75E2-53E612AF8545}"/>
                    </a:ext>
                  </a:extLst>
                </p14:cNvPr>
                <p14:cNvContentPartPr/>
                <p14:nvPr/>
              </p14:nvContentPartPr>
              <p14:xfrm>
                <a:off x="953541" y="4041386"/>
                <a:ext cx="27720" cy="104040"/>
              </p14:xfrm>
            </p:contentPart>
          </mc:Choice>
          <mc:Fallback xmlns=""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5DA682C7-4647-6158-75E2-53E612AF854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35901" y="4023746"/>
                  <a:ext cx="633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E26E5D68-D179-FB89-80B7-80D86007A4B4}"/>
                    </a:ext>
                  </a:extLst>
                </p14:cNvPr>
                <p14:cNvContentPartPr/>
                <p14:nvPr/>
              </p14:nvContentPartPr>
              <p14:xfrm>
                <a:off x="1046421" y="4359626"/>
                <a:ext cx="158040" cy="360"/>
              </p14:xfrm>
            </p:contentPart>
          </mc:Choice>
          <mc:Fallback xmlns=""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E26E5D68-D179-FB89-80B7-80D86007A4B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28421" y="4341626"/>
                  <a:ext cx="193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7E4FBA88-9657-F6DE-64AC-356218FF009D}"/>
                    </a:ext>
                  </a:extLst>
                </p14:cNvPr>
                <p14:cNvContentPartPr/>
                <p14:nvPr/>
              </p14:nvContentPartPr>
              <p14:xfrm>
                <a:off x="1113021" y="4240106"/>
                <a:ext cx="62640" cy="36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7E4FBA88-9657-F6DE-64AC-356218FF009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95021" y="4222466"/>
                  <a:ext cx="9828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58464437-5DCC-52A8-EE46-153C94A715FC}"/>
              </a:ext>
            </a:extLst>
          </p:cNvPr>
          <p:cNvGrpSpPr/>
          <p:nvPr/>
        </p:nvGrpSpPr>
        <p:grpSpPr>
          <a:xfrm>
            <a:off x="1404261" y="4094666"/>
            <a:ext cx="705240" cy="172800"/>
            <a:chOff x="1404261" y="4094666"/>
            <a:chExt cx="705240" cy="17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A2F12202-0D98-8702-8DD6-D4246C6FCF4D}"/>
                    </a:ext>
                  </a:extLst>
                </p14:cNvPr>
                <p14:cNvContentPartPr/>
                <p14:nvPr/>
              </p14:nvContentPartPr>
              <p14:xfrm>
                <a:off x="1404261" y="4253426"/>
                <a:ext cx="158760" cy="360"/>
              </p14:xfrm>
            </p:contentPart>
          </mc:Choice>
          <mc:Fallback xmlns=""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A2F12202-0D98-8702-8DD6-D4246C6FCF4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386621" y="4235426"/>
                  <a:ext cx="1944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B11AE9F3-69F0-81EF-E153-BBBC82357CE5}"/>
                    </a:ext>
                  </a:extLst>
                </p14:cNvPr>
                <p14:cNvContentPartPr/>
                <p14:nvPr/>
              </p14:nvContentPartPr>
              <p14:xfrm>
                <a:off x="1722501" y="4094666"/>
                <a:ext cx="360" cy="159120"/>
              </p14:xfrm>
            </p:contentPart>
          </mc:Choice>
          <mc:Fallback xmlns=""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B11AE9F3-69F0-81EF-E153-BBBC82357CE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04501" y="4076666"/>
                  <a:ext cx="360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70E16FC8-A208-D537-C8ED-AB04B488A300}"/>
                    </a:ext>
                  </a:extLst>
                </p14:cNvPr>
                <p14:cNvContentPartPr/>
                <p14:nvPr/>
              </p14:nvContentPartPr>
              <p14:xfrm>
                <a:off x="1827981" y="4120226"/>
                <a:ext cx="281520" cy="147240"/>
              </p14:xfrm>
            </p:contentPart>
          </mc:Choice>
          <mc:Fallback xmlns=""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70E16FC8-A208-D537-C8ED-AB04B488A30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810341" y="4102226"/>
                  <a:ext cx="317160" cy="18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A7618AAA-D9E2-DA09-F417-8A87F64915CC}"/>
              </a:ext>
            </a:extLst>
          </p:cNvPr>
          <p:cNvGrpSpPr/>
          <p:nvPr/>
        </p:nvGrpSpPr>
        <p:grpSpPr>
          <a:xfrm>
            <a:off x="1357821" y="4518746"/>
            <a:ext cx="1282320" cy="283320"/>
            <a:chOff x="1357821" y="4518746"/>
            <a:chExt cx="1282320" cy="28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7D15D0C2-C7B9-2323-645E-5701E8003DFC}"/>
                    </a:ext>
                  </a:extLst>
                </p14:cNvPr>
                <p14:cNvContentPartPr/>
                <p14:nvPr/>
              </p14:nvContentPartPr>
              <p14:xfrm>
                <a:off x="1357821" y="4559066"/>
                <a:ext cx="262800" cy="167760"/>
              </p14:xfrm>
            </p:contentPart>
          </mc:Choice>
          <mc:Fallback xmlns=""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7D15D0C2-C7B9-2323-645E-5701E8003DF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340181" y="4541066"/>
                  <a:ext cx="2984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36AA52F6-DA9F-DEBA-CFB0-2AACB3F2EFCC}"/>
                    </a:ext>
                  </a:extLst>
                </p14:cNvPr>
                <p14:cNvContentPartPr/>
                <p14:nvPr/>
              </p14:nvContentPartPr>
              <p14:xfrm>
                <a:off x="1669221" y="4597946"/>
                <a:ext cx="124560" cy="102600"/>
              </p14:xfrm>
            </p:contentPart>
          </mc:Choice>
          <mc:Fallback xmlns=""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36AA52F6-DA9F-DEBA-CFB0-2AACB3F2EFC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651581" y="4579946"/>
                  <a:ext cx="1602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E3942EC0-67BB-7D98-691E-7F944632BA78}"/>
                    </a:ext>
                  </a:extLst>
                </p14:cNvPr>
                <p14:cNvContentPartPr/>
                <p14:nvPr/>
              </p14:nvContentPartPr>
              <p14:xfrm>
                <a:off x="1659501" y="4558346"/>
                <a:ext cx="142920" cy="243720"/>
              </p14:xfrm>
            </p:contentPart>
          </mc:Choice>
          <mc:Fallback xmlns=""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E3942EC0-67BB-7D98-691E-7F944632BA7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641501" y="4540346"/>
                  <a:ext cx="1785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9A0EE3C5-B6BA-CF3E-C231-E1D093762EEA}"/>
                    </a:ext>
                  </a:extLst>
                </p14:cNvPr>
                <p14:cNvContentPartPr/>
                <p14:nvPr/>
              </p14:nvContentPartPr>
              <p14:xfrm>
                <a:off x="1894941" y="4597946"/>
                <a:ext cx="166320" cy="360"/>
              </p14:xfrm>
            </p:contentPart>
          </mc:Choice>
          <mc:Fallback xmlns=""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9A0EE3C5-B6BA-CF3E-C231-E1D093762EE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876941" y="4579946"/>
                  <a:ext cx="2019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F8570A95-E2A2-E1ED-F30A-4375212183AA}"/>
                    </a:ext>
                  </a:extLst>
                </p14:cNvPr>
                <p14:cNvContentPartPr/>
                <p14:nvPr/>
              </p14:nvContentPartPr>
              <p14:xfrm>
                <a:off x="2058381" y="4518746"/>
                <a:ext cx="324000" cy="229320"/>
              </p14:xfrm>
            </p:contentPart>
          </mc:Choice>
          <mc:Fallback xmlns=""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F8570A95-E2A2-E1ED-F30A-4375212183A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040741" y="4501106"/>
                  <a:ext cx="3596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6048A4E5-1E01-44B6-E060-051C110E7E0E}"/>
                    </a:ext>
                  </a:extLst>
                </p14:cNvPr>
                <p14:cNvContentPartPr/>
                <p14:nvPr/>
              </p14:nvContentPartPr>
              <p14:xfrm>
                <a:off x="2502621" y="4531706"/>
                <a:ext cx="137520" cy="188280"/>
              </p14:xfrm>
            </p:contentPart>
          </mc:Choice>
          <mc:Fallback xmlns=""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6048A4E5-1E01-44B6-E060-051C110E7E0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484981" y="4514066"/>
                  <a:ext cx="173160" cy="22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4" name="Entrada de lápiz 23">
                <a:extLst>
                  <a:ext uri="{FF2B5EF4-FFF2-40B4-BE49-F238E27FC236}">
                    <a16:creationId xmlns:a16="http://schemas.microsoft.com/office/drawing/2014/main" id="{B159BF00-3956-412B-D17B-812A22DD2C91}"/>
                  </a:ext>
                </a:extLst>
              </p14:cNvPr>
              <p14:cNvContentPartPr/>
              <p14:nvPr/>
            </p14:nvContentPartPr>
            <p14:xfrm>
              <a:off x="2438181" y="4292306"/>
              <a:ext cx="2568960" cy="28440"/>
            </p14:xfrm>
          </p:contentPart>
        </mc:Choice>
        <mc:Fallback xmlns="">
          <p:pic>
            <p:nvPicPr>
              <p:cNvPr id="24" name="Entrada de lápiz 23">
                <a:extLst>
                  <a:ext uri="{FF2B5EF4-FFF2-40B4-BE49-F238E27FC236}">
                    <a16:creationId xmlns:a16="http://schemas.microsoft.com/office/drawing/2014/main" id="{B159BF00-3956-412B-D17B-812A22DD2C91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420541" y="4274666"/>
                <a:ext cx="260460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5" name="Entrada de lápiz 24">
                <a:extLst>
                  <a:ext uri="{FF2B5EF4-FFF2-40B4-BE49-F238E27FC236}">
                    <a16:creationId xmlns:a16="http://schemas.microsoft.com/office/drawing/2014/main" id="{9128602C-67FD-317D-4DA0-D044C0B814DE}"/>
                  </a:ext>
                </a:extLst>
              </p14:cNvPr>
              <p14:cNvContentPartPr/>
              <p14:nvPr/>
            </p14:nvContentPartPr>
            <p14:xfrm>
              <a:off x="2756421" y="3588146"/>
              <a:ext cx="147240" cy="462960"/>
            </p14:xfrm>
          </p:contentPart>
        </mc:Choice>
        <mc:Fallback xmlns="">
          <p:pic>
            <p:nvPicPr>
              <p:cNvPr id="25" name="Entrada de lápiz 24">
                <a:extLst>
                  <a:ext uri="{FF2B5EF4-FFF2-40B4-BE49-F238E27FC236}">
                    <a16:creationId xmlns:a16="http://schemas.microsoft.com/office/drawing/2014/main" id="{9128602C-67FD-317D-4DA0-D044C0B814DE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738421" y="3570146"/>
                <a:ext cx="182880" cy="49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upo 47">
            <a:extLst>
              <a:ext uri="{FF2B5EF4-FFF2-40B4-BE49-F238E27FC236}">
                <a16:creationId xmlns:a16="http://schemas.microsoft.com/office/drawing/2014/main" id="{4EA6C874-1D1D-4DFD-C9DF-7CE186575F20}"/>
              </a:ext>
            </a:extLst>
          </p:cNvPr>
          <p:cNvGrpSpPr/>
          <p:nvPr/>
        </p:nvGrpSpPr>
        <p:grpSpPr>
          <a:xfrm>
            <a:off x="2729781" y="3613706"/>
            <a:ext cx="3648600" cy="719640"/>
            <a:chOff x="2729781" y="3613706"/>
            <a:chExt cx="3648600" cy="71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F9168E26-40CE-DD15-4AAE-9E1C5F89E15A}"/>
                    </a:ext>
                  </a:extLst>
                </p14:cNvPr>
                <p14:cNvContentPartPr/>
                <p14:nvPr/>
              </p14:nvContentPartPr>
              <p14:xfrm>
                <a:off x="2729781" y="3868946"/>
                <a:ext cx="117720" cy="360"/>
              </p14:xfrm>
            </p:contentPart>
          </mc:Choice>
          <mc:Fallback xmlns=""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F9168E26-40CE-DD15-4AAE-9E1C5F89E15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711781" y="3851306"/>
                  <a:ext cx="1533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497A4AB8-BBB6-A22B-7BD4-CD5101FFC2EA}"/>
                    </a:ext>
                  </a:extLst>
                </p14:cNvPr>
                <p14:cNvContentPartPr/>
                <p14:nvPr/>
              </p14:nvContentPartPr>
              <p14:xfrm>
                <a:off x="3005541" y="3855986"/>
                <a:ext cx="69480" cy="324720"/>
              </p14:xfrm>
            </p:contentPart>
          </mc:Choice>
          <mc:Fallback xmlns=""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497A4AB8-BBB6-A22B-7BD4-CD5101FFC2E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987541" y="3838346"/>
                  <a:ext cx="10512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F69980FD-A0AF-C7C6-67C9-FDE688B7C5E0}"/>
                    </a:ext>
                  </a:extLst>
                </p14:cNvPr>
                <p14:cNvContentPartPr/>
                <p14:nvPr/>
              </p14:nvContentPartPr>
              <p14:xfrm>
                <a:off x="3193461" y="3935186"/>
                <a:ext cx="129960" cy="204120"/>
              </p14:xfrm>
            </p:contentPart>
          </mc:Choice>
          <mc:Fallback xmlns=""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F69980FD-A0AF-C7C6-67C9-FDE688B7C5E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175821" y="3917546"/>
                  <a:ext cx="1656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692B885A-AFC6-182E-9579-D224D711AE67}"/>
                    </a:ext>
                  </a:extLst>
                </p14:cNvPr>
                <p14:cNvContentPartPr/>
                <p14:nvPr/>
              </p14:nvContentPartPr>
              <p14:xfrm>
                <a:off x="3155301" y="3961826"/>
                <a:ext cx="171000" cy="204840"/>
              </p14:xfrm>
            </p:contentPart>
          </mc:Choice>
          <mc:Fallback xmlns=""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692B885A-AFC6-182E-9579-D224D711AE6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137661" y="3943826"/>
                  <a:ext cx="2066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791E1A55-CE05-966E-587B-78DED4412F68}"/>
                    </a:ext>
                  </a:extLst>
                </p14:cNvPr>
                <p14:cNvContentPartPr/>
                <p14:nvPr/>
              </p14:nvContentPartPr>
              <p14:xfrm>
                <a:off x="3524661" y="3948866"/>
                <a:ext cx="14400" cy="264240"/>
              </p14:xfrm>
            </p:contentPart>
          </mc:Choice>
          <mc:Fallback xmlns=""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791E1A55-CE05-966E-587B-78DED4412F6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506661" y="3930866"/>
                  <a:ext cx="5004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B24C0E47-EE81-F593-358B-E74D0CD517AD}"/>
                    </a:ext>
                  </a:extLst>
                </p14:cNvPr>
                <p14:cNvContentPartPr/>
                <p14:nvPr/>
              </p14:nvContentPartPr>
              <p14:xfrm>
                <a:off x="3432141" y="4068026"/>
                <a:ext cx="158040" cy="360"/>
              </p14:xfrm>
            </p:contentPart>
          </mc:Choice>
          <mc:Fallback xmlns=""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B24C0E47-EE81-F593-358B-E74D0CD517A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414141" y="4050026"/>
                  <a:ext cx="193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0506264E-0534-3F46-23FD-C41B1A1668BD}"/>
                    </a:ext>
                  </a:extLst>
                </p14:cNvPr>
                <p14:cNvContentPartPr/>
                <p14:nvPr/>
              </p14:nvContentPartPr>
              <p14:xfrm>
                <a:off x="3801861" y="3884066"/>
                <a:ext cx="270000" cy="275760"/>
              </p14:xfrm>
            </p:contentPart>
          </mc:Choice>
          <mc:Fallback xmlns=""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0506264E-0534-3F46-23FD-C41B1A1668B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783861" y="3866066"/>
                  <a:ext cx="30564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BB469D96-17C9-6941-E245-63B2715572F0}"/>
                    </a:ext>
                  </a:extLst>
                </p14:cNvPr>
                <p14:cNvContentPartPr/>
                <p14:nvPr/>
              </p14:nvContentPartPr>
              <p14:xfrm>
                <a:off x="4227021" y="3935186"/>
                <a:ext cx="92520" cy="160200"/>
              </p14:xfrm>
            </p:contentPart>
          </mc:Choice>
          <mc:Fallback xmlns=""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BB469D96-17C9-6941-E245-63B2715572F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209021" y="3917546"/>
                  <a:ext cx="1281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27922CBB-765B-9895-A7A5-3527ACF6D6BF}"/>
                    </a:ext>
                  </a:extLst>
                </p14:cNvPr>
                <p14:cNvContentPartPr/>
                <p14:nvPr/>
              </p14:nvContentPartPr>
              <p14:xfrm>
                <a:off x="4223421" y="3948866"/>
                <a:ext cx="96840" cy="170280"/>
              </p14:xfrm>
            </p:contentPart>
          </mc:Choice>
          <mc:Fallback xmlns=""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27922CBB-765B-9895-A7A5-3527ACF6D6B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205781" y="3930866"/>
                  <a:ext cx="1324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F74B8461-5AA4-A4AB-5CE3-59D5EA0AC7AC}"/>
                    </a:ext>
                  </a:extLst>
                </p14:cNvPr>
                <p14:cNvContentPartPr/>
                <p14:nvPr/>
              </p14:nvContentPartPr>
              <p14:xfrm>
                <a:off x="4439061" y="3776426"/>
                <a:ext cx="161640" cy="474120"/>
              </p14:xfrm>
            </p:contentPart>
          </mc:Choice>
          <mc:Fallback xmlns=""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F74B8461-5AA4-A4AB-5CE3-59D5EA0AC7A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421421" y="3758786"/>
                  <a:ext cx="197280" cy="50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C87FE8D4-6C32-6B3C-9163-9213A271B085}"/>
                    </a:ext>
                  </a:extLst>
                </p14:cNvPr>
                <p14:cNvContentPartPr/>
                <p14:nvPr/>
              </p14:nvContentPartPr>
              <p14:xfrm>
                <a:off x="4730661" y="4001786"/>
                <a:ext cx="195840" cy="360"/>
              </p14:xfrm>
            </p:contentPart>
          </mc:Choice>
          <mc:Fallback xmlns=""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C87FE8D4-6C32-6B3C-9163-9213A271B08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713021" y="3984146"/>
                  <a:ext cx="231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7044C1C4-C167-48AB-495C-C6651C446598}"/>
                    </a:ext>
                  </a:extLst>
                </p14:cNvPr>
                <p14:cNvContentPartPr/>
                <p14:nvPr/>
              </p14:nvContentPartPr>
              <p14:xfrm>
                <a:off x="5022261" y="4319666"/>
                <a:ext cx="1356120" cy="13680"/>
              </p14:xfrm>
            </p:contentPart>
          </mc:Choice>
          <mc:Fallback xmlns=""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7044C1C4-C167-48AB-495C-C6651C44659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004261" y="4301666"/>
                  <a:ext cx="13917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2D521122-B964-C79D-9009-F627B1DAE62A}"/>
                    </a:ext>
                  </a:extLst>
                </p14:cNvPr>
                <p14:cNvContentPartPr/>
                <p14:nvPr/>
              </p14:nvContentPartPr>
              <p14:xfrm>
                <a:off x="5273541" y="3613706"/>
                <a:ext cx="132840" cy="717480"/>
              </p14:xfrm>
            </p:contentPart>
          </mc:Choice>
          <mc:Fallback xmlns=""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2D521122-B964-C79D-9009-F627B1DAE62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255541" y="3595706"/>
                  <a:ext cx="168480" cy="75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FE769CF3-B773-9B06-3313-453AA1176802}"/>
                    </a:ext>
                  </a:extLst>
                </p14:cNvPr>
                <p14:cNvContentPartPr/>
                <p14:nvPr/>
              </p14:nvContentPartPr>
              <p14:xfrm>
                <a:off x="5207661" y="4133906"/>
                <a:ext cx="77040" cy="360"/>
              </p14:xfrm>
            </p:contentPart>
          </mc:Choice>
          <mc:Fallback xmlns=""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FE769CF3-B773-9B06-3313-453AA117680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189661" y="4116266"/>
                  <a:ext cx="112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936311E2-F204-3DB0-C59A-BFABBB5C6742}"/>
                    </a:ext>
                  </a:extLst>
                </p14:cNvPr>
                <p14:cNvContentPartPr/>
                <p14:nvPr/>
              </p14:nvContentPartPr>
              <p14:xfrm>
                <a:off x="5552181" y="4014746"/>
                <a:ext cx="171360" cy="126000"/>
              </p14:xfrm>
            </p:contentPart>
          </mc:Choice>
          <mc:Fallback xmlns=""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936311E2-F204-3DB0-C59A-BFABBB5C674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534181" y="3997106"/>
                  <a:ext cx="2070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0962E157-3823-7E9D-A6DE-37D2588AC8AF}"/>
                    </a:ext>
                  </a:extLst>
                </p14:cNvPr>
                <p14:cNvContentPartPr/>
                <p14:nvPr/>
              </p14:nvContentPartPr>
              <p14:xfrm>
                <a:off x="5511501" y="4001786"/>
                <a:ext cx="200160" cy="236520"/>
              </p14:xfrm>
            </p:contentPart>
          </mc:Choice>
          <mc:Fallback xmlns=""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0962E157-3823-7E9D-A6DE-37D2588AC8A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493501" y="3984146"/>
                  <a:ext cx="235800" cy="27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95A04BB4-258E-AFEF-86CA-423BE0BA01FC}"/>
              </a:ext>
            </a:extLst>
          </p:cNvPr>
          <p:cNvGrpSpPr/>
          <p:nvPr/>
        </p:nvGrpSpPr>
        <p:grpSpPr>
          <a:xfrm>
            <a:off x="3652101" y="4440266"/>
            <a:ext cx="601920" cy="348480"/>
            <a:chOff x="3652101" y="4440266"/>
            <a:chExt cx="601920" cy="34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CB323C83-1118-0D11-5F79-9E11B0E83E45}"/>
                    </a:ext>
                  </a:extLst>
                </p14:cNvPr>
                <p14:cNvContentPartPr/>
                <p14:nvPr/>
              </p14:nvContentPartPr>
              <p14:xfrm>
                <a:off x="3652101" y="4440266"/>
                <a:ext cx="366840" cy="324360"/>
              </p14:xfrm>
            </p:contentPart>
          </mc:Choice>
          <mc:Fallback xmlns=""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CB323C83-1118-0D11-5F79-9E11B0E83E4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634461" y="4422626"/>
                  <a:ext cx="40248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38926345-1822-5A01-8B14-F85DCF968214}"/>
                    </a:ext>
                  </a:extLst>
                </p14:cNvPr>
                <p14:cNvContentPartPr/>
                <p14:nvPr/>
              </p14:nvContentPartPr>
              <p14:xfrm>
                <a:off x="4107501" y="4597946"/>
                <a:ext cx="146520" cy="119520"/>
              </p14:xfrm>
            </p:contentPart>
          </mc:Choice>
          <mc:Fallback xmlns=""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38926345-1822-5A01-8B14-F85DCF96821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089861" y="4579946"/>
                  <a:ext cx="1821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F2771CBA-B986-DFBB-996C-F023B358CC96}"/>
                    </a:ext>
                  </a:extLst>
                </p14:cNvPr>
                <p14:cNvContentPartPr/>
                <p14:nvPr/>
              </p14:nvContentPartPr>
              <p14:xfrm>
                <a:off x="4046301" y="4584986"/>
                <a:ext cx="180720" cy="203760"/>
              </p14:xfrm>
            </p:contentPart>
          </mc:Choice>
          <mc:Fallback xmlns=""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F2771CBA-B986-DFBB-996C-F023B358CC9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028661" y="4566986"/>
                  <a:ext cx="216360" cy="23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53" name="Entrada de lápiz 52">
                <a:extLst>
                  <a:ext uri="{FF2B5EF4-FFF2-40B4-BE49-F238E27FC236}">
                    <a16:creationId xmlns:a16="http://schemas.microsoft.com/office/drawing/2014/main" id="{5DA6685F-3B32-77AB-0628-9021C20FEAB0}"/>
                  </a:ext>
                </a:extLst>
              </p14:cNvPr>
              <p14:cNvContentPartPr/>
              <p14:nvPr/>
            </p14:nvContentPartPr>
            <p14:xfrm>
              <a:off x="6572781" y="4160546"/>
              <a:ext cx="213120" cy="41040"/>
            </p14:xfrm>
          </p:contentPart>
        </mc:Choice>
        <mc:Fallback xmlns="">
          <p:pic>
            <p:nvPicPr>
              <p:cNvPr id="53" name="Entrada de lápiz 52">
                <a:extLst>
                  <a:ext uri="{FF2B5EF4-FFF2-40B4-BE49-F238E27FC236}">
                    <a16:creationId xmlns:a16="http://schemas.microsoft.com/office/drawing/2014/main" id="{5DA6685F-3B32-77AB-0628-9021C20FEAB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555141" y="4142906"/>
                <a:ext cx="248760" cy="7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upo 55">
            <a:extLst>
              <a:ext uri="{FF2B5EF4-FFF2-40B4-BE49-F238E27FC236}">
                <a16:creationId xmlns:a16="http://schemas.microsoft.com/office/drawing/2014/main" id="{9C08D8D1-C71B-F312-E87B-87860E30D48F}"/>
              </a:ext>
            </a:extLst>
          </p:cNvPr>
          <p:cNvGrpSpPr/>
          <p:nvPr/>
        </p:nvGrpSpPr>
        <p:grpSpPr>
          <a:xfrm>
            <a:off x="6625341" y="4346306"/>
            <a:ext cx="1671840" cy="66600"/>
            <a:chOff x="6625341" y="4346306"/>
            <a:chExt cx="1671840" cy="6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FCAD5561-C2D1-8114-43A1-7F6A86F77461}"/>
                    </a:ext>
                  </a:extLst>
                </p14:cNvPr>
                <p14:cNvContentPartPr/>
                <p14:nvPr/>
              </p14:nvContentPartPr>
              <p14:xfrm>
                <a:off x="6625341" y="4412546"/>
                <a:ext cx="280440" cy="360"/>
              </p14:xfrm>
            </p:contentPart>
          </mc:Choice>
          <mc:Fallback xmlns=""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FCAD5561-C2D1-8114-43A1-7F6A86F7746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607701" y="4394906"/>
                  <a:ext cx="3160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55D6809B-BB55-7980-8C19-C250A670CEA7}"/>
                    </a:ext>
                  </a:extLst>
                </p14:cNvPr>
                <p14:cNvContentPartPr/>
                <p14:nvPr/>
              </p14:nvContentPartPr>
              <p14:xfrm>
                <a:off x="7049781" y="4346306"/>
                <a:ext cx="1247400" cy="13320"/>
              </p14:xfrm>
            </p:contentPart>
          </mc:Choice>
          <mc:Fallback xmlns=""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55D6809B-BB55-7980-8C19-C250A670CEA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031781" y="4328666"/>
                  <a:ext cx="128304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49048CA3-214A-BDB4-8C3B-482C7EFB0E70}"/>
              </a:ext>
            </a:extLst>
          </p:cNvPr>
          <p:cNvGrpSpPr/>
          <p:nvPr/>
        </p:nvGrpSpPr>
        <p:grpSpPr>
          <a:xfrm>
            <a:off x="7326261" y="3789386"/>
            <a:ext cx="504360" cy="425520"/>
            <a:chOff x="7326261" y="3789386"/>
            <a:chExt cx="504360" cy="42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0F97565C-0D0E-D129-C50F-F06C40545ED0}"/>
                    </a:ext>
                  </a:extLst>
                </p14:cNvPr>
                <p14:cNvContentPartPr/>
                <p14:nvPr/>
              </p14:nvContentPartPr>
              <p14:xfrm>
                <a:off x="7326261" y="3789386"/>
                <a:ext cx="260280" cy="398160"/>
              </p14:xfrm>
            </p:contentPart>
          </mc:Choice>
          <mc:Fallback xmlns=""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0F97565C-0D0E-D129-C50F-F06C40545ED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308261" y="3771746"/>
                  <a:ext cx="29592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AB9A679C-FADF-67C1-164A-F4524F91118F}"/>
                    </a:ext>
                  </a:extLst>
                </p14:cNvPr>
                <p14:cNvContentPartPr/>
                <p14:nvPr/>
              </p14:nvContentPartPr>
              <p14:xfrm>
                <a:off x="7661061" y="3909266"/>
                <a:ext cx="169560" cy="305640"/>
              </p14:xfrm>
            </p:contentPart>
          </mc:Choice>
          <mc:Fallback xmlns=""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AB9A679C-FADF-67C1-164A-F4524F91118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643421" y="3891266"/>
                  <a:ext cx="205200" cy="34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6B836086-20CA-2761-526D-646D2EFC6C06}"/>
              </a:ext>
            </a:extLst>
          </p:cNvPr>
          <p:cNvGrpSpPr/>
          <p:nvPr/>
        </p:nvGrpSpPr>
        <p:grpSpPr>
          <a:xfrm>
            <a:off x="7301421" y="4425506"/>
            <a:ext cx="583920" cy="379440"/>
            <a:chOff x="7301421" y="4425506"/>
            <a:chExt cx="583920" cy="37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E7F6CD49-CD31-992A-150A-12026D89BF97}"/>
                    </a:ext>
                  </a:extLst>
                </p14:cNvPr>
                <p14:cNvContentPartPr/>
                <p14:nvPr/>
              </p14:nvContentPartPr>
              <p14:xfrm>
                <a:off x="7301421" y="4425506"/>
                <a:ext cx="291600" cy="297000"/>
              </p14:xfrm>
            </p:contentPart>
          </mc:Choice>
          <mc:Fallback xmlns=""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E7F6CD49-CD31-992A-150A-12026D89BF9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283781" y="4407866"/>
                  <a:ext cx="32724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43AF0A3E-0129-6239-B842-719FD32A4786}"/>
                    </a:ext>
                  </a:extLst>
                </p14:cNvPr>
                <p14:cNvContentPartPr/>
                <p14:nvPr/>
              </p14:nvContentPartPr>
              <p14:xfrm>
                <a:off x="7752141" y="4597946"/>
                <a:ext cx="122760" cy="156960"/>
              </p14:xfrm>
            </p:contentPart>
          </mc:Choice>
          <mc:Fallback xmlns=""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43AF0A3E-0129-6239-B842-719FD32A478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734141" y="4579946"/>
                  <a:ext cx="1584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9F0ABE6E-7CBC-C45E-25B7-E1D5796D9F68}"/>
                    </a:ext>
                  </a:extLst>
                </p14:cNvPr>
                <p14:cNvContentPartPr/>
                <p14:nvPr/>
              </p14:nvContentPartPr>
              <p14:xfrm>
                <a:off x="7720101" y="4584986"/>
                <a:ext cx="165240" cy="219960"/>
              </p14:xfrm>
            </p:contentPart>
          </mc:Choice>
          <mc:Fallback xmlns=""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9F0ABE6E-7CBC-C45E-25B7-E1D5796D9F6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702101" y="4566986"/>
                  <a:ext cx="200880" cy="255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79038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Derivada</a:t>
            </a:r>
            <a:br>
              <a:rPr lang="es-AR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973690" y="2854387"/>
                <a:ext cx="8866028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s-AR" sz="2000" dirty="0"/>
              </a:p>
              <a:p>
                <a:endParaRPr lang="es-AR" sz="2000" dirty="0"/>
              </a:p>
              <a:p>
                <a:r>
                  <a:rPr lang="es-AR" sz="2000" dirty="0"/>
                  <a:t>Reemplazando en el límite 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3690" y="2854387"/>
                <a:ext cx="8866028" cy="1015663"/>
              </a:xfrm>
              <a:prstGeom prst="rect">
                <a:avLst/>
              </a:prstGeom>
              <a:blipFill>
                <a:blip r:embed="rId2"/>
                <a:stretch>
                  <a:fillRect l="-757" b="-958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upo 21">
            <a:extLst>
              <a:ext uri="{FF2B5EF4-FFF2-40B4-BE49-F238E27FC236}">
                <a16:creationId xmlns:a16="http://schemas.microsoft.com/office/drawing/2014/main" id="{09B5FF2F-9621-1D75-5EE8-0DE1FD5FC42B}"/>
              </a:ext>
            </a:extLst>
          </p:cNvPr>
          <p:cNvGrpSpPr/>
          <p:nvPr/>
        </p:nvGrpSpPr>
        <p:grpSpPr>
          <a:xfrm>
            <a:off x="7356737" y="1088109"/>
            <a:ext cx="2805840" cy="762120"/>
            <a:chOff x="7356737" y="1088109"/>
            <a:chExt cx="2805840" cy="76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4A61C446-7D53-2837-0BB9-519961AD5E2E}"/>
                    </a:ext>
                  </a:extLst>
                </p14:cNvPr>
                <p14:cNvContentPartPr/>
                <p14:nvPr/>
              </p14:nvContentPartPr>
              <p14:xfrm>
                <a:off x="7356737" y="1088109"/>
                <a:ext cx="318600" cy="760320"/>
              </p14:xfrm>
            </p:contentPart>
          </mc:Choice>
          <mc:Fallback xmlns=""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4A61C446-7D53-2837-0BB9-519961AD5E2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350617" y="1081989"/>
                  <a:ext cx="330840" cy="77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9585DC75-949F-9E6B-0263-74593CF4C55B}"/>
                    </a:ext>
                  </a:extLst>
                </p14:cNvPr>
                <p14:cNvContentPartPr/>
                <p14:nvPr/>
              </p14:nvContentPartPr>
              <p14:xfrm>
                <a:off x="7764977" y="1450989"/>
                <a:ext cx="335880" cy="360"/>
              </p14:xfrm>
            </p:contentPart>
          </mc:Choice>
          <mc:Fallback xmlns=""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9585DC75-949F-9E6B-0263-74593CF4C55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758857" y="1444869"/>
                  <a:ext cx="3481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7E09BBF8-4CED-3FAF-F30E-B91A3B55945D}"/>
                    </a:ext>
                  </a:extLst>
                </p14:cNvPr>
                <p14:cNvContentPartPr/>
                <p14:nvPr/>
              </p14:nvContentPartPr>
              <p14:xfrm>
                <a:off x="7851377" y="1305549"/>
                <a:ext cx="334440" cy="15120"/>
              </p14:xfrm>
            </p:contentPart>
          </mc:Choice>
          <mc:Fallback xmlns=""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7E09BBF8-4CED-3FAF-F30E-B91A3B55945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845257" y="1299429"/>
                  <a:ext cx="3466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216C9C7C-49FA-FC23-47F9-CEE90DB274C9}"/>
                    </a:ext>
                  </a:extLst>
                </p14:cNvPr>
                <p14:cNvContentPartPr/>
                <p14:nvPr/>
              </p14:nvContentPartPr>
              <p14:xfrm>
                <a:off x="8330897" y="1175589"/>
                <a:ext cx="408240" cy="524520"/>
              </p14:xfrm>
            </p:contentPart>
          </mc:Choice>
          <mc:Fallback xmlns=""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216C9C7C-49FA-FC23-47F9-CEE90DB274C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324777" y="1169469"/>
                  <a:ext cx="420480" cy="5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8871CD90-9D72-AFA2-5420-A48291BF48D7}"/>
                    </a:ext>
                  </a:extLst>
                </p14:cNvPr>
                <p14:cNvContentPartPr/>
                <p14:nvPr/>
              </p14:nvContentPartPr>
              <p14:xfrm>
                <a:off x="8211017" y="1349469"/>
                <a:ext cx="497880" cy="500760"/>
              </p14:xfrm>
            </p:contentPart>
          </mc:Choice>
          <mc:Fallback xmlns=""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8871CD90-9D72-AFA2-5420-A48291BF48D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204897" y="1343349"/>
                  <a:ext cx="510120" cy="51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A9823F23-5A78-7002-1C39-AC329E71A4D4}"/>
                    </a:ext>
                  </a:extLst>
                </p14:cNvPr>
                <p14:cNvContentPartPr/>
                <p14:nvPr/>
              </p14:nvContentPartPr>
              <p14:xfrm>
                <a:off x="8766137" y="1115469"/>
                <a:ext cx="184680" cy="206640"/>
              </p14:xfrm>
            </p:contentPart>
          </mc:Choice>
          <mc:Fallback xmlns=""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A9823F23-5A78-7002-1C39-AC329E71A4D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760017" y="1109349"/>
                  <a:ext cx="1969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C01BAFA8-ED19-5B9D-373D-2D323C6302E2}"/>
                    </a:ext>
                  </a:extLst>
                </p14:cNvPr>
                <p14:cNvContentPartPr/>
                <p14:nvPr/>
              </p14:nvContentPartPr>
              <p14:xfrm>
                <a:off x="9244937" y="1131669"/>
                <a:ext cx="38520" cy="318600"/>
              </p14:xfrm>
            </p:contentPart>
          </mc:Choice>
          <mc:Fallback xmlns=""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C01BAFA8-ED19-5B9D-373D-2D323C6302E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238817" y="1125549"/>
                  <a:ext cx="5076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1B34DA66-8C50-F46F-27F2-06B745FB83F2}"/>
                    </a:ext>
                  </a:extLst>
                </p14:cNvPr>
                <p14:cNvContentPartPr/>
                <p14:nvPr/>
              </p14:nvContentPartPr>
              <p14:xfrm>
                <a:off x="9172577" y="1216989"/>
                <a:ext cx="516600" cy="89280"/>
              </p14:xfrm>
            </p:contentPart>
          </mc:Choice>
          <mc:Fallback xmlns=""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1B34DA66-8C50-F46F-27F2-06B745FB83F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166457" y="1210869"/>
                  <a:ext cx="5288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4A402F65-3E0A-7D4B-4764-8D93BD0694B3}"/>
                    </a:ext>
                  </a:extLst>
                </p14:cNvPr>
                <p14:cNvContentPartPr/>
                <p14:nvPr/>
              </p14:nvContentPartPr>
              <p14:xfrm>
                <a:off x="9766217" y="1146069"/>
                <a:ext cx="396360" cy="509760"/>
              </p14:xfrm>
            </p:contentPart>
          </mc:Choice>
          <mc:Fallback xmlns=""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4A402F65-3E0A-7D4B-4764-8D93BD0694B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760097" y="1139949"/>
                  <a:ext cx="408600" cy="52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3" name="Entrada de lápiz 32">
                <a:extLst>
                  <a:ext uri="{FF2B5EF4-FFF2-40B4-BE49-F238E27FC236}">
                    <a16:creationId xmlns:a16="http://schemas.microsoft.com/office/drawing/2014/main" id="{06C96CEE-D6C7-D941-6BC0-BDC8C04A8791}"/>
                  </a:ext>
                </a:extLst>
              </p14:cNvPr>
              <p14:cNvContentPartPr/>
              <p14:nvPr/>
            </p14:nvContentPartPr>
            <p14:xfrm>
              <a:off x="2696177" y="2699109"/>
              <a:ext cx="423720" cy="706680"/>
            </p14:xfrm>
          </p:contentPart>
        </mc:Choice>
        <mc:Fallback xmlns="">
          <p:pic>
            <p:nvPicPr>
              <p:cNvPr id="33" name="Entrada de lápiz 32">
                <a:extLst>
                  <a:ext uri="{FF2B5EF4-FFF2-40B4-BE49-F238E27FC236}">
                    <a16:creationId xmlns:a16="http://schemas.microsoft.com/office/drawing/2014/main" id="{06C96CEE-D6C7-D941-6BC0-BDC8C04A8791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690057" y="2692989"/>
                <a:ext cx="435960" cy="71892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upo 58">
            <a:extLst>
              <a:ext uri="{FF2B5EF4-FFF2-40B4-BE49-F238E27FC236}">
                <a16:creationId xmlns:a16="http://schemas.microsoft.com/office/drawing/2014/main" id="{B2236510-5614-0544-57C1-41CD0DADF1A1}"/>
              </a:ext>
            </a:extLst>
          </p:cNvPr>
          <p:cNvGrpSpPr/>
          <p:nvPr/>
        </p:nvGrpSpPr>
        <p:grpSpPr>
          <a:xfrm>
            <a:off x="1367057" y="1771749"/>
            <a:ext cx="1086840" cy="642960"/>
            <a:chOff x="1367057" y="1771749"/>
            <a:chExt cx="1086840" cy="64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E8568037-F63A-4544-BCB1-3A81F8038A37}"/>
                    </a:ext>
                  </a:extLst>
                </p14:cNvPr>
                <p14:cNvContentPartPr/>
                <p14:nvPr/>
              </p14:nvContentPartPr>
              <p14:xfrm>
                <a:off x="1367057" y="1771749"/>
                <a:ext cx="234360" cy="296280"/>
              </p14:xfrm>
            </p:contentPart>
          </mc:Choice>
          <mc:Fallback xmlns=""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E8568037-F63A-4544-BCB1-3A81F8038A3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360937" y="1765629"/>
                  <a:ext cx="24660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120231D6-9E04-01F7-A61C-4DF32FC07990}"/>
                    </a:ext>
                  </a:extLst>
                </p14:cNvPr>
                <p14:cNvContentPartPr/>
                <p14:nvPr/>
              </p14:nvContentPartPr>
              <p14:xfrm>
                <a:off x="1761977" y="1886229"/>
                <a:ext cx="223560" cy="528480"/>
              </p14:xfrm>
            </p:contentPart>
          </mc:Choice>
          <mc:Fallback xmlns=""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120231D6-9E04-01F7-A61C-4DF32FC0799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755857" y="1880109"/>
                  <a:ext cx="235800" cy="54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F0BCCBA8-4CFB-C233-3079-587FF6E1F815}"/>
                    </a:ext>
                  </a:extLst>
                </p14:cNvPr>
                <p14:cNvContentPartPr/>
                <p14:nvPr/>
              </p14:nvContentPartPr>
              <p14:xfrm>
                <a:off x="2118377" y="2060829"/>
                <a:ext cx="203760" cy="360"/>
              </p14:xfrm>
            </p:contentPart>
          </mc:Choice>
          <mc:Fallback xmlns=""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F0BCCBA8-4CFB-C233-3079-587FF6E1F81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112257" y="2054709"/>
                  <a:ext cx="2160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651758B4-CD5E-EAA8-B30F-EF2A767A5658}"/>
                    </a:ext>
                  </a:extLst>
                </p14:cNvPr>
                <p14:cNvContentPartPr/>
                <p14:nvPr/>
              </p14:nvContentPartPr>
              <p14:xfrm>
                <a:off x="2133137" y="1958949"/>
                <a:ext cx="320760" cy="360"/>
              </p14:xfrm>
            </p:contentPart>
          </mc:Choice>
          <mc:Fallback xmlns=""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651758B4-CD5E-EAA8-B30F-EF2A767A565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127017" y="1952829"/>
                  <a:ext cx="3330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60" name="Entrada de lápiz 59">
                <a:extLst>
                  <a:ext uri="{FF2B5EF4-FFF2-40B4-BE49-F238E27FC236}">
                    <a16:creationId xmlns:a16="http://schemas.microsoft.com/office/drawing/2014/main" id="{0B29D701-FDA2-2CD9-5BAB-83413826A5AA}"/>
                  </a:ext>
                </a:extLst>
              </p14:cNvPr>
              <p14:cNvContentPartPr/>
              <p14:nvPr/>
            </p14:nvContentPartPr>
            <p14:xfrm>
              <a:off x="3003257" y="2757429"/>
              <a:ext cx="108000" cy="561240"/>
            </p14:xfrm>
          </p:contentPart>
        </mc:Choice>
        <mc:Fallback xmlns="">
          <p:pic>
            <p:nvPicPr>
              <p:cNvPr id="60" name="Entrada de lápiz 59">
                <a:extLst>
                  <a:ext uri="{FF2B5EF4-FFF2-40B4-BE49-F238E27FC236}">
                    <a16:creationId xmlns:a16="http://schemas.microsoft.com/office/drawing/2014/main" id="{0B29D701-FDA2-2CD9-5BAB-83413826A5AA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997137" y="2751309"/>
                <a:ext cx="120240" cy="57348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upo 77">
            <a:extLst>
              <a:ext uri="{FF2B5EF4-FFF2-40B4-BE49-F238E27FC236}">
                <a16:creationId xmlns:a16="http://schemas.microsoft.com/office/drawing/2014/main" id="{320F4DBA-8FBC-A720-3046-F118F84C444C}"/>
              </a:ext>
            </a:extLst>
          </p:cNvPr>
          <p:cNvGrpSpPr/>
          <p:nvPr/>
        </p:nvGrpSpPr>
        <p:grpSpPr>
          <a:xfrm>
            <a:off x="3173537" y="2625669"/>
            <a:ext cx="2764080" cy="956880"/>
            <a:chOff x="3173537" y="2625669"/>
            <a:chExt cx="2764080" cy="95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1C762C4B-668E-DB8D-7B25-28BB4D080893}"/>
                    </a:ext>
                  </a:extLst>
                </p14:cNvPr>
                <p14:cNvContentPartPr/>
                <p14:nvPr/>
              </p14:nvContentPartPr>
              <p14:xfrm>
                <a:off x="3178217" y="2960469"/>
                <a:ext cx="266040" cy="306360"/>
              </p14:xfrm>
            </p:contentPart>
          </mc:Choice>
          <mc:Fallback xmlns=""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1C762C4B-668E-DB8D-7B25-28BB4D08089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172097" y="2954349"/>
                  <a:ext cx="2782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55AD1722-2243-7C9E-7BDD-6A0DE146E9FE}"/>
                    </a:ext>
                  </a:extLst>
                </p14:cNvPr>
                <p14:cNvContentPartPr/>
                <p14:nvPr/>
              </p14:nvContentPartPr>
              <p14:xfrm>
                <a:off x="3173537" y="3032829"/>
                <a:ext cx="222840" cy="199080"/>
              </p14:xfrm>
            </p:contentPart>
          </mc:Choice>
          <mc:Fallback xmlns=""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55AD1722-2243-7C9E-7BDD-6A0DE146E9F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167417" y="3026709"/>
                  <a:ext cx="2350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73FD1EEF-BC44-DD35-6270-580786AC4CB2}"/>
                    </a:ext>
                  </a:extLst>
                </p14:cNvPr>
                <p14:cNvContentPartPr/>
                <p14:nvPr/>
              </p14:nvContentPartPr>
              <p14:xfrm>
                <a:off x="3671417" y="3003669"/>
                <a:ext cx="54720" cy="375120"/>
              </p14:xfrm>
            </p:contentPart>
          </mc:Choice>
          <mc:Fallback xmlns=""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73FD1EEF-BC44-DD35-6270-580786AC4CB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665297" y="2997549"/>
                  <a:ext cx="6696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EC2DEC33-ED3E-629E-6831-478E11BF4766}"/>
                    </a:ext>
                  </a:extLst>
                </p14:cNvPr>
                <p14:cNvContentPartPr/>
                <p14:nvPr/>
              </p14:nvContentPartPr>
              <p14:xfrm>
                <a:off x="3555857" y="3221829"/>
                <a:ext cx="318960" cy="15120"/>
              </p14:xfrm>
            </p:contentPart>
          </mc:Choice>
          <mc:Fallback xmlns=""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EC2DEC33-ED3E-629E-6831-478E11BF476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549737" y="3215709"/>
                  <a:ext cx="3312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83A9AAD1-45DF-6837-27B1-7E5062CE1E12}"/>
                    </a:ext>
                  </a:extLst>
                </p14:cNvPr>
                <p14:cNvContentPartPr/>
                <p14:nvPr/>
              </p14:nvContentPartPr>
              <p14:xfrm>
                <a:off x="3975617" y="2808189"/>
                <a:ext cx="419040" cy="580680"/>
              </p14:xfrm>
            </p:contentPart>
          </mc:Choice>
          <mc:Fallback xmlns=""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83A9AAD1-45DF-6837-27B1-7E5062CE1E1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969497" y="2802069"/>
                  <a:ext cx="431280" cy="59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370A39B4-869D-4ED4-58A8-3994A66DE331}"/>
                    </a:ext>
                  </a:extLst>
                </p14:cNvPr>
                <p14:cNvContentPartPr/>
                <p14:nvPr/>
              </p14:nvContentPartPr>
              <p14:xfrm>
                <a:off x="4556657" y="3076749"/>
                <a:ext cx="137160" cy="213480"/>
              </p14:xfrm>
            </p:contentPart>
          </mc:Choice>
          <mc:Fallback xmlns=""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370A39B4-869D-4ED4-58A8-3994A66DE33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550537" y="3070629"/>
                  <a:ext cx="1494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CDFC7BCC-4313-8118-864D-E032F3C03D42}"/>
                    </a:ext>
                  </a:extLst>
                </p14:cNvPr>
                <p14:cNvContentPartPr/>
                <p14:nvPr/>
              </p14:nvContentPartPr>
              <p14:xfrm>
                <a:off x="4476377" y="3221469"/>
                <a:ext cx="109800" cy="147960"/>
              </p14:xfrm>
            </p:contentPart>
          </mc:Choice>
          <mc:Fallback xmlns=""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CDFC7BCC-4313-8118-864D-E032F3C03D4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470257" y="3215349"/>
                  <a:ext cx="1220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E6BC96A1-A8F0-913F-13D4-B678C0A39DBD}"/>
                    </a:ext>
                  </a:extLst>
                </p14:cNvPr>
                <p14:cNvContentPartPr/>
                <p14:nvPr/>
              </p14:nvContentPartPr>
              <p14:xfrm>
                <a:off x="4614977" y="3042189"/>
                <a:ext cx="119160" cy="165600"/>
              </p14:xfrm>
            </p:contentPart>
          </mc:Choice>
          <mc:Fallback xmlns=""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E6BC96A1-A8F0-913F-13D4-B678C0A39DB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608857" y="3036069"/>
                  <a:ext cx="1314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326E6F6B-A555-10D9-6775-5DC6E411212D}"/>
                    </a:ext>
                  </a:extLst>
                </p14:cNvPr>
                <p14:cNvContentPartPr/>
                <p14:nvPr/>
              </p14:nvContentPartPr>
              <p14:xfrm>
                <a:off x="4745657" y="2757429"/>
                <a:ext cx="266400" cy="825120"/>
              </p14:xfrm>
            </p:contentPart>
          </mc:Choice>
          <mc:Fallback xmlns=""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326E6F6B-A555-10D9-6775-5DC6E411212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739537" y="2751309"/>
                  <a:ext cx="278640" cy="83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AB33BC35-D608-A679-5034-A09CA9342A88}"/>
                    </a:ext>
                  </a:extLst>
                </p14:cNvPr>
                <p14:cNvContentPartPr/>
                <p14:nvPr/>
              </p14:nvContentPartPr>
              <p14:xfrm>
                <a:off x="4992257" y="2625669"/>
                <a:ext cx="158760" cy="176760"/>
              </p14:xfrm>
            </p:contentPart>
          </mc:Choice>
          <mc:Fallback xmlns=""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AB33BC35-D608-A679-5034-A09CA9342A8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986137" y="2619549"/>
                  <a:ext cx="1710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915B914A-47FF-A931-E64D-03AC1A48CAFD}"/>
                    </a:ext>
                  </a:extLst>
                </p14:cNvPr>
                <p14:cNvContentPartPr/>
                <p14:nvPr/>
              </p14:nvContentPartPr>
              <p14:xfrm>
                <a:off x="5282417" y="2960469"/>
                <a:ext cx="360" cy="381240"/>
              </p14:xfrm>
            </p:contentPart>
          </mc:Choice>
          <mc:Fallback xmlns=""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915B914A-47FF-A931-E64D-03AC1A48CAF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276297" y="2954349"/>
                  <a:ext cx="1260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42D9377F-8A03-BFF5-67C3-20361D11D73C}"/>
                    </a:ext>
                  </a:extLst>
                </p14:cNvPr>
                <p14:cNvContentPartPr/>
                <p14:nvPr/>
              </p14:nvContentPartPr>
              <p14:xfrm>
                <a:off x="5181257" y="3172509"/>
                <a:ext cx="289080" cy="6120"/>
              </p14:xfrm>
            </p:contentPart>
          </mc:Choice>
          <mc:Fallback xmlns=""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42D9377F-8A03-BFF5-67C3-20361D11D73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175137" y="3166389"/>
                  <a:ext cx="30132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ACB92175-8407-07FE-3634-2A114991F212}"/>
                    </a:ext>
                  </a:extLst>
                </p14:cNvPr>
                <p14:cNvContentPartPr/>
                <p14:nvPr/>
              </p14:nvContentPartPr>
              <p14:xfrm>
                <a:off x="5573297" y="2943549"/>
                <a:ext cx="364320" cy="352080"/>
              </p14:xfrm>
            </p:contentPart>
          </mc:Choice>
          <mc:Fallback xmlns=""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ACB92175-8407-07FE-3634-2A114991F21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567177" y="2937429"/>
                  <a:ext cx="376560" cy="36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upo 80">
            <a:extLst>
              <a:ext uri="{FF2B5EF4-FFF2-40B4-BE49-F238E27FC236}">
                <a16:creationId xmlns:a16="http://schemas.microsoft.com/office/drawing/2014/main" id="{121CA089-DFF8-B534-74D3-36BBC54C909C}"/>
              </a:ext>
            </a:extLst>
          </p:cNvPr>
          <p:cNvGrpSpPr/>
          <p:nvPr/>
        </p:nvGrpSpPr>
        <p:grpSpPr>
          <a:xfrm>
            <a:off x="2786537" y="1755909"/>
            <a:ext cx="607320" cy="539280"/>
            <a:chOff x="2786537" y="1755909"/>
            <a:chExt cx="607320" cy="53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2826142A-1179-58AC-EF20-460072030A51}"/>
                    </a:ext>
                  </a:extLst>
                </p14:cNvPr>
                <p14:cNvContentPartPr/>
                <p14:nvPr/>
              </p14:nvContentPartPr>
              <p14:xfrm>
                <a:off x="2786537" y="1755909"/>
                <a:ext cx="234000" cy="516600"/>
              </p14:xfrm>
            </p:contentPart>
          </mc:Choice>
          <mc:Fallback xmlns=""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2826142A-1179-58AC-EF20-460072030A5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780417" y="1749789"/>
                  <a:ext cx="246240" cy="5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E2C47FF2-D593-6EC2-9601-149AB9703ABB}"/>
                    </a:ext>
                  </a:extLst>
                </p14:cNvPr>
                <p14:cNvContentPartPr/>
                <p14:nvPr/>
              </p14:nvContentPartPr>
              <p14:xfrm>
                <a:off x="3163457" y="2118069"/>
                <a:ext cx="230400" cy="177120"/>
              </p14:xfrm>
            </p:contentPart>
          </mc:Choice>
          <mc:Fallback xmlns=""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E2C47FF2-D593-6EC2-9601-149AB9703AB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157337" y="2111949"/>
                  <a:ext cx="242640" cy="189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82" name="Entrada de lápiz 81">
                <a:extLst>
                  <a:ext uri="{FF2B5EF4-FFF2-40B4-BE49-F238E27FC236}">
                    <a16:creationId xmlns:a16="http://schemas.microsoft.com/office/drawing/2014/main" id="{14F17EFD-B7BE-7400-8F4E-8F53B014AA50}"/>
                  </a:ext>
                </a:extLst>
              </p14:cNvPr>
              <p14:cNvContentPartPr/>
              <p14:nvPr/>
            </p14:nvContentPartPr>
            <p14:xfrm>
              <a:off x="3700577" y="1929789"/>
              <a:ext cx="299160" cy="360"/>
            </p14:xfrm>
          </p:contentPart>
        </mc:Choice>
        <mc:Fallback xmlns="">
          <p:pic>
            <p:nvPicPr>
              <p:cNvPr id="82" name="Entrada de lápiz 81">
                <a:extLst>
                  <a:ext uri="{FF2B5EF4-FFF2-40B4-BE49-F238E27FC236}">
                    <a16:creationId xmlns:a16="http://schemas.microsoft.com/office/drawing/2014/main" id="{14F17EFD-B7BE-7400-8F4E-8F53B014AA50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3694457" y="1923669"/>
                <a:ext cx="3114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85" name="Grupo 84">
            <a:extLst>
              <a:ext uri="{FF2B5EF4-FFF2-40B4-BE49-F238E27FC236}">
                <a16:creationId xmlns:a16="http://schemas.microsoft.com/office/drawing/2014/main" id="{FB53F29F-DE25-5D90-2AFF-1060903E7A0F}"/>
              </a:ext>
            </a:extLst>
          </p:cNvPr>
          <p:cNvGrpSpPr/>
          <p:nvPr/>
        </p:nvGrpSpPr>
        <p:grpSpPr>
          <a:xfrm>
            <a:off x="4382417" y="1712349"/>
            <a:ext cx="334800" cy="681120"/>
            <a:chOff x="4382417" y="1712349"/>
            <a:chExt cx="334800" cy="68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05798A4E-B97C-4B01-8F24-A39DAB2B2B7D}"/>
                    </a:ext>
                  </a:extLst>
                </p14:cNvPr>
                <p14:cNvContentPartPr/>
                <p14:nvPr/>
              </p14:nvContentPartPr>
              <p14:xfrm>
                <a:off x="4382417" y="1712349"/>
                <a:ext cx="190440" cy="582840"/>
              </p14:xfrm>
            </p:contentPart>
          </mc:Choice>
          <mc:Fallback xmlns=""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05798A4E-B97C-4B01-8F24-A39DAB2B2B7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376297" y="1706229"/>
                  <a:ext cx="202680" cy="59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2552BD51-777E-2D01-0B6D-FB442009664A}"/>
                    </a:ext>
                  </a:extLst>
                </p14:cNvPr>
                <p14:cNvContentPartPr/>
                <p14:nvPr/>
              </p14:nvContentPartPr>
              <p14:xfrm>
                <a:off x="4688057" y="2205549"/>
                <a:ext cx="29160" cy="187920"/>
              </p14:xfrm>
            </p:contentPart>
          </mc:Choice>
          <mc:Fallback xmlns=""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2552BD51-777E-2D01-0B6D-FB442009664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681937" y="2199429"/>
                  <a:ext cx="4140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upo 87">
            <a:extLst>
              <a:ext uri="{FF2B5EF4-FFF2-40B4-BE49-F238E27FC236}">
                <a16:creationId xmlns:a16="http://schemas.microsoft.com/office/drawing/2014/main" id="{CF36F8FF-A377-3B93-79FB-08AE79BC5D3C}"/>
              </a:ext>
            </a:extLst>
          </p:cNvPr>
          <p:cNvGrpSpPr/>
          <p:nvPr/>
        </p:nvGrpSpPr>
        <p:grpSpPr>
          <a:xfrm>
            <a:off x="6397697" y="2641149"/>
            <a:ext cx="641880" cy="873720"/>
            <a:chOff x="6397697" y="2641149"/>
            <a:chExt cx="641880" cy="87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EB0CE8C8-01F8-7D90-CD9C-8EF8EBA04AEF}"/>
                    </a:ext>
                  </a:extLst>
                </p14:cNvPr>
                <p14:cNvContentPartPr/>
                <p14:nvPr/>
              </p14:nvContentPartPr>
              <p14:xfrm>
                <a:off x="6397697" y="3018789"/>
                <a:ext cx="213120" cy="360"/>
              </p14:xfrm>
            </p:contentPart>
          </mc:Choice>
          <mc:Fallback xmlns=""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EB0CE8C8-01F8-7D90-CD9C-8EF8EBA04AE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391577" y="3012669"/>
                  <a:ext cx="2253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ED9C325B-87D1-3C10-5C86-500C619404EC}"/>
                    </a:ext>
                  </a:extLst>
                </p14:cNvPr>
                <p14:cNvContentPartPr/>
                <p14:nvPr/>
              </p14:nvContentPartPr>
              <p14:xfrm>
                <a:off x="6835097" y="2641149"/>
                <a:ext cx="204480" cy="873720"/>
              </p14:xfrm>
            </p:contentPart>
          </mc:Choice>
          <mc:Fallback xmlns=""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ED9C325B-87D1-3C10-5C86-500C619404E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828977" y="2635029"/>
                  <a:ext cx="216720" cy="88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upo 97">
            <a:extLst>
              <a:ext uri="{FF2B5EF4-FFF2-40B4-BE49-F238E27FC236}">
                <a16:creationId xmlns:a16="http://schemas.microsoft.com/office/drawing/2014/main" id="{4DFFB40B-29A5-5E1C-6434-C18C3D108506}"/>
              </a:ext>
            </a:extLst>
          </p:cNvPr>
          <p:cNvGrpSpPr/>
          <p:nvPr/>
        </p:nvGrpSpPr>
        <p:grpSpPr>
          <a:xfrm>
            <a:off x="7146497" y="2481309"/>
            <a:ext cx="2244600" cy="2043360"/>
            <a:chOff x="7146497" y="2481309"/>
            <a:chExt cx="2244600" cy="204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8346AA86-BC5E-E23F-E58F-7F98F2E79D67}"/>
                    </a:ext>
                  </a:extLst>
                </p14:cNvPr>
                <p14:cNvContentPartPr/>
                <p14:nvPr/>
              </p14:nvContentPartPr>
              <p14:xfrm>
                <a:off x="7257017" y="2800989"/>
                <a:ext cx="329760" cy="453960"/>
              </p14:xfrm>
            </p:contentPart>
          </mc:Choice>
          <mc:Fallback xmlns=""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8346AA86-BC5E-E23F-E58F-7F98F2E79D6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250897" y="2794869"/>
                  <a:ext cx="34200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70927552-A091-7C06-2C5F-9CC8C3E9D804}"/>
                    </a:ext>
                  </a:extLst>
                </p14:cNvPr>
                <p14:cNvContentPartPr/>
                <p14:nvPr/>
              </p14:nvContentPartPr>
              <p14:xfrm>
                <a:off x="7146497" y="2931309"/>
                <a:ext cx="415440" cy="420120"/>
              </p14:xfrm>
            </p:contentPart>
          </mc:Choice>
          <mc:Fallback xmlns=""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70927552-A091-7C06-2C5F-9CC8C3E9D80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140377" y="2925189"/>
                  <a:ext cx="427680" cy="43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2D4BE119-64BA-2B1F-7884-A58A0E577A75}"/>
                    </a:ext>
                  </a:extLst>
                </p14:cNvPr>
                <p14:cNvContentPartPr/>
                <p14:nvPr/>
              </p14:nvContentPartPr>
              <p14:xfrm>
                <a:off x="7634297" y="2654829"/>
                <a:ext cx="199800" cy="264600"/>
              </p14:xfrm>
            </p:contentPart>
          </mc:Choice>
          <mc:Fallback xmlns=""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2D4BE119-64BA-2B1F-7884-A58A0E577A7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628177" y="2648709"/>
                  <a:ext cx="2120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45D483AA-78B7-62A7-3F51-0B0B3F9D94E5}"/>
                    </a:ext>
                  </a:extLst>
                </p14:cNvPr>
                <p14:cNvContentPartPr/>
                <p14:nvPr/>
              </p14:nvContentPartPr>
              <p14:xfrm>
                <a:off x="8214257" y="2800989"/>
                <a:ext cx="30600" cy="493560"/>
              </p14:xfrm>
            </p:contentPart>
          </mc:Choice>
          <mc:Fallback xmlns=""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45D483AA-78B7-62A7-3F51-0B0B3F9D94E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208137" y="2794869"/>
                  <a:ext cx="4284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E1DE9051-C836-2187-C309-BC39F3F953EE}"/>
                    </a:ext>
                  </a:extLst>
                </p14:cNvPr>
                <p14:cNvContentPartPr/>
                <p14:nvPr/>
              </p14:nvContentPartPr>
              <p14:xfrm>
                <a:off x="8127497" y="3090069"/>
                <a:ext cx="361440" cy="45000"/>
              </p14:xfrm>
            </p:contentPart>
          </mc:Choice>
          <mc:Fallback xmlns=""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E1DE9051-C836-2187-C309-BC39F3F953E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121377" y="3083949"/>
                  <a:ext cx="3736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428238BA-9805-FB0F-9880-5F4AD4E40136}"/>
                    </a:ext>
                  </a:extLst>
                </p14:cNvPr>
                <p14:cNvContentPartPr/>
                <p14:nvPr/>
              </p14:nvContentPartPr>
              <p14:xfrm>
                <a:off x="8548697" y="2814669"/>
                <a:ext cx="307080" cy="567720"/>
              </p14:xfrm>
            </p:contentPart>
          </mc:Choice>
          <mc:Fallback xmlns=""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428238BA-9805-FB0F-9880-5F4AD4E4013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542577" y="2808549"/>
                  <a:ext cx="319320" cy="57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00302FFE-F3C3-066B-392E-CEB86F62030D}"/>
                    </a:ext>
                  </a:extLst>
                </p14:cNvPr>
                <p14:cNvContentPartPr/>
                <p14:nvPr/>
              </p14:nvContentPartPr>
              <p14:xfrm>
                <a:off x="8673617" y="2641149"/>
                <a:ext cx="370080" cy="911880"/>
              </p14:xfrm>
            </p:contentPart>
          </mc:Choice>
          <mc:Fallback xmlns=""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00302FFE-F3C3-066B-392E-CEB86F62030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667497" y="2635029"/>
                  <a:ext cx="382320" cy="9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6F312DD0-D6ED-ABFA-DF66-66342551C216}"/>
                    </a:ext>
                  </a:extLst>
                </p14:cNvPr>
                <p14:cNvContentPartPr/>
                <p14:nvPr/>
              </p14:nvContentPartPr>
              <p14:xfrm>
                <a:off x="8562377" y="2481309"/>
                <a:ext cx="828720" cy="2043360"/>
              </p14:xfrm>
            </p:contentPart>
          </mc:Choice>
          <mc:Fallback xmlns=""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6F312DD0-D6ED-ABFA-DF66-66342551C21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556257" y="2475189"/>
                  <a:ext cx="840960" cy="205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upo 113">
            <a:extLst>
              <a:ext uri="{FF2B5EF4-FFF2-40B4-BE49-F238E27FC236}">
                <a16:creationId xmlns:a16="http://schemas.microsoft.com/office/drawing/2014/main" id="{1FDD6C48-EBFA-3C1F-E0A8-2DDFA510CA92}"/>
              </a:ext>
            </a:extLst>
          </p:cNvPr>
          <p:cNvGrpSpPr/>
          <p:nvPr/>
        </p:nvGrpSpPr>
        <p:grpSpPr>
          <a:xfrm>
            <a:off x="825257" y="4194189"/>
            <a:ext cx="10881360" cy="1485360"/>
            <a:chOff x="825257" y="4194189"/>
            <a:chExt cx="10881360" cy="148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057DE1EA-036C-11BF-A4EA-68AF220ECB21}"/>
                    </a:ext>
                  </a:extLst>
                </p14:cNvPr>
                <p14:cNvContentPartPr/>
                <p14:nvPr/>
              </p14:nvContentPartPr>
              <p14:xfrm>
                <a:off x="971057" y="4194189"/>
                <a:ext cx="307440" cy="784800"/>
              </p14:xfrm>
            </p:contentPart>
          </mc:Choice>
          <mc:Fallback xmlns=""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057DE1EA-036C-11BF-A4EA-68AF220ECB2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64937" y="4188069"/>
                  <a:ext cx="319680" cy="79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408AC926-8535-C1BB-1E4F-80439D325BAB}"/>
                    </a:ext>
                  </a:extLst>
                </p14:cNvPr>
                <p14:cNvContentPartPr/>
                <p14:nvPr/>
              </p14:nvContentPartPr>
              <p14:xfrm>
                <a:off x="1291097" y="4818429"/>
                <a:ext cx="68760" cy="209160"/>
              </p14:xfrm>
            </p:contentPart>
          </mc:Choice>
          <mc:Fallback xmlns=""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408AC926-8535-C1BB-1E4F-80439D325BA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284977" y="4812309"/>
                  <a:ext cx="810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3FA69B7A-9E0F-56D2-57A7-12581D86A7D9}"/>
                    </a:ext>
                  </a:extLst>
                </p14:cNvPr>
                <p14:cNvContentPartPr/>
                <p14:nvPr/>
              </p14:nvContentPartPr>
              <p14:xfrm>
                <a:off x="1465337" y="4844349"/>
                <a:ext cx="416880" cy="163080"/>
              </p14:xfrm>
            </p:contentPart>
          </mc:Choice>
          <mc:Fallback xmlns=""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3FA69B7A-9E0F-56D2-57A7-12581D86A7D9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459217" y="4838229"/>
                  <a:ext cx="4291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CA11656C-B577-8263-79AB-8DB00709CAD2}"/>
                    </a:ext>
                  </a:extLst>
                </p14:cNvPr>
                <p14:cNvContentPartPr/>
                <p14:nvPr/>
              </p14:nvContentPartPr>
              <p14:xfrm>
                <a:off x="825257" y="5297589"/>
                <a:ext cx="324720" cy="375840"/>
              </p14:xfrm>
            </p:contentPart>
          </mc:Choice>
          <mc:Fallback xmlns=""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CA11656C-B577-8263-79AB-8DB00709CAD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19137" y="5291469"/>
                  <a:ext cx="33696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12A828A0-9BFE-A3A7-C9C9-CA648181E332}"/>
                    </a:ext>
                  </a:extLst>
                </p14:cNvPr>
                <p14:cNvContentPartPr/>
                <p14:nvPr/>
              </p14:nvContentPartPr>
              <p14:xfrm>
                <a:off x="1218737" y="5471469"/>
                <a:ext cx="211320" cy="208080"/>
              </p14:xfrm>
            </p:contentPart>
          </mc:Choice>
          <mc:Fallback xmlns=""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12A828A0-9BFE-A3A7-C9C9-CA648181E33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212617" y="5465349"/>
                  <a:ext cx="22356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C712C486-C8FA-FF6F-005B-6C835B510F18}"/>
                    </a:ext>
                  </a:extLst>
                </p14:cNvPr>
                <p14:cNvContentPartPr/>
                <p14:nvPr/>
              </p14:nvContentPartPr>
              <p14:xfrm>
                <a:off x="1238537" y="5442309"/>
                <a:ext cx="183600" cy="222480"/>
              </p14:xfrm>
            </p:contentPart>
          </mc:Choice>
          <mc:Fallback xmlns=""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C712C486-C8FA-FF6F-005B-6C835B510F1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232417" y="5436189"/>
                  <a:ext cx="1958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EDE3854A-0AAE-7DC6-5C31-87F5DE250146}"/>
                    </a:ext>
                  </a:extLst>
                </p14:cNvPr>
                <p14:cNvContentPartPr/>
                <p14:nvPr/>
              </p14:nvContentPartPr>
              <p14:xfrm>
                <a:off x="1610417" y="5457069"/>
                <a:ext cx="159480" cy="360"/>
              </p14:xfrm>
            </p:contentPart>
          </mc:Choice>
          <mc:Fallback xmlns=""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EDE3854A-0AAE-7DC6-5C31-87F5DE250146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604297" y="5450949"/>
                  <a:ext cx="1717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EB21AC28-C0B5-A30F-8945-E193EB1721B5}"/>
                    </a:ext>
                  </a:extLst>
                </p14:cNvPr>
                <p14:cNvContentPartPr/>
                <p14:nvPr/>
              </p14:nvContentPartPr>
              <p14:xfrm>
                <a:off x="1755857" y="5369949"/>
                <a:ext cx="113760" cy="221040"/>
              </p14:xfrm>
            </p:contentPart>
          </mc:Choice>
          <mc:Fallback xmlns=""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EB21AC28-C0B5-A30F-8945-E193EB1721B5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749737" y="5363829"/>
                  <a:ext cx="1260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99E69153-2C1E-F524-14DA-844D33760083}"/>
                    </a:ext>
                  </a:extLst>
                </p14:cNvPr>
                <p14:cNvContentPartPr/>
                <p14:nvPr/>
              </p14:nvContentPartPr>
              <p14:xfrm>
                <a:off x="1997057" y="5320269"/>
                <a:ext cx="126000" cy="211680"/>
              </p14:xfrm>
            </p:contentPart>
          </mc:Choice>
          <mc:Fallback xmlns=""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99E69153-2C1E-F524-14DA-844D3376008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990937" y="5314149"/>
                  <a:ext cx="1382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0DC21A99-C6F5-525E-27AA-D5588E0DCC0C}"/>
                    </a:ext>
                  </a:extLst>
                </p14:cNvPr>
                <p14:cNvContentPartPr/>
                <p14:nvPr/>
              </p14:nvContentPartPr>
              <p14:xfrm>
                <a:off x="2075177" y="4744989"/>
                <a:ext cx="9631440" cy="466560"/>
              </p14:xfrm>
            </p:contentPart>
          </mc:Choice>
          <mc:Fallback xmlns=""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0DC21A99-C6F5-525E-27AA-D5588E0DCC0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069057" y="4738869"/>
                  <a:ext cx="9643680" cy="47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upo 137">
            <a:extLst>
              <a:ext uri="{FF2B5EF4-FFF2-40B4-BE49-F238E27FC236}">
                <a16:creationId xmlns:a16="http://schemas.microsoft.com/office/drawing/2014/main" id="{837855BF-E6E2-8B11-C4AA-7233963010C5}"/>
              </a:ext>
            </a:extLst>
          </p:cNvPr>
          <p:cNvGrpSpPr/>
          <p:nvPr/>
        </p:nvGrpSpPr>
        <p:grpSpPr>
          <a:xfrm>
            <a:off x="2306657" y="4497309"/>
            <a:ext cx="4265640" cy="627480"/>
            <a:chOff x="2306657" y="4497309"/>
            <a:chExt cx="4265640" cy="62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8FC30A3A-24A0-A7D4-2F55-69CE963AED06}"/>
                    </a:ext>
                  </a:extLst>
                </p14:cNvPr>
                <p14:cNvContentPartPr/>
                <p14:nvPr/>
              </p14:nvContentPartPr>
              <p14:xfrm>
                <a:off x="2321777" y="4716549"/>
                <a:ext cx="156600" cy="267480"/>
              </p14:xfrm>
            </p:contentPart>
          </mc:Choice>
          <mc:Fallback xmlns=""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8FC30A3A-24A0-A7D4-2F55-69CE963AED0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315657" y="4710429"/>
                  <a:ext cx="16884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14428FC4-5E5A-BB01-2F2E-15747A87EC98}"/>
                    </a:ext>
                  </a:extLst>
                </p14:cNvPr>
                <p14:cNvContentPartPr/>
                <p14:nvPr/>
              </p14:nvContentPartPr>
              <p14:xfrm>
                <a:off x="2306657" y="4760469"/>
                <a:ext cx="174960" cy="231840"/>
              </p14:xfrm>
            </p:contentPart>
          </mc:Choice>
          <mc:Fallback xmlns=""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14428FC4-5E5A-BB01-2F2E-15747A87EC98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300537" y="4754349"/>
                  <a:ext cx="1872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29DB065D-A063-130D-554F-8AE5C44CEDA9}"/>
                    </a:ext>
                  </a:extLst>
                </p14:cNvPr>
                <p14:cNvContentPartPr/>
                <p14:nvPr/>
              </p14:nvContentPartPr>
              <p14:xfrm>
                <a:off x="2641097" y="4541229"/>
                <a:ext cx="217080" cy="235440"/>
              </p14:xfrm>
            </p:contentPart>
          </mc:Choice>
          <mc:Fallback xmlns=""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29DB065D-A063-130D-554F-8AE5C44CEDA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634977" y="4535109"/>
                  <a:ext cx="2293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64313AE1-75C5-9EBC-7D9E-DC1F365A6729}"/>
                    </a:ext>
                  </a:extLst>
                </p14:cNvPr>
                <p14:cNvContentPartPr/>
                <p14:nvPr/>
              </p14:nvContentPartPr>
              <p14:xfrm>
                <a:off x="3149057" y="4731309"/>
                <a:ext cx="9000" cy="309600"/>
              </p14:xfrm>
            </p:contentPart>
          </mc:Choice>
          <mc:Fallback xmlns=""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64313AE1-75C5-9EBC-7D9E-DC1F365A672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142937" y="4725189"/>
                  <a:ext cx="2124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76C74FFF-D4AE-6510-92AE-5F27EFF4268B}"/>
                    </a:ext>
                  </a:extLst>
                </p14:cNvPr>
                <p14:cNvContentPartPr/>
                <p14:nvPr/>
              </p14:nvContentPartPr>
              <p14:xfrm>
                <a:off x="3047537" y="4890789"/>
                <a:ext cx="271080" cy="360"/>
              </p14:xfrm>
            </p:contentPart>
          </mc:Choice>
          <mc:Fallback xmlns=""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76C74FFF-D4AE-6510-92AE-5F27EFF4268B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041417" y="4884669"/>
                  <a:ext cx="2833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0B062C2E-9AF4-EDA2-9DAE-4455971583CF}"/>
                    </a:ext>
                  </a:extLst>
                </p14:cNvPr>
                <p14:cNvContentPartPr/>
                <p14:nvPr/>
              </p14:nvContentPartPr>
              <p14:xfrm>
                <a:off x="3468017" y="4700709"/>
                <a:ext cx="141120" cy="265320"/>
              </p14:xfrm>
            </p:contentPart>
          </mc:Choice>
          <mc:Fallback xmlns=""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0B062C2E-9AF4-EDA2-9DAE-4455971583C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461897" y="4694589"/>
                  <a:ext cx="15336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4F94689B-FD64-205B-5C8F-BAA26E02AC05}"/>
                    </a:ext>
                  </a:extLst>
                </p14:cNvPr>
                <p14:cNvContentPartPr/>
                <p14:nvPr/>
              </p14:nvContentPartPr>
              <p14:xfrm>
                <a:off x="3802457" y="4644189"/>
                <a:ext cx="257040" cy="480600"/>
              </p14:xfrm>
            </p:contentPart>
          </mc:Choice>
          <mc:Fallback xmlns=""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4F94689B-FD64-205B-5C8F-BAA26E02AC05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796337" y="4638069"/>
                  <a:ext cx="269280" cy="49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CB13C16E-6C39-5FF2-1C91-9B9AC7C1DFDA}"/>
                    </a:ext>
                  </a:extLst>
                </p14:cNvPr>
                <p14:cNvContentPartPr/>
                <p14:nvPr/>
              </p14:nvContentPartPr>
              <p14:xfrm>
                <a:off x="3797777" y="4716549"/>
                <a:ext cx="193680" cy="234360"/>
              </p14:xfrm>
            </p:contentPart>
          </mc:Choice>
          <mc:Fallback xmlns=""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CB13C16E-6C39-5FF2-1C91-9B9AC7C1DFDA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791657" y="4710429"/>
                  <a:ext cx="20592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48EFFBD3-17EF-873A-C008-C0ED722300DE}"/>
                    </a:ext>
                  </a:extLst>
                </p14:cNvPr>
                <p14:cNvContentPartPr/>
                <p14:nvPr/>
              </p14:nvContentPartPr>
              <p14:xfrm>
                <a:off x="4501937" y="4644189"/>
                <a:ext cx="11880" cy="6120"/>
              </p14:xfrm>
            </p:contentPart>
          </mc:Choice>
          <mc:Fallback xmlns=""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48EFFBD3-17EF-873A-C008-C0ED722300DE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495817" y="4638069"/>
                  <a:ext cx="2412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9E755218-CBC6-3F4E-9030-B30A5F6D5A4A}"/>
                    </a:ext>
                  </a:extLst>
                </p14:cNvPr>
                <p14:cNvContentPartPr/>
                <p14:nvPr/>
              </p14:nvContentPartPr>
              <p14:xfrm>
                <a:off x="4105577" y="4592709"/>
                <a:ext cx="457920" cy="478440"/>
              </p14:xfrm>
            </p:contentPart>
          </mc:Choice>
          <mc:Fallback xmlns=""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9E755218-CBC6-3F4E-9030-B30A5F6D5A4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099457" y="4586589"/>
                  <a:ext cx="470160" cy="4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0DF0F55D-7D0F-26A2-815C-B70ED3E14C67}"/>
                    </a:ext>
                  </a:extLst>
                </p14:cNvPr>
                <p14:cNvContentPartPr/>
                <p14:nvPr/>
              </p14:nvContentPartPr>
              <p14:xfrm>
                <a:off x="4803617" y="4760469"/>
                <a:ext cx="154080" cy="192240"/>
              </p14:xfrm>
            </p:contentPart>
          </mc:Choice>
          <mc:Fallback xmlns=""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0DF0F55D-7D0F-26A2-815C-B70ED3E14C6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797497" y="4754349"/>
                  <a:ext cx="1663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F4531EDB-B75F-6716-AE26-DA48E68A6F8D}"/>
                    </a:ext>
                  </a:extLst>
                </p14:cNvPr>
                <p14:cNvContentPartPr/>
                <p14:nvPr/>
              </p14:nvContentPartPr>
              <p14:xfrm>
                <a:off x="4791377" y="4760469"/>
                <a:ext cx="186840" cy="204840"/>
              </p14:xfrm>
            </p:contentPart>
          </mc:Choice>
          <mc:Fallback xmlns=""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F4531EDB-B75F-6716-AE26-DA48E68A6F8D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785257" y="4754349"/>
                  <a:ext cx="1990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C83EB5FE-DFEE-E86F-8750-7D5928BBAE89}"/>
                    </a:ext>
                  </a:extLst>
                </p14:cNvPr>
                <p14:cNvContentPartPr/>
                <p14:nvPr/>
              </p14:nvContentPartPr>
              <p14:xfrm>
                <a:off x="5297537" y="4600629"/>
                <a:ext cx="88560" cy="397080"/>
              </p14:xfrm>
            </p:contentPart>
          </mc:Choice>
          <mc:Fallback xmlns=""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C83EB5FE-DFEE-E86F-8750-7D5928BBAE89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291417" y="4594509"/>
                  <a:ext cx="10080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4AA2B3FA-FC73-319F-B17B-796A5245A851}"/>
                    </a:ext>
                  </a:extLst>
                </p14:cNvPr>
                <p14:cNvContentPartPr/>
                <p14:nvPr/>
              </p14:nvContentPartPr>
              <p14:xfrm>
                <a:off x="5224817" y="4818429"/>
                <a:ext cx="333720" cy="360"/>
              </p14:xfrm>
            </p:contentPart>
          </mc:Choice>
          <mc:Fallback xmlns=""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4AA2B3FA-FC73-319F-B17B-796A5245A85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218697" y="4812309"/>
                  <a:ext cx="3459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7DB4F9C2-B6C4-CC0E-0142-CCF9C08032DB}"/>
                    </a:ext>
                  </a:extLst>
                </p14:cNvPr>
                <p14:cNvContentPartPr/>
                <p14:nvPr/>
              </p14:nvContentPartPr>
              <p14:xfrm>
                <a:off x="5804417" y="4611429"/>
                <a:ext cx="251280" cy="338040"/>
              </p14:xfrm>
            </p:contentPart>
          </mc:Choice>
          <mc:Fallback xmlns=""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7DB4F9C2-B6C4-CC0E-0142-CCF9C08032D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798297" y="4605309"/>
                  <a:ext cx="26352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6D53A288-10DF-D5CD-9CB9-A23101BFACC9}"/>
                    </a:ext>
                  </a:extLst>
                </p14:cNvPr>
                <p14:cNvContentPartPr/>
                <p14:nvPr/>
              </p14:nvContentPartPr>
              <p14:xfrm>
                <a:off x="6182777" y="4818429"/>
                <a:ext cx="183240" cy="225720"/>
              </p14:xfrm>
            </p:contentPart>
          </mc:Choice>
          <mc:Fallback xmlns=""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6D53A288-10DF-D5CD-9CB9-A23101BFACC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176657" y="4812309"/>
                  <a:ext cx="1954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452C920D-64E9-70E2-0C69-7CED5D545404}"/>
                    </a:ext>
                  </a:extLst>
                </p14:cNvPr>
                <p14:cNvContentPartPr/>
                <p14:nvPr/>
              </p14:nvContentPartPr>
              <p14:xfrm>
                <a:off x="6177377" y="4876029"/>
                <a:ext cx="158040" cy="130320"/>
              </p14:xfrm>
            </p:contentPart>
          </mc:Choice>
          <mc:Fallback xmlns=""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452C920D-64E9-70E2-0C69-7CED5D54540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171257" y="4869909"/>
                  <a:ext cx="1702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0A725E80-6C2D-7CA8-8765-55FB21D9540A}"/>
                    </a:ext>
                  </a:extLst>
                </p14:cNvPr>
                <p14:cNvContentPartPr/>
                <p14:nvPr/>
              </p14:nvContentPartPr>
              <p14:xfrm>
                <a:off x="6313457" y="4497309"/>
                <a:ext cx="258840" cy="179640"/>
              </p14:xfrm>
            </p:contentPart>
          </mc:Choice>
          <mc:Fallback xmlns=""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0A725E80-6C2D-7CA8-8765-55FB21D9540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307337" y="4491189"/>
                  <a:ext cx="271080" cy="19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upo 143">
            <a:extLst>
              <a:ext uri="{FF2B5EF4-FFF2-40B4-BE49-F238E27FC236}">
                <a16:creationId xmlns:a16="http://schemas.microsoft.com/office/drawing/2014/main" id="{30E5CB54-AB9F-6153-3FA3-EA9687AADA04}"/>
              </a:ext>
            </a:extLst>
          </p:cNvPr>
          <p:cNvGrpSpPr/>
          <p:nvPr/>
        </p:nvGrpSpPr>
        <p:grpSpPr>
          <a:xfrm>
            <a:off x="6821417" y="4441149"/>
            <a:ext cx="686520" cy="601920"/>
            <a:chOff x="6821417" y="4441149"/>
            <a:chExt cx="686520" cy="60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FF443491-7359-1316-8F1C-F1FCAAFDD69B}"/>
                    </a:ext>
                  </a:extLst>
                </p14:cNvPr>
                <p14:cNvContentPartPr/>
                <p14:nvPr/>
              </p14:nvContentPartPr>
              <p14:xfrm>
                <a:off x="7126697" y="4441149"/>
                <a:ext cx="159480" cy="360"/>
              </p14:xfrm>
            </p:contentPart>
          </mc:Choice>
          <mc:Fallback xmlns=""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FF443491-7359-1316-8F1C-F1FCAAFDD69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120577" y="4435029"/>
                  <a:ext cx="1717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DE2A50C5-27EC-C39A-20B4-77419EAB901A}"/>
                    </a:ext>
                  </a:extLst>
                </p14:cNvPr>
                <p14:cNvContentPartPr/>
                <p14:nvPr/>
              </p14:nvContentPartPr>
              <p14:xfrm>
                <a:off x="6893777" y="4513509"/>
                <a:ext cx="118080" cy="529560"/>
              </p14:xfrm>
            </p:contentPart>
          </mc:Choice>
          <mc:Fallback xmlns=""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DE2A50C5-27EC-C39A-20B4-77419EAB901A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887657" y="4507389"/>
                  <a:ext cx="13032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1E308240-F656-D366-CACD-DD3B2F7DA77C}"/>
                    </a:ext>
                  </a:extLst>
                </p14:cNvPr>
                <p14:cNvContentPartPr/>
                <p14:nvPr/>
              </p14:nvContentPartPr>
              <p14:xfrm>
                <a:off x="6821417" y="4731309"/>
                <a:ext cx="186480" cy="360"/>
              </p14:xfrm>
            </p:contentPart>
          </mc:Choice>
          <mc:Fallback xmlns=""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1E308240-F656-D366-CACD-DD3B2F7DA77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815297" y="4725189"/>
                  <a:ext cx="1987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2106B454-721C-E780-D3A9-1B8B8EF91C68}"/>
                    </a:ext>
                  </a:extLst>
                </p14:cNvPr>
                <p14:cNvContentPartPr/>
                <p14:nvPr/>
              </p14:nvContentPartPr>
              <p14:xfrm>
                <a:off x="7257017" y="4455189"/>
                <a:ext cx="250920" cy="380520"/>
              </p14:xfrm>
            </p:contentPart>
          </mc:Choice>
          <mc:Fallback xmlns=""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2106B454-721C-E780-D3A9-1B8B8EF91C68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250897" y="4449069"/>
                  <a:ext cx="263160" cy="39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45" name="Entrada de lápiz 144">
                <a:extLst>
                  <a:ext uri="{FF2B5EF4-FFF2-40B4-BE49-F238E27FC236}">
                    <a16:creationId xmlns:a16="http://schemas.microsoft.com/office/drawing/2014/main" id="{23FFE7EF-5AF6-A775-6B45-767BC8482B0F}"/>
                  </a:ext>
                </a:extLst>
              </p14:cNvPr>
              <p14:cNvContentPartPr/>
              <p14:nvPr/>
            </p14:nvContentPartPr>
            <p14:xfrm>
              <a:off x="8113097" y="4644189"/>
              <a:ext cx="203400" cy="360"/>
            </p14:xfrm>
          </p:contentPart>
        </mc:Choice>
        <mc:Fallback xmlns="">
          <p:pic>
            <p:nvPicPr>
              <p:cNvPr id="145" name="Entrada de lápiz 144">
                <a:extLst>
                  <a:ext uri="{FF2B5EF4-FFF2-40B4-BE49-F238E27FC236}">
                    <a16:creationId xmlns:a16="http://schemas.microsoft.com/office/drawing/2014/main" id="{23FFE7EF-5AF6-A775-6B45-767BC8482B0F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106977" y="4638069"/>
                <a:ext cx="21564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Grupo 151">
            <a:extLst>
              <a:ext uri="{FF2B5EF4-FFF2-40B4-BE49-F238E27FC236}">
                <a16:creationId xmlns:a16="http://schemas.microsoft.com/office/drawing/2014/main" id="{41A7C301-AC2A-A9B9-3786-48C4B1643E2B}"/>
              </a:ext>
            </a:extLst>
          </p:cNvPr>
          <p:cNvGrpSpPr/>
          <p:nvPr/>
        </p:nvGrpSpPr>
        <p:grpSpPr>
          <a:xfrm>
            <a:off x="8662457" y="4207149"/>
            <a:ext cx="1397880" cy="568800"/>
            <a:chOff x="8662457" y="4207149"/>
            <a:chExt cx="1397880" cy="56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9C02035C-9B63-7AA7-CD91-8E178EF83D68}"/>
                    </a:ext>
                  </a:extLst>
                </p14:cNvPr>
                <p14:cNvContentPartPr/>
                <p14:nvPr/>
              </p14:nvContentPartPr>
              <p14:xfrm>
                <a:off x="8664617" y="4354029"/>
                <a:ext cx="228960" cy="295560"/>
              </p14:xfrm>
            </p:contentPart>
          </mc:Choice>
          <mc:Fallback xmlns=""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9C02035C-9B63-7AA7-CD91-8E178EF83D6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658497" y="4347909"/>
                  <a:ext cx="24120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1365B120-4D99-13FB-7162-0701514476B1}"/>
                    </a:ext>
                  </a:extLst>
                </p14:cNvPr>
                <p14:cNvContentPartPr/>
                <p14:nvPr/>
              </p14:nvContentPartPr>
              <p14:xfrm>
                <a:off x="8662457" y="4352229"/>
                <a:ext cx="273240" cy="291960"/>
              </p14:xfrm>
            </p:contentPart>
          </mc:Choice>
          <mc:Fallback xmlns=""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1365B120-4D99-13FB-7162-0701514476B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656337" y="4346109"/>
                  <a:ext cx="28548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48" name="Entrada de lápiz 147">
                  <a:extLst>
                    <a:ext uri="{FF2B5EF4-FFF2-40B4-BE49-F238E27FC236}">
                      <a16:creationId xmlns:a16="http://schemas.microsoft.com/office/drawing/2014/main" id="{4A04EECE-8215-4D66-94D7-1F88E119494C}"/>
                    </a:ext>
                  </a:extLst>
                </p14:cNvPr>
                <p14:cNvContentPartPr/>
                <p14:nvPr/>
              </p14:nvContentPartPr>
              <p14:xfrm>
                <a:off x="9012737" y="4207149"/>
                <a:ext cx="171360" cy="208080"/>
              </p14:xfrm>
            </p:contentPart>
          </mc:Choice>
          <mc:Fallback xmlns="">
            <p:pic>
              <p:nvPicPr>
                <p:cNvPr id="148" name="Entrada de lápiz 147">
                  <a:extLst>
                    <a:ext uri="{FF2B5EF4-FFF2-40B4-BE49-F238E27FC236}">
                      <a16:creationId xmlns:a16="http://schemas.microsoft.com/office/drawing/2014/main" id="{4A04EECE-8215-4D66-94D7-1F88E119494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006617" y="4201029"/>
                  <a:ext cx="1836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6E52A621-DC35-7409-16B4-5CA82C2D9CA7}"/>
                    </a:ext>
                  </a:extLst>
                </p14:cNvPr>
                <p14:cNvContentPartPr/>
                <p14:nvPr/>
              </p14:nvContentPartPr>
              <p14:xfrm>
                <a:off x="9433577" y="4484349"/>
                <a:ext cx="167760" cy="360"/>
              </p14:xfrm>
            </p:contentPart>
          </mc:Choice>
          <mc:Fallback xmlns=""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6E52A621-DC35-7409-16B4-5CA82C2D9CA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427457" y="4478229"/>
                  <a:ext cx="1800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5CB2FD33-210A-A211-7ADB-985C28D23DD3}"/>
                    </a:ext>
                  </a:extLst>
                </p14:cNvPr>
                <p14:cNvContentPartPr/>
                <p14:nvPr/>
              </p14:nvContentPartPr>
              <p14:xfrm>
                <a:off x="9688097" y="4251069"/>
                <a:ext cx="372240" cy="524880"/>
              </p14:xfrm>
            </p:contentPart>
          </mc:Choice>
          <mc:Fallback xmlns=""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5CB2FD33-210A-A211-7ADB-985C28D23DD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681977" y="4244949"/>
                  <a:ext cx="384480" cy="53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upo 155">
            <a:extLst>
              <a:ext uri="{FF2B5EF4-FFF2-40B4-BE49-F238E27FC236}">
                <a16:creationId xmlns:a16="http://schemas.microsoft.com/office/drawing/2014/main" id="{FEFD7D91-1E99-A404-20B9-9F2589CE9421}"/>
              </a:ext>
            </a:extLst>
          </p:cNvPr>
          <p:cNvGrpSpPr/>
          <p:nvPr/>
        </p:nvGrpSpPr>
        <p:grpSpPr>
          <a:xfrm>
            <a:off x="6080177" y="5282469"/>
            <a:ext cx="1012320" cy="527400"/>
            <a:chOff x="6080177" y="5282469"/>
            <a:chExt cx="1012320" cy="52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12AB11E8-76BA-B51A-6FC2-B0F1ED26337B}"/>
                    </a:ext>
                  </a:extLst>
                </p14:cNvPr>
                <p14:cNvContentPartPr/>
                <p14:nvPr/>
              </p14:nvContentPartPr>
              <p14:xfrm>
                <a:off x="6080177" y="5282469"/>
                <a:ext cx="459360" cy="424080"/>
              </p14:xfrm>
            </p:contentPart>
          </mc:Choice>
          <mc:Fallback xmlns=""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12AB11E8-76BA-B51A-6FC2-B0F1ED26337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074057" y="5276349"/>
                  <a:ext cx="47160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CCF067D7-7F54-A54A-062E-23D0DCFB94DE}"/>
                    </a:ext>
                  </a:extLst>
                </p14:cNvPr>
                <p14:cNvContentPartPr/>
                <p14:nvPr/>
              </p14:nvContentPartPr>
              <p14:xfrm>
                <a:off x="6806657" y="5427909"/>
                <a:ext cx="285840" cy="291240"/>
              </p14:xfrm>
            </p:contentPart>
          </mc:Choice>
          <mc:Fallback xmlns=""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CCF067D7-7F54-A54A-062E-23D0DCFB94D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800537" y="5421789"/>
                  <a:ext cx="29808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55" name="Entrada de lápiz 154">
                  <a:extLst>
                    <a:ext uri="{FF2B5EF4-FFF2-40B4-BE49-F238E27FC236}">
                      <a16:creationId xmlns:a16="http://schemas.microsoft.com/office/drawing/2014/main" id="{BB415CE3-5669-99F9-3A7E-4B97AF5AC422}"/>
                    </a:ext>
                  </a:extLst>
                </p14:cNvPr>
                <p14:cNvContentPartPr/>
                <p14:nvPr/>
              </p14:nvContentPartPr>
              <p14:xfrm>
                <a:off x="6652217" y="5442309"/>
                <a:ext cx="343440" cy="367560"/>
              </p14:xfrm>
            </p:contentPart>
          </mc:Choice>
          <mc:Fallback xmlns="">
            <p:pic>
              <p:nvPicPr>
                <p:cNvPr id="155" name="Entrada de lápiz 154">
                  <a:extLst>
                    <a:ext uri="{FF2B5EF4-FFF2-40B4-BE49-F238E27FC236}">
                      <a16:creationId xmlns:a16="http://schemas.microsoft.com/office/drawing/2014/main" id="{BB415CE3-5669-99F9-3A7E-4B97AF5AC42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646097" y="5436189"/>
                  <a:ext cx="355680" cy="37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57" name="Entrada de lápiz 156">
                <a:extLst>
                  <a:ext uri="{FF2B5EF4-FFF2-40B4-BE49-F238E27FC236}">
                    <a16:creationId xmlns:a16="http://schemas.microsoft.com/office/drawing/2014/main" id="{3B4B4CB1-D5E9-9A28-6420-DC80E9CD064F}"/>
                  </a:ext>
                </a:extLst>
              </p14:cNvPr>
              <p14:cNvContentPartPr/>
              <p14:nvPr/>
            </p14:nvContentPartPr>
            <p14:xfrm>
              <a:off x="2089937" y="4576869"/>
              <a:ext cx="918720" cy="633600"/>
            </p14:xfrm>
          </p:contentPart>
        </mc:Choice>
        <mc:Fallback xmlns="">
          <p:pic>
            <p:nvPicPr>
              <p:cNvPr id="157" name="Entrada de lápiz 156">
                <a:extLst>
                  <a:ext uri="{FF2B5EF4-FFF2-40B4-BE49-F238E27FC236}">
                    <a16:creationId xmlns:a16="http://schemas.microsoft.com/office/drawing/2014/main" id="{3B4B4CB1-D5E9-9A28-6420-DC80E9CD064F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2071937" y="4558869"/>
                <a:ext cx="954360" cy="66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58" name="Entrada de lápiz 157">
                <a:extLst>
                  <a:ext uri="{FF2B5EF4-FFF2-40B4-BE49-F238E27FC236}">
                    <a16:creationId xmlns:a16="http://schemas.microsoft.com/office/drawing/2014/main" id="{4D047C6E-1ED8-51E7-F8D4-C92C615EEC66}"/>
                  </a:ext>
                </a:extLst>
              </p14:cNvPr>
              <p14:cNvContentPartPr/>
              <p14:nvPr/>
            </p14:nvContentPartPr>
            <p14:xfrm>
              <a:off x="7968017" y="4105989"/>
              <a:ext cx="1108440" cy="799560"/>
            </p14:xfrm>
          </p:contentPart>
        </mc:Choice>
        <mc:Fallback xmlns="">
          <p:pic>
            <p:nvPicPr>
              <p:cNvPr id="158" name="Entrada de lápiz 157">
                <a:extLst>
                  <a:ext uri="{FF2B5EF4-FFF2-40B4-BE49-F238E27FC236}">
                    <a16:creationId xmlns:a16="http://schemas.microsoft.com/office/drawing/2014/main" id="{4D047C6E-1ED8-51E7-F8D4-C92C615EEC66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7950017" y="4087989"/>
                <a:ext cx="1144080" cy="83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59" name="Entrada de lápiz 158">
                <a:extLst>
                  <a:ext uri="{FF2B5EF4-FFF2-40B4-BE49-F238E27FC236}">
                    <a16:creationId xmlns:a16="http://schemas.microsoft.com/office/drawing/2014/main" id="{0614AE9E-2E5B-F6DE-FA40-98AA7237C75C}"/>
                  </a:ext>
                </a:extLst>
              </p14:cNvPr>
              <p14:cNvContentPartPr/>
              <p14:nvPr/>
            </p14:nvContentPartPr>
            <p14:xfrm>
              <a:off x="6806657" y="4224429"/>
              <a:ext cx="768600" cy="710280"/>
            </p14:xfrm>
          </p:contentPart>
        </mc:Choice>
        <mc:Fallback xmlns="">
          <p:pic>
            <p:nvPicPr>
              <p:cNvPr id="159" name="Entrada de lápiz 158">
                <a:extLst>
                  <a:ext uri="{FF2B5EF4-FFF2-40B4-BE49-F238E27FC236}">
                    <a16:creationId xmlns:a16="http://schemas.microsoft.com/office/drawing/2014/main" id="{0614AE9E-2E5B-F6DE-FA40-98AA7237C75C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6788657" y="4206429"/>
                <a:ext cx="804240" cy="74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60" name="Entrada de lápiz 159">
                <a:extLst>
                  <a:ext uri="{FF2B5EF4-FFF2-40B4-BE49-F238E27FC236}">
                    <a16:creationId xmlns:a16="http://schemas.microsoft.com/office/drawing/2014/main" id="{5E1A4A9B-434A-6BAA-1580-BEF91C800022}"/>
                  </a:ext>
                </a:extLst>
              </p14:cNvPr>
              <p14:cNvContentPartPr/>
              <p14:nvPr/>
            </p14:nvContentPartPr>
            <p14:xfrm>
              <a:off x="9318017" y="3986109"/>
              <a:ext cx="975240" cy="905400"/>
            </p14:xfrm>
          </p:contentPart>
        </mc:Choice>
        <mc:Fallback xmlns="">
          <p:pic>
            <p:nvPicPr>
              <p:cNvPr id="160" name="Entrada de lápiz 159">
                <a:extLst>
                  <a:ext uri="{FF2B5EF4-FFF2-40B4-BE49-F238E27FC236}">
                    <a16:creationId xmlns:a16="http://schemas.microsoft.com/office/drawing/2014/main" id="{5E1A4A9B-434A-6BAA-1580-BEF91C800022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9300017" y="3968109"/>
                <a:ext cx="1010880" cy="94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8" name="Grupo 177">
            <a:extLst>
              <a:ext uri="{FF2B5EF4-FFF2-40B4-BE49-F238E27FC236}">
                <a16:creationId xmlns:a16="http://schemas.microsoft.com/office/drawing/2014/main" id="{CA68297A-E975-7BFD-40AA-473D8EF4080D}"/>
              </a:ext>
            </a:extLst>
          </p:cNvPr>
          <p:cNvGrpSpPr/>
          <p:nvPr/>
        </p:nvGrpSpPr>
        <p:grpSpPr>
          <a:xfrm>
            <a:off x="9753617" y="1900629"/>
            <a:ext cx="2267640" cy="786960"/>
            <a:chOff x="9753617" y="1900629"/>
            <a:chExt cx="2267640" cy="78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35D2C471-21C4-1CAA-9D44-911B7048E08B}"/>
                    </a:ext>
                  </a:extLst>
                </p14:cNvPr>
                <p14:cNvContentPartPr/>
                <p14:nvPr/>
              </p14:nvContentPartPr>
              <p14:xfrm>
                <a:off x="9753617" y="2060829"/>
                <a:ext cx="308520" cy="626760"/>
              </p14:xfrm>
            </p:contentPart>
          </mc:Choice>
          <mc:Fallback xmlns=""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35D2C471-21C4-1CAA-9D44-911B7048E08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735617" y="2043189"/>
                  <a:ext cx="344160" cy="66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C79A3358-B929-773C-EBDF-EDCDE5CC1827}"/>
                    </a:ext>
                  </a:extLst>
                </p14:cNvPr>
                <p14:cNvContentPartPr/>
                <p14:nvPr/>
              </p14:nvContentPartPr>
              <p14:xfrm>
                <a:off x="10188497" y="1900629"/>
                <a:ext cx="27000" cy="412200"/>
              </p14:xfrm>
            </p:contentPart>
          </mc:Choice>
          <mc:Fallback xmlns=""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C79A3358-B929-773C-EBDF-EDCDE5CC182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170497" y="1882989"/>
                  <a:ext cx="6264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728A3D00-6313-B988-5819-4BB18F12CDE2}"/>
                    </a:ext>
                  </a:extLst>
                </p14:cNvPr>
                <p14:cNvContentPartPr/>
                <p14:nvPr/>
              </p14:nvContentPartPr>
              <p14:xfrm>
                <a:off x="10319177" y="2481669"/>
                <a:ext cx="144000" cy="360"/>
              </p14:xfrm>
            </p:contentPart>
          </mc:Choice>
          <mc:Fallback xmlns=""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728A3D00-6313-B988-5819-4BB18F12CDE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301177" y="2463669"/>
                  <a:ext cx="1796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DD2E2B92-89A7-3CAE-0B53-706528D31FCF}"/>
                    </a:ext>
                  </a:extLst>
                </p14:cNvPr>
                <p14:cNvContentPartPr/>
                <p14:nvPr/>
              </p14:nvContentPartPr>
              <p14:xfrm>
                <a:off x="10363097" y="2380149"/>
                <a:ext cx="126000" cy="360"/>
              </p14:xfrm>
            </p:contentPart>
          </mc:Choice>
          <mc:Fallback xmlns=""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DD2E2B92-89A7-3CAE-0B53-706528D31FC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345097" y="2362149"/>
                  <a:ext cx="1616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D3AEB641-4660-1863-11A5-2E053B85BF4B}"/>
                    </a:ext>
                  </a:extLst>
                </p14:cNvPr>
                <p14:cNvContentPartPr/>
                <p14:nvPr/>
              </p14:nvContentPartPr>
              <p14:xfrm>
                <a:off x="10638137" y="2173869"/>
                <a:ext cx="335520" cy="326520"/>
              </p14:xfrm>
            </p:contentPart>
          </mc:Choice>
          <mc:Fallback xmlns=""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D3AEB641-4660-1863-11A5-2E053B85BF4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620497" y="2156229"/>
                  <a:ext cx="37116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619F038C-799A-E3FE-5FDB-CD5357F4CB09}"/>
                    </a:ext>
                  </a:extLst>
                </p14:cNvPr>
                <p14:cNvContentPartPr/>
                <p14:nvPr/>
              </p14:nvContentPartPr>
              <p14:xfrm>
                <a:off x="11044937" y="2263869"/>
                <a:ext cx="138960" cy="191160"/>
              </p14:xfrm>
            </p:contentPart>
          </mc:Choice>
          <mc:Fallback xmlns=""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619F038C-799A-E3FE-5FDB-CD5357F4CB0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026937" y="2245869"/>
                  <a:ext cx="1746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36002E36-D40D-5EAB-5CA3-E4ADC26F8617}"/>
                    </a:ext>
                  </a:extLst>
                </p14:cNvPr>
                <p14:cNvContentPartPr/>
                <p14:nvPr/>
              </p14:nvContentPartPr>
              <p14:xfrm>
                <a:off x="11029097" y="2249109"/>
                <a:ext cx="161640" cy="323640"/>
              </p14:xfrm>
            </p:contentPart>
          </mc:Choice>
          <mc:Fallback xmlns=""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36002E36-D40D-5EAB-5CA3-E4ADC26F861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011097" y="2231109"/>
                  <a:ext cx="19728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B35294F0-2EE7-69C2-39D9-A55D88634028}"/>
                    </a:ext>
                  </a:extLst>
                </p14:cNvPr>
                <p14:cNvContentPartPr/>
                <p14:nvPr/>
              </p14:nvContentPartPr>
              <p14:xfrm>
                <a:off x="11320697" y="1915389"/>
                <a:ext cx="360" cy="188640"/>
              </p14:xfrm>
            </p:contentPart>
          </mc:Choice>
          <mc:Fallback xmlns=""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B35294F0-2EE7-69C2-39D9-A55D8863402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303057" y="1897749"/>
                  <a:ext cx="360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F4D371D2-CACF-F679-5FAC-32AFBB87F37B}"/>
                    </a:ext>
                  </a:extLst>
                </p14:cNvPr>
                <p14:cNvContentPartPr/>
                <p14:nvPr/>
              </p14:nvContentPartPr>
              <p14:xfrm>
                <a:off x="11509337" y="2205549"/>
                <a:ext cx="29880" cy="448560"/>
              </p14:xfrm>
            </p:contentPart>
          </mc:Choice>
          <mc:Fallback xmlns=""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F4D371D2-CACF-F679-5FAC-32AFBB87F37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491697" y="2187909"/>
                  <a:ext cx="6552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816A98C8-2095-186E-F284-35CED8F8969B}"/>
                    </a:ext>
                  </a:extLst>
                </p14:cNvPr>
                <p14:cNvContentPartPr/>
                <p14:nvPr/>
              </p14:nvContentPartPr>
              <p14:xfrm>
                <a:off x="11379017" y="2466909"/>
                <a:ext cx="260280" cy="360"/>
              </p14:xfrm>
            </p:contentPart>
          </mc:Choice>
          <mc:Fallback xmlns=""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816A98C8-2095-186E-F284-35CED8F8969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361017" y="2448909"/>
                  <a:ext cx="2959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685FB8EB-E94C-3260-76B9-1DED2876BFA7}"/>
                    </a:ext>
                  </a:extLst>
                </p14:cNvPr>
                <p14:cNvContentPartPr/>
                <p14:nvPr/>
              </p14:nvContentPartPr>
              <p14:xfrm>
                <a:off x="11803817" y="2365389"/>
                <a:ext cx="217440" cy="250200"/>
              </p14:xfrm>
            </p:contentPart>
          </mc:Choice>
          <mc:Fallback xmlns=""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685FB8EB-E94C-3260-76B9-1DED2876BFA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785817" y="2347389"/>
                  <a:ext cx="253080" cy="285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487097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Derivada</a:t>
            </a:r>
            <a:br>
              <a:rPr lang="es-AR" dirty="0"/>
            </a:b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69701" y="2854387"/>
            <a:ext cx="1092128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AR" sz="2000" dirty="0"/>
          </a:p>
          <a:p>
            <a:endParaRPr lang="en-US" sz="2000" dirty="0"/>
          </a:p>
          <a:p>
            <a:endParaRPr lang="en-US" sz="2000" dirty="0"/>
          </a:p>
          <a:p>
            <a:endParaRPr lang="es-AR" sz="2000" dirty="0"/>
          </a:p>
          <a:p>
            <a:endParaRPr lang="en-US" sz="2000" dirty="0"/>
          </a:p>
          <a:p>
            <a:endParaRPr lang="en-US" sz="2000" i="1" dirty="0"/>
          </a:p>
          <a:p>
            <a:endParaRPr lang="en-US" sz="2000" dirty="0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D96E63E4-9943-AA17-2455-BF65D1A9FAD6}"/>
              </a:ext>
            </a:extLst>
          </p:cNvPr>
          <p:cNvGrpSpPr/>
          <p:nvPr/>
        </p:nvGrpSpPr>
        <p:grpSpPr>
          <a:xfrm>
            <a:off x="1829657" y="3584349"/>
            <a:ext cx="1105200" cy="357480"/>
            <a:chOff x="1829657" y="3584349"/>
            <a:chExt cx="1105200" cy="35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D536D379-DC0A-8594-533B-C3DB2FEF6D48}"/>
                    </a:ext>
                  </a:extLst>
                </p14:cNvPr>
                <p14:cNvContentPartPr/>
                <p14:nvPr/>
              </p14:nvContentPartPr>
              <p14:xfrm>
                <a:off x="1829657" y="3584349"/>
                <a:ext cx="371880" cy="339480"/>
              </p14:xfrm>
            </p:contentPart>
          </mc:Choice>
          <mc:Fallback xmlns=""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D536D379-DC0A-8594-533B-C3DB2FEF6D4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823537" y="3578229"/>
                  <a:ext cx="38412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3F4DD39E-3A42-D933-C273-872B1F807A48}"/>
                    </a:ext>
                  </a:extLst>
                </p14:cNvPr>
                <p14:cNvContentPartPr/>
                <p14:nvPr/>
              </p14:nvContentPartPr>
              <p14:xfrm>
                <a:off x="2292977" y="3787749"/>
                <a:ext cx="64080" cy="64080"/>
              </p14:xfrm>
            </p:contentPart>
          </mc:Choice>
          <mc:Fallback xmlns=""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3F4DD39E-3A42-D933-C273-872B1F807A4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286857" y="3781629"/>
                  <a:ext cx="763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5652D390-3A43-9998-9341-0F147A812CC6}"/>
                    </a:ext>
                  </a:extLst>
                </p14:cNvPr>
                <p14:cNvContentPartPr/>
                <p14:nvPr/>
              </p14:nvContentPartPr>
              <p14:xfrm>
                <a:off x="2243657" y="3744549"/>
                <a:ext cx="150840" cy="19728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5652D390-3A43-9998-9341-0F147A812CC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37537" y="3738429"/>
                  <a:ext cx="1630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1777EF6E-20E1-3515-DBA3-BAA9D2DE05CA}"/>
                    </a:ext>
                  </a:extLst>
                </p14:cNvPr>
                <p14:cNvContentPartPr/>
                <p14:nvPr/>
              </p14:nvContentPartPr>
              <p14:xfrm>
                <a:off x="2510777" y="3802509"/>
                <a:ext cx="112320" cy="360"/>
              </p14:xfrm>
            </p:contentPart>
          </mc:Choice>
          <mc:Fallback xmlns=""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1777EF6E-20E1-3515-DBA3-BAA9D2DE05C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504657" y="3796389"/>
                  <a:ext cx="1245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7094C9F4-15D2-61F1-568A-6E01C524F38D}"/>
                    </a:ext>
                  </a:extLst>
                </p14:cNvPr>
                <p14:cNvContentPartPr/>
                <p14:nvPr/>
              </p14:nvContentPartPr>
              <p14:xfrm>
                <a:off x="2553977" y="3642309"/>
                <a:ext cx="46080" cy="202680"/>
              </p14:xfrm>
            </p:contentPart>
          </mc:Choice>
          <mc:Fallback xmlns=""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7094C9F4-15D2-61F1-568A-6E01C524F38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547857" y="3636189"/>
                  <a:ext cx="583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6808E289-F7BF-1E33-C30C-C07E05487BED}"/>
                    </a:ext>
                  </a:extLst>
                </p14:cNvPr>
                <p14:cNvContentPartPr/>
                <p14:nvPr/>
              </p14:nvContentPartPr>
              <p14:xfrm>
                <a:off x="2800577" y="3640149"/>
                <a:ext cx="134280" cy="207000"/>
              </p14:xfrm>
            </p:contentPart>
          </mc:Choice>
          <mc:Fallback xmlns=""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6808E289-F7BF-1E33-C30C-C07E05487BE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94457" y="3634029"/>
                  <a:ext cx="146520" cy="21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D7FF5B16-8605-10D4-51B2-D4AC62DD26DE}"/>
              </a:ext>
            </a:extLst>
          </p:cNvPr>
          <p:cNvGrpSpPr/>
          <p:nvPr/>
        </p:nvGrpSpPr>
        <p:grpSpPr>
          <a:xfrm>
            <a:off x="1712297" y="2728629"/>
            <a:ext cx="6730560" cy="639000"/>
            <a:chOff x="1712297" y="2728629"/>
            <a:chExt cx="6730560" cy="63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D2446A95-A36E-7CB7-7017-E2A9867A27BF}"/>
                    </a:ext>
                  </a:extLst>
                </p14:cNvPr>
                <p14:cNvContentPartPr/>
                <p14:nvPr/>
              </p14:nvContentPartPr>
              <p14:xfrm>
                <a:off x="1712297" y="2728629"/>
                <a:ext cx="321120" cy="528840"/>
              </p14:xfrm>
            </p:contentPart>
          </mc:Choice>
          <mc:Fallback xmlns=""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D2446A95-A36E-7CB7-7017-E2A9867A27B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06177" y="2722509"/>
                  <a:ext cx="333360" cy="54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DD0C9DD3-D2E3-96F5-E648-6DB5D871732B}"/>
                    </a:ext>
                  </a:extLst>
                </p14:cNvPr>
                <p14:cNvContentPartPr/>
                <p14:nvPr/>
              </p14:nvContentPartPr>
              <p14:xfrm>
                <a:off x="2104337" y="3047589"/>
                <a:ext cx="11520" cy="202320"/>
              </p14:xfrm>
            </p:contentPart>
          </mc:Choice>
          <mc:Fallback xmlns=""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DD0C9DD3-D2E3-96F5-E648-6DB5D871732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98217" y="3041469"/>
                  <a:ext cx="237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58E82712-0C6E-A2C2-D460-6BEFCE6A5E38}"/>
                    </a:ext>
                  </a:extLst>
                </p14:cNvPr>
                <p14:cNvContentPartPr/>
                <p14:nvPr/>
              </p14:nvContentPartPr>
              <p14:xfrm>
                <a:off x="2292257" y="3074949"/>
                <a:ext cx="423720" cy="169560"/>
              </p14:xfrm>
            </p:contentPart>
          </mc:Choice>
          <mc:Fallback xmlns=""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58E82712-0C6E-A2C2-D460-6BEFCE6A5E3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86137" y="3068829"/>
                  <a:ext cx="4359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A3CCCC5D-398C-FE96-1F97-5299A1EDB0EB}"/>
                    </a:ext>
                  </a:extLst>
                </p14:cNvPr>
                <p14:cNvContentPartPr/>
                <p14:nvPr/>
              </p14:nvContentPartPr>
              <p14:xfrm>
                <a:off x="3468377" y="3293109"/>
                <a:ext cx="4974480" cy="74520"/>
              </p14:xfrm>
            </p:contentPart>
          </mc:Choice>
          <mc:Fallback xmlns=""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A3CCCC5D-398C-FE96-1F97-5299A1EDB0E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462257" y="3286989"/>
                  <a:ext cx="498672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AF374F7C-EE62-9ED3-623D-05F4AF36F5FF}"/>
              </a:ext>
            </a:extLst>
          </p:cNvPr>
          <p:cNvGrpSpPr/>
          <p:nvPr/>
        </p:nvGrpSpPr>
        <p:grpSpPr>
          <a:xfrm>
            <a:off x="3613457" y="2680029"/>
            <a:ext cx="1902240" cy="663480"/>
            <a:chOff x="3613457" y="2680029"/>
            <a:chExt cx="1902240" cy="66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8F2C720C-F527-5D1E-5755-F578F8ED9B53}"/>
                    </a:ext>
                  </a:extLst>
                </p14:cNvPr>
                <p14:cNvContentPartPr/>
                <p14:nvPr/>
              </p14:nvContentPartPr>
              <p14:xfrm>
                <a:off x="3613457" y="2782989"/>
                <a:ext cx="363960" cy="336600"/>
              </p14:xfrm>
            </p:contentPart>
          </mc:Choice>
          <mc:Fallback xmlns=""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8F2C720C-F527-5D1E-5755-F578F8ED9B5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607337" y="2776869"/>
                  <a:ext cx="37620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813A342E-7FD9-0187-0304-E92751858472}"/>
                    </a:ext>
                  </a:extLst>
                </p14:cNvPr>
                <p14:cNvContentPartPr/>
                <p14:nvPr/>
              </p14:nvContentPartPr>
              <p14:xfrm>
                <a:off x="4092617" y="2800989"/>
                <a:ext cx="277200" cy="324000"/>
              </p14:xfrm>
            </p:contentPart>
          </mc:Choice>
          <mc:Fallback xmlns=""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813A342E-7FD9-0187-0304-E9275185847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086497" y="2794869"/>
                  <a:ext cx="28944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A1A45852-57A3-F2EF-D1FF-ABA77E923CE1}"/>
                    </a:ext>
                  </a:extLst>
                </p14:cNvPr>
                <p14:cNvContentPartPr/>
                <p14:nvPr/>
              </p14:nvContentPartPr>
              <p14:xfrm>
                <a:off x="4023857" y="2800989"/>
                <a:ext cx="388440" cy="542520"/>
              </p14:xfrm>
            </p:contentPart>
          </mc:Choice>
          <mc:Fallback xmlns=""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A1A45852-57A3-F2EF-D1FF-ABA77E923CE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17737" y="2794869"/>
                  <a:ext cx="400680" cy="55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951D430B-22C1-5C6E-F7B9-8751DF88EA3B}"/>
                    </a:ext>
                  </a:extLst>
                </p14:cNvPr>
                <p14:cNvContentPartPr/>
                <p14:nvPr/>
              </p14:nvContentPartPr>
              <p14:xfrm>
                <a:off x="4658897" y="2680029"/>
                <a:ext cx="479520" cy="581760"/>
              </p14:xfrm>
            </p:contentPart>
          </mc:Choice>
          <mc:Fallback xmlns=""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951D430B-22C1-5C6E-F7B9-8751DF88EA3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652777" y="2673909"/>
                  <a:ext cx="491760" cy="59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CD02DC3E-0EB3-19E4-5C68-5779BCF05F1A}"/>
                    </a:ext>
                  </a:extLst>
                </p14:cNvPr>
                <p14:cNvContentPartPr/>
                <p14:nvPr/>
              </p14:nvContentPartPr>
              <p14:xfrm>
                <a:off x="5326337" y="2858949"/>
                <a:ext cx="175680" cy="259200"/>
              </p14:xfrm>
            </p:contentPart>
          </mc:Choice>
          <mc:Fallback xmlns=""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CD02DC3E-0EB3-19E4-5C68-5779BCF05F1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320217" y="2852829"/>
                  <a:ext cx="1879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05DCE566-0C57-7AF4-6E35-C4CC20B8F293}"/>
                    </a:ext>
                  </a:extLst>
                </p14:cNvPr>
                <p14:cNvContentPartPr/>
                <p14:nvPr/>
              </p14:nvContentPartPr>
              <p14:xfrm>
                <a:off x="5349017" y="2931309"/>
                <a:ext cx="166680" cy="210600"/>
              </p14:xfrm>
            </p:contentPart>
          </mc:Choice>
          <mc:Fallback xmlns=""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05DCE566-0C57-7AF4-6E35-C4CC20B8F29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342897" y="2925189"/>
                  <a:ext cx="178920" cy="22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447E1E13-C467-46AE-F459-B662438C0CE3}"/>
              </a:ext>
            </a:extLst>
          </p:cNvPr>
          <p:cNvGrpSpPr/>
          <p:nvPr/>
        </p:nvGrpSpPr>
        <p:grpSpPr>
          <a:xfrm>
            <a:off x="5994137" y="2551509"/>
            <a:ext cx="1589400" cy="693000"/>
            <a:chOff x="5994137" y="2551509"/>
            <a:chExt cx="1589400" cy="69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8D5CFC9B-0ADD-1480-A2EC-D2C511E5C137}"/>
                    </a:ext>
                  </a:extLst>
                </p14:cNvPr>
                <p14:cNvContentPartPr/>
                <p14:nvPr/>
              </p14:nvContentPartPr>
              <p14:xfrm>
                <a:off x="6197177" y="2699469"/>
                <a:ext cx="360" cy="545040"/>
              </p14:xfrm>
            </p:contentPart>
          </mc:Choice>
          <mc:Fallback xmlns=""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8D5CFC9B-0ADD-1480-A2EC-D2C511E5C13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191057" y="2693349"/>
                  <a:ext cx="12600" cy="55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5D1234F4-4916-C8C3-42CB-BE1D4439E8AB}"/>
                    </a:ext>
                  </a:extLst>
                </p14:cNvPr>
                <p14:cNvContentPartPr/>
                <p14:nvPr/>
              </p14:nvContentPartPr>
              <p14:xfrm>
                <a:off x="5994137" y="2988909"/>
                <a:ext cx="472320" cy="15120"/>
              </p14:xfrm>
            </p:contentPart>
          </mc:Choice>
          <mc:Fallback xmlns=""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5D1234F4-4916-C8C3-42CB-BE1D4439E8A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988017" y="2982789"/>
                  <a:ext cx="4845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B583CBBD-A68F-BE2F-2B76-828C80A052DD}"/>
                    </a:ext>
                  </a:extLst>
                </p14:cNvPr>
                <p14:cNvContentPartPr/>
                <p14:nvPr/>
              </p14:nvContentPartPr>
              <p14:xfrm>
                <a:off x="6761297" y="2557269"/>
                <a:ext cx="387000" cy="554760"/>
              </p14:xfrm>
            </p:contentPart>
          </mc:Choice>
          <mc:Fallback xmlns=""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B583CBBD-A68F-BE2F-2B76-828C80A052D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755177" y="2551149"/>
                  <a:ext cx="399240" cy="56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049A42B4-F29D-5DF5-63F0-9E4F752B1A49}"/>
                    </a:ext>
                  </a:extLst>
                </p14:cNvPr>
                <p14:cNvContentPartPr/>
                <p14:nvPr/>
              </p14:nvContentPartPr>
              <p14:xfrm>
                <a:off x="7285817" y="2931309"/>
                <a:ext cx="178920" cy="122760"/>
              </p14:xfrm>
            </p:contentPart>
          </mc:Choice>
          <mc:Fallback xmlns=""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049A42B4-F29D-5DF5-63F0-9E4F752B1A4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279697" y="2925189"/>
                  <a:ext cx="1911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F65D00A5-4783-00DD-EA03-08A173C55464}"/>
                    </a:ext>
                  </a:extLst>
                </p14:cNvPr>
                <p14:cNvContentPartPr/>
                <p14:nvPr/>
              </p14:nvContentPartPr>
              <p14:xfrm>
                <a:off x="7268537" y="2888109"/>
                <a:ext cx="177480" cy="190080"/>
              </p14:xfrm>
            </p:contentPart>
          </mc:Choice>
          <mc:Fallback xmlns=""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F65D00A5-4783-00DD-EA03-08A173C5546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262417" y="2881989"/>
                  <a:ext cx="1897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ECBC0DDB-C9AE-A781-2217-1C114ECD8D49}"/>
                    </a:ext>
                  </a:extLst>
                </p14:cNvPr>
                <p14:cNvContentPartPr/>
                <p14:nvPr/>
              </p14:nvContentPartPr>
              <p14:xfrm>
                <a:off x="7430897" y="2551509"/>
                <a:ext cx="152640" cy="178560"/>
              </p14:xfrm>
            </p:contentPart>
          </mc:Choice>
          <mc:Fallback xmlns=""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ECBC0DDB-C9AE-A781-2217-1C114ECD8D4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424777" y="2545389"/>
                  <a:ext cx="164880" cy="19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2612D779-F11C-D067-E9AC-7E292EBEAD2C}"/>
              </a:ext>
            </a:extLst>
          </p:cNvPr>
          <p:cNvGrpSpPr/>
          <p:nvPr/>
        </p:nvGrpSpPr>
        <p:grpSpPr>
          <a:xfrm>
            <a:off x="5128337" y="3540789"/>
            <a:ext cx="1228680" cy="469800"/>
            <a:chOff x="5128337" y="3540789"/>
            <a:chExt cx="1228680" cy="46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7B989572-69DB-F345-BC85-3048D54A0DB2}"/>
                    </a:ext>
                  </a:extLst>
                </p14:cNvPr>
                <p14:cNvContentPartPr/>
                <p14:nvPr/>
              </p14:nvContentPartPr>
              <p14:xfrm>
                <a:off x="5128337" y="3540789"/>
                <a:ext cx="601200" cy="469800"/>
              </p14:xfrm>
            </p:contentPart>
          </mc:Choice>
          <mc:Fallback xmlns=""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7B989572-69DB-F345-BC85-3048D54A0DB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122217" y="3534669"/>
                  <a:ext cx="61344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9BD77DB6-DB92-E50F-7651-E03BD66C50DC}"/>
                    </a:ext>
                  </a:extLst>
                </p14:cNvPr>
                <p14:cNvContentPartPr/>
                <p14:nvPr/>
              </p14:nvContentPartPr>
              <p14:xfrm>
                <a:off x="6095657" y="3628269"/>
                <a:ext cx="261360" cy="244800"/>
              </p14:xfrm>
            </p:contentPart>
          </mc:Choice>
          <mc:Fallback xmlns=""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9BD77DB6-DB92-E50F-7651-E03BD66C50D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089537" y="3622149"/>
                  <a:ext cx="27360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92CB1F2E-29AB-A1FA-609D-E7155F356556}"/>
                    </a:ext>
                  </a:extLst>
                </p14:cNvPr>
                <p14:cNvContentPartPr/>
                <p14:nvPr/>
              </p14:nvContentPartPr>
              <p14:xfrm>
                <a:off x="6046697" y="3715389"/>
                <a:ext cx="281160" cy="197280"/>
              </p14:xfrm>
            </p:contentPart>
          </mc:Choice>
          <mc:Fallback xmlns=""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92CB1F2E-29AB-A1FA-609D-E7155F35655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040577" y="3709269"/>
                  <a:ext cx="293400" cy="20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227DE99B-44F3-A4F9-9184-D9005008C326}"/>
              </a:ext>
            </a:extLst>
          </p:cNvPr>
          <p:cNvGrpSpPr/>
          <p:nvPr/>
        </p:nvGrpSpPr>
        <p:grpSpPr>
          <a:xfrm>
            <a:off x="1639577" y="4382829"/>
            <a:ext cx="1004400" cy="537480"/>
            <a:chOff x="1639577" y="4382829"/>
            <a:chExt cx="1004400" cy="53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C08F9198-58F8-62D7-B476-09579A2DD628}"/>
                    </a:ext>
                  </a:extLst>
                </p14:cNvPr>
                <p14:cNvContentPartPr/>
                <p14:nvPr/>
              </p14:nvContentPartPr>
              <p14:xfrm>
                <a:off x="1639577" y="4382829"/>
                <a:ext cx="199440" cy="499320"/>
              </p14:xfrm>
            </p:contentPart>
          </mc:Choice>
          <mc:Fallback xmlns=""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C08F9198-58F8-62D7-B476-09579A2DD62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633457" y="4376709"/>
                  <a:ext cx="211680" cy="5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04F81944-F5BE-6065-87E0-F558E4E001C0}"/>
                    </a:ext>
                  </a:extLst>
                </p14:cNvPr>
                <p14:cNvContentPartPr/>
                <p14:nvPr/>
              </p14:nvContentPartPr>
              <p14:xfrm>
                <a:off x="1958897" y="4789269"/>
                <a:ext cx="15120" cy="99360"/>
              </p14:xfrm>
            </p:contentPart>
          </mc:Choice>
          <mc:Fallback xmlns=""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04F81944-F5BE-6065-87E0-F558E4E001C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952777" y="4783149"/>
                  <a:ext cx="273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41C73D96-5724-5211-8BB6-C90A3E851F6F}"/>
                    </a:ext>
                  </a:extLst>
                </p14:cNvPr>
                <p14:cNvContentPartPr/>
                <p14:nvPr/>
              </p14:nvContentPartPr>
              <p14:xfrm>
                <a:off x="2175617" y="4741029"/>
                <a:ext cx="468360" cy="179280"/>
              </p14:xfrm>
            </p:contentPart>
          </mc:Choice>
          <mc:Fallback xmlns=""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41C73D96-5724-5211-8BB6-C90A3E851F6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169497" y="4734909"/>
                  <a:ext cx="480600" cy="19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upo 48">
            <a:extLst>
              <a:ext uri="{FF2B5EF4-FFF2-40B4-BE49-F238E27FC236}">
                <a16:creationId xmlns:a16="http://schemas.microsoft.com/office/drawing/2014/main" id="{999B8AF8-740A-6A94-3B27-CA3B301B05A5}"/>
              </a:ext>
            </a:extLst>
          </p:cNvPr>
          <p:cNvGrpSpPr/>
          <p:nvPr/>
        </p:nvGrpSpPr>
        <p:grpSpPr>
          <a:xfrm>
            <a:off x="1441937" y="5326389"/>
            <a:ext cx="1725480" cy="446400"/>
            <a:chOff x="1441937" y="5326389"/>
            <a:chExt cx="1725480" cy="44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135898F4-4678-2B99-5EFA-AFF47B61DE04}"/>
                    </a:ext>
                  </a:extLst>
                </p14:cNvPr>
                <p14:cNvContentPartPr/>
                <p14:nvPr/>
              </p14:nvContentPartPr>
              <p14:xfrm>
                <a:off x="1441937" y="5398749"/>
                <a:ext cx="293400" cy="374040"/>
              </p14:xfrm>
            </p:contentPart>
          </mc:Choice>
          <mc:Fallback xmlns=""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135898F4-4678-2B99-5EFA-AFF47B61DE0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435817" y="5392629"/>
                  <a:ext cx="30564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90E64D2A-8E3E-C5D3-9B0D-18EE0E12BB9B}"/>
                    </a:ext>
                  </a:extLst>
                </p14:cNvPr>
                <p14:cNvContentPartPr/>
                <p14:nvPr/>
              </p14:nvContentPartPr>
              <p14:xfrm>
                <a:off x="1987697" y="5427909"/>
                <a:ext cx="218880" cy="325440"/>
              </p14:xfrm>
            </p:contentPart>
          </mc:Choice>
          <mc:Fallback xmlns=""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90E64D2A-8E3E-C5D3-9B0D-18EE0E12BB9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981577" y="5421789"/>
                  <a:ext cx="23112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EE554C2A-30DA-FA76-C4E2-19B88A89343D}"/>
                    </a:ext>
                  </a:extLst>
                </p14:cNvPr>
                <p14:cNvContentPartPr/>
                <p14:nvPr/>
              </p14:nvContentPartPr>
              <p14:xfrm>
                <a:off x="2026937" y="5486229"/>
                <a:ext cx="179280" cy="170280"/>
              </p14:xfrm>
            </p:contentPart>
          </mc:Choice>
          <mc:Fallback xmlns=""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EE554C2A-30DA-FA76-C4E2-19B88A89343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020817" y="5480109"/>
                  <a:ext cx="1915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14E76C92-37E3-58A8-3972-06545B9B13F5}"/>
                    </a:ext>
                  </a:extLst>
                </p14:cNvPr>
                <p14:cNvContentPartPr/>
                <p14:nvPr/>
              </p14:nvContentPartPr>
              <p14:xfrm>
                <a:off x="2438417" y="5457069"/>
                <a:ext cx="272880" cy="360"/>
              </p14:xfrm>
            </p:contentPart>
          </mc:Choice>
          <mc:Fallback xmlns=""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14E76C92-37E3-58A8-3972-06545B9B13F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432297" y="5450949"/>
                  <a:ext cx="2851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FB117273-2C00-04C6-D697-AFF354A45F75}"/>
                    </a:ext>
                  </a:extLst>
                </p14:cNvPr>
                <p14:cNvContentPartPr/>
                <p14:nvPr/>
              </p14:nvContentPartPr>
              <p14:xfrm>
                <a:off x="2670257" y="5326389"/>
                <a:ext cx="58320" cy="259920"/>
              </p14:xfrm>
            </p:contentPart>
          </mc:Choice>
          <mc:Fallback xmlns=""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FB117273-2C00-04C6-D697-AFF354A45F7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664137" y="5320269"/>
                  <a:ext cx="7056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AAAA075B-D56B-9FB9-985C-7A445479F50F}"/>
                    </a:ext>
                  </a:extLst>
                </p14:cNvPr>
                <p14:cNvContentPartPr/>
                <p14:nvPr/>
              </p14:nvContentPartPr>
              <p14:xfrm>
                <a:off x="2813177" y="5338269"/>
                <a:ext cx="354240" cy="282600"/>
              </p14:xfrm>
            </p:contentPart>
          </mc:Choice>
          <mc:Fallback xmlns=""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AAAA075B-D56B-9FB9-985C-7A445479F50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807057" y="5332149"/>
                  <a:ext cx="366480" cy="29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upo 91">
            <a:extLst>
              <a:ext uri="{FF2B5EF4-FFF2-40B4-BE49-F238E27FC236}">
                <a16:creationId xmlns:a16="http://schemas.microsoft.com/office/drawing/2014/main" id="{A576B323-A647-23AC-47AA-BDD869905FC0}"/>
              </a:ext>
            </a:extLst>
          </p:cNvPr>
          <p:cNvGrpSpPr/>
          <p:nvPr/>
        </p:nvGrpSpPr>
        <p:grpSpPr>
          <a:xfrm>
            <a:off x="3483137" y="4092669"/>
            <a:ext cx="2744640" cy="1869480"/>
            <a:chOff x="3483137" y="4092669"/>
            <a:chExt cx="2744640" cy="186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C325CDCB-7A42-61FE-BC01-119762586DD4}"/>
                    </a:ext>
                  </a:extLst>
                </p14:cNvPr>
                <p14:cNvContentPartPr/>
                <p14:nvPr/>
              </p14:nvContentPartPr>
              <p14:xfrm>
                <a:off x="3483137" y="4876029"/>
                <a:ext cx="2158920" cy="136080"/>
              </p14:xfrm>
            </p:contentPart>
          </mc:Choice>
          <mc:Fallback xmlns=""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C325CDCB-7A42-61FE-BC01-119762586DD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477017" y="4869909"/>
                  <a:ext cx="21711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BB11CC22-5BBC-7C6B-5AB1-8FA778FC5EA6}"/>
                    </a:ext>
                  </a:extLst>
                </p14:cNvPr>
                <p14:cNvContentPartPr/>
                <p14:nvPr/>
              </p14:nvContentPartPr>
              <p14:xfrm>
                <a:off x="3540737" y="4365189"/>
                <a:ext cx="428760" cy="330480"/>
              </p14:xfrm>
            </p:contentPart>
          </mc:Choice>
          <mc:Fallback xmlns=""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BB11CC22-5BBC-7C6B-5AB1-8FA778FC5EA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534617" y="4359069"/>
                  <a:ext cx="44100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FA933C19-1D4D-40A9-F919-2A7724245C0A}"/>
                    </a:ext>
                  </a:extLst>
                </p14:cNvPr>
                <p14:cNvContentPartPr/>
                <p14:nvPr/>
              </p14:nvContentPartPr>
              <p14:xfrm>
                <a:off x="4048697" y="4527909"/>
                <a:ext cx="120600" cy="154440"/>
              </p14:xfrm>
            </p:contentPart>
          </mc:Choice>
          <mc:Fallback xmlns=""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FA933C19-1D4D-40A9-F919-2A7724245C0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042577" y="4521789"/>
                  <a:ext cx="1328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71C90027-39CF-9249-2A9C-EE1FD5DAD978}"/>
                    </a:ext>
                  </a:extLst>
                </p14:cNvPr>
                <p14:cNvContentPartPr/>
                <p14:nvPr/>
              </p14:nvContentPartPr>
              <p14:xfrm>
                <a:off x="3918737" y="4455189"/>
                <a:ext cx="275760" cy="379080"/>
              </p14:xfrm>
            </p:contentPart>
          </mc:Choice>
          <mc:Fallback xmlns=""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71C90027-39CF-9249-2A9C-EE1FD5DAD97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912617" y="4449069"/>
                  <a:ext cx="28800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94B7715D-5F3C-35DF-FCE7-F6B1D4F88C1E}"/>
                    </a:ext>
                  </a:extLst>
                </p14:cNvPr>
                <p14:cNvContentPartPr/>
                <p14:nvPr/>
              </p14:nvContentPartPr>
              <p14:xfrm>
                <a:off x="4532177" y="4516029"/>
                <a:ext cx="241560" cy="314640"/>
              </p14:xfrm>
            </p:contentPart>
          </mc:Choice>
          <mc:Fallback xmlns=""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94B7715D-5F3C-35DF-FCE7-F6B1D4F88C1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526057" y="4509909"/>
                  <a:ext cx="25380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F2B466F9-EB90-919C-EBA8-CF8E67CF278F}"/>
                    </a:ext>
                  </a:extLst>
                </p14:cNvPr>
                <p14:cNvContentPartPr/>
                <p14:nvPr/>
              </p14:nvContentPartPr>
              <p14:xfrm>
                <a:off x="5007377" y="4644189"/>
                <a:ext cx="110160" cy="200160"/>
              </p14:xfrm>
            </p:contentPart>
          </mc:Choice>
          <mc:Fallback xmlns=""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F2B466F9-EB90-919C-EBA8-CF8E67CF278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001257" y="4638069"/>
                  <a:ext cx="1224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DD18C74E-D3BF-9A33-E200-F0EA3FA5EB5F}"/>
                    </a:ext>
                  </a:extLst>
                </p14:cNvPr>
                <p14:cNvContentPartPr/>
                <p14:nvPr/>
              </p14:nvContentPartPr>
              <p14:xfrm>
                <a:off x="4765817" y="4716549"/>
                <a:ext cx="444960" cy="312480"/>
              </p14:xfrm>
            </p:contentPart>
          </mc:Choice>
          <mc:Fallback xmlns=""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DD18C74E-D3BF-9A33-E200-F0EA3FA5EB5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759697" y="4710429"/>
                  <a:ext cx="45720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776EBF85-5FBE-58F5-0245-BD867A420477}"/>
                    </a:ext>
                  </a:extLst>
                </p14:cNvPr>
                <p14:cNvContentPartPr/>
                <p14:nvPr/>
              </p14:nvContentPartPr>
              <p14:xfrm>
                <a:off x="4324457" y="5224509"/>
                <a:ext cx="499320" cy="309600"/>
              </p14:xfrm>
            </p:contentPart>
          </mc:Choice>
          <mc:Fallback xmlns=""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776EBF85-5FBE-58F5-0245-BD867A42047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318337" y="5218389"/>
                  <a:ext cx="51156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628F67FF-B2AD-5D6B-B760-6B2B44F4AF0E}"/>
                    </a:ext>
                  </a:extLst>
                </p14:cNvPr>
                <p14:cNvContentPartPr/>
                <p14:nvPr/>
              </p14:nvContentPartPr>
              <p14:xfrm>
                <a:off x="4992257" y="5398749"/>
                <a:ext cx="197280" cy="152280"/>
              </p14:xfrm>
            </p:contentPart>
          </mc:Choice>
          <mc:Fallback xmlns=""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628F67FF-B2AD-5D6B-B760-6B2B44F4AF0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986137" y="5392629"/>
                  <a:ext cx="2095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5A666D23-ADF9-D283-B537-9A47B35E3487}"/>
                    </a:ext>
                  </a:extLst>
                </p14:cNvPr>
                <p14:cNvContentPartPr/>
                <p14:nvPr/>
              </p14:nvContentPartPr>
              <p14:xfrm>
                <a:off x="4972097" y="5398749"/>
                <a:ext cx="209520" cy="220320"/>
              </p14:xfrm>
            </p:contentPart>
          </mc:Choice>
          <mc:Fallback xmlns=""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5A666D23-ADF9-D283-B537-9A47B35E348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965977" y="5392629"/>
                  <a:ext cx="2217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74784934-F34F-A345-80F8-6BE3EF56FCF5}"/>
                    </a:ext>
                  </a:extLst>
                </p14:cNvPr>
                <p14:cNvContentPartPr/>
                <p14:nvPr/>
              </p14:nvContentPartPr>
              <p14:xfrm>
                <a:off x="6109697" y="4702149"/>
                <a:ext cx="360" cy="419760"/>
              </p14:xfrm>
            </p:contentPart>
          </mc:Choice>
          <mc:Fallback xmlns=""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74784934-F34F-A345-80F8-6BE3EF56FCF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103577" y="4696029"/>
                  <a:ext cx="1260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F645E4FF-4289-6392-DF3D-4A2DEBE48F04}"/>
                    </a:ext>
                  </a:extLst>
                </p14:cNvPr>
                <p14:cNvContentPartPr/>
                <p14:nvPr/>
              </p14:nvContentPartPr>
              <p14:xfrm>
                <a:off x="5950217" y="4991589"/>
                <a:ext cx="277560" cy="15840"/>
              </p14:xfrm>
            </p:contentPart>
          </mc:Choice>
          <mc:Fallback xmlns=""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F645E4FF-4289-6392-DF3D-4A2DEBE48F0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944097" y="4985469"/>
                  <a:ext cx="2898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3BAC697A-81B1-38F7-89C8-6266867ED7D4}"/>
                    </a:ext>
                  </a:extLst>
                </p14:cNvPr>
                <p14:cNvContentPartPr/>
                <p14:nvPr/>
              </p14:nvContentPartPr>
              <p14:xfrm>
                <a:off x="4599857" y="4092669"/>
                <a:ext cx="175320" cy="1869480"/>
              </p14:xfrm>
            </p:contentPart>
          </mc:Choice>
          <mc:Fallback xmlns=""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3BAC697A-81B1-38F7-89C8-6266867ED7D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593737" y="4086549"/>
                  <a:ext cx="187560" cy="188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upo 94">
            <a:extLst>
              <a:ext uri="{FF2B5EF4-FFF2-40B4-BE49-F238E27FC236}">
                <a16:creationId xmlns:a16="http://schemas.microsoft.com/office/drawing/2014/main" id="{A37B0EC7-896D-451C-5DFE-DF208D9DF4B9}"/>
              </a:ext>
            </a:extLst>
          </p:cNvPr>
          <p:cNvGrpSpPr/>
          <p:nvPr/>
        </p:nvGrpSpPr>
        <p:grpSpPr>
          <a:xfrm>
            <a:off x="6574457" y="4194189"/>
            <a:ext cx="3019320" cy="2479320"/>
            <a:chOff x="6574457" y="4194189"/>
            <a:chExt cx="3019320" cy="247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AA572268-46D5-D52C-B207-67EE11F58A33}"/>
                    </a:ext>
                  </a:extLst>
                </p14:cNvPr>
                <p14:cNvContentPartPr/>
                <p14:nvPr/>
              </p14:nvContentPartPr>
              <p14:xfrm>
                <a:off x="6574457" y="4194189"/>
                <a:ext cx="261000" cy="822240"/>
              </p14:xfrm>
            </p:contentPart>
          </mc:Choice>
          <mc:Fallback xmlns=""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AA572268-46D5-D52C-B207-67EE11F58A3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568337" y="4188069"/>
                  <a:ext cx="273240" cy="83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A19C5857-324D-2E9E-EB3C-8FEE7C517F20}"/>
                    </a:ext>
                  </a:extLst>
                </p14:cNvPr>
                <p14:cNvContentPartPr/>
                <p14:nvPr/>
              </p14:nvContentPartPr>
              <p14:xfrm>
                <a:off x="7039217" y="4527909"/>
                <a:ext cx="42480" cy="289080"/>
              </p14:xfrm>
            </p:contentPart>
          </mc:Choice>
          <mc:Fallback xmlns=""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A19C5857-324D-2E9E-EB3C-8FEE7C517F2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033097" y="4521789"/>
                  <a:ext cx="5472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5E8D215F-6A59-0FA9-449E-7326054F6F07}"/>
                    </a:ext>
                  </a:extLst>
                </p14:cNvPr>
                <p14:cNvContentPartPr/>
                <p14:nvPr/>
              </p14:nvContentPartPr>
              <p14:xfrm>
                <a:off x="6893777" y="5210109"/>
                <a:ext cx="381240" cy="358200"/>
              </p14:xfrm>
            </p:contentPart>
          </mc:Choice>
          <mc:Fallback xmlns=""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5E8D215F-6A59-0FA9-449E-7326054F6F0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887657" y="5203989"/>
                  <a:ext cx="39348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C45BAB34-438F-FE6D-C222-A170A462BF70}"/>
                    </a:ext>
                  </a:extLst>
                </p14:cNvPr>
                <p14:cNvContentPartPr/>
                <p14:nvPr/>
              </p14:nvContentPartPr>
              <p14:xfrm>
                <a:off x="6877937" y="5340789"/>
                <a:ext cx="305280" cy="259920"/>
              </p14:xfrm>
            </p:contentPart>
          </mc:Choice>
          <mc:Fallback xmlns=""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C45BAB34-438F-FE6D-C222-A170A462BF7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871817" y="5334669"/>
                  <a:ext cx="31752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0EA008E4-C052-6E00-49A2-B4A9A78425CA}"/>
                    </a:ext>
                  </a:extLst>
                </p14:cNvPr>
                <p14:cNvContentPartPr/>
                <p14:nvPr/>
              </p14:nvContentPartPr>
              <p14:xfrm>
                <a:off x="7314977" y="5355549"/>
                <a:ext cx="294120" cy="125640"/>
              </p14:xfrm>
            </p:contentPart>
          </mc:Choice>
          <mc:Fallback xmlns=""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0EA008E4-C052-6E00-49A2-B4A9A78425C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308857" y="5349429"/>
                  <a:ext cx="3063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1B081EE4-13E8-1484-4DB5-D250E8559581}"/>
                    </a:ext>
                  </a:extLst>
                </p14:cNvPr>
                <p14:cNvContentPartPr/>
                <p14:nvPr/>
              </p14:nvContentPartPr>
              <p14:xfrm>
                <a:off x="7380137" y="5340789"/>
                <a:ext cx="196560" cy="235440"/>
              </p14:xfrm>
            </p:contentPart>
          </mc:Choice>
          <mc:Fallback xmlns=""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1B081EE4-13E8-1484-4DB5-D250E855958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374017" y="5334669"/>
                  <a:ext cx="20880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2302FAD8-2915-AE81-7070-0FE450FFB9E3}"/>
                    </a:ext>
                  </a:extLst>
                </p14:cNvPr>
                <p14:cNvContentPartPr/>
                <p14:nvPr/>
              </p14:nvContentPartPr>
              <p14:xfrm>
                <a:off x="7634297" y="5471469"/>
                <a:ext cx="487080" cy="360"/>
              </p14:xfrm>
            </p:contentPart>
          </mc:Choice>
          <mc:Fallback xmlns=""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2302FAD8-2915-AE81-7070-0FE450FFB9E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628177" y="5465349"/>
                  <a:ext cx="4993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E5AFE3EF-81D7-72D2-54D7-9CD7DDF6ECC8}"/>
                    </a:ext>
                  </a:extLst>
                </p14:cNvPr>
                <p14:cNvContentPartPr/>
                <p14:nvPr/>
              </p14:nvContentPartPr>
              <p14:xfrm>
                <a:off x="7996817" y="5355549"/>
                <a:ext cx="109440" cy="205560"/>
              </p14:xfrm>
            </p:contentPart>
          </mc:Choice>
          <mc:Fallback xmlns=""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E5AFE3EF-81D7-72D2-54D7-9CD7DDF6ECC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990697" y="5349429"/>
                  <a:ext cx="1216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60843F65-7CAF-EE98-75D3-1EA69DA49713}"/>
                    </a:ext>
                  </a:extLst>
                </p14:cNvPr>
                <p14:cNvContentPartPr/>
                <p14:nvPr/>
              </p14:nvContentPartPr>
              <p14:xfrm>
                <a:off x="8153777" y="5365269"/>
                <a:ext cx="165960" cy="118800"/>
              </p14:xfrm>
            </p:contentPart>
          </mc:Choice>
          <mc:Fallback xmlns=""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60843F65-7CAF-EE98-75D3-1EA69DA4971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147657" y="5359149"/>
                  <a:ext cx="1782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EA3E4672-E16B-3C1C-2473-D653C50A1EA9}"/>
                    </a:ext>
                  </a:extLst>
                </p14:cNvPr>
                <p14:cNvContentPartPr/>
                <p14:nvPr/>
              </p14:nvContentPartPr>
              <p14:xfrm>
                <a:off x="7299857" y="4770549"/>
                <a:ext cx="365040" cy="176400"/>
              </p14:xfrm>
            </p:contentPart>
          </mc:Choice>
          <mc:Fallback xmlns=""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EA3E4672-E16B-3C1C-2473-D653C50A1EA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293737" y="4764429"/>
                  <a:ext cx="3772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6C7A3311-A79F-A0D7-57B9-0EF328D6C5DD}"/>
                    </a:ext>
                  </a:extLst>
                </p14:cNvPr>
                <p14:cNvContentPartPr/>
                <p14:nvPr/>
              </p14:nvContentPartPr>
              <p14:xfrm>
                <a:off x="8285537" y="4354029"/>
                <a:ext cx="648000" cy="625320"/>
              </p14:xfrm>
            </p:contentPart>
          </mc:Choice>
          <mc:Fallback xmlns=""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6C7A3311-A79F-A0D7-57B9-0EF328D6C5D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279417" y="4347909"/>
                  <a:ext cx="660240" cy="63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5B36CF06-BFAC-0C88-3A7E-A1CC4C0A9328}"/>
                    </a:ext>
                  </a:extLst>
                </p14:cNvPr>
                <p14:cNvContentPartPr/>
                <p14:nvPr/>
              </p14:nvContentPartPr>
              <p14:xfrm>
                <a:off x="8693777" y="4399029"/>
                <a:ext cx="597600" cy="238680"/>
              </p14:xfrm>
            </p:contentPart>
          </mc:Choice>
          <mc:Fallback xmlns=""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5B36CF06-BFAC-0C88-3A7E-A1CC4C0A932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687657" y="4392909"/>
                  <a:ext cx="6098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4D12AC4A-393D-B112-34DD-964598C437D5}"/>
                    </a:ext>
                  </a:extLst>
                </p14:cNvPr>
                <p14:cNvContentPartPr/>
                <p14:nvPr/>
              </p14:nvContentPartPr>
              <p14:xfrm>
                <a:off x="9027857" y="4774509"/>
                <a:ext cx="205920" cy="406800"/>
              </p14:xfrm>
            </p:contentPart>
          </mc:Choice>
          <mc:Fallback xmlns=""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4D12AC4A-393D-B112-34DD-964598C437D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021737" y="4768389"/>
                  <a:ext cx="21816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145159EC-5F33-4CA4-584F-0DBFE6D1D39C}"/>
                    </a:ext>
                  </a:extLst>
                </p14:cNvPr>
                <p14:cNvContentPartPr/>
                <p14:nvPr/>
              </p14:nvContentPartPr>
              <p14:xfrm>
                <a:off x="9032537" y="4978269"/>
                <a:ext cx="169560" cy="134280"/>
              </p14:xfrm>
            </p:contentPart>
          </mc:Choice>
          <mc:Fallback xmlns=""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145159EC-5F33-4CA4-584F-0DBFE6D1D39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026417" y="4972149"/>
                  <a:ext cx="1818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597F48DB-DC65-3221-DF9C-110618FBCE43}"/>
                    </a:ext>
                  </a:extLst>
                </p14:cNvPr>
                <p14:cNvContentPartPr/>
                <p14:nvPr/>
              </p14:nvContentPartPr>
              <p14:xfrm>
                <a:off x="8563097" y="5105349"/>
                <a:ext cx="1000800" cy="163440"/>
              </p14:xfrm>
            </p:contentPart>
          </mc:Choice>
          <mc:Fallback xmlns=""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597F48DB-DC65-3221-DF9C-110618FBCE4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556977" y="5099229"/>
                  <a:ext cx="10130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5905079F-93F4-AD5B-45E8-C1645A2AF58F}"/>
                    </a:ext>
                  </a:extLst>
                </p14:cNvPr>
                <p14:cNvContentPartPr/>
                <p14:nvPr/>
              </p14:nvContentPartPr>
              <p14:xfrm>
                <a:off x="8826257" y="5515029"/>
                <a:ext cx="448560" cy="253440"/>
              </p14:xfrm>
            </p:contentPart>
          </mc:Choice>
          <mc:Fallback xmlns=""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5905079F-93F4-AD5B-45E8-C1645A2AF58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820137" y="5508909"/>
                  <a:ext cx="46080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A25EA2F4-5EE6-F771-74DC-B0627A3423A9}"/>
                    </a:ext>
                  </a:extLst>
                </p14:cNvPr>
                <p14:cNvContentPartPr/>
                <p14:nvPr/>
              </p14:nvContentPartPr>
              <p14:xfrm>
                <a:off x="9448337" y="5616549"/>
                <a:ext cx="134640" cy="140040"/>
              </p14:xfrm>
            </p:contentPart>
          </mc:Choice>
          <mc:Fallback xmlns=""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A25EA2F4-5EE6-F771-74DC-B0627A3423A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442217" y="5610429"/>
                  <a:ext cx="1468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AE237894-E7A7-3CFD-0E6B-3EF6F6BC0138}"/>
                    </a:ext>
                  </a:extLst>
                </p14:cNvPr>
                <p14:cNvContentPartPr/>
                <p14:nvPr/>
              </p14:nvContentPartPr>
              <p14:xfrm>
                <a:off x="9293897" y="5616549"/>
                <a:ext cx="299880" cy="280440"/>
              </p14:xfrm>
            </p:contentPart>
          </mc:Choice>
          <mc:Fallback xmlns=""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AE237894-E7A7-3CFD-0E6B-3EF6F6BC013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287777" y="5610429"/>
                  <a:ext cx="3121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0079631F-4AB3-8C59-66DC-F8EC831D4B82}"/>
                    </a:ext>
                  </a:extLst>
                </p14:cNvPr>
                <p14:cNvContentPartPr/>
                <p14:nvPr/>
              </p14:nvContentPartPr>
              <p14:xfrm>
                <a:off x="9003017" y="4382829"/>
                <a:ext cx="140760" cy="334080"/>
              </p14:xfrm>
            </p:contentPart>
          </mc:Choice>
          <mc:Fallback xmlns=""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0079631F-4AB3-8C59-66DC-F8EC831D4B8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996897" y="4376709"/>
                  <a:ext cx="15300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3E917083-837C-6084-5A25-F7E311129031}"/>
                    </a:ext>
                  </a:extLst>
                </p14:cNvPr>
                <p14:cNvContentPartPr/>
                <p14:nvPr/>
              </p14:nvContentPartPr>
              <p14:xfrm>
                <a:off x="8578217" y="5108589"/>
                <a:ext cx="783360" cy="1564920"/>
              </p14:xfrm>
            </p:contentPart>
          </mc:Choice>
          <mc:Fallback xmlns=""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3E917083-837C-6084-5A25-F7E31112903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572097" y="5102469"/>
                  <a:ext cx="795600" cy="157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upo 118">
            <a:extLst>
              <a:ext uri="{FF2B5EF4-FFF2-40B4-BE49-F238E27FC236}">
                <a16:creationId xmlns:a16="http://schemas.microsoft.com/office/drawing/2014/main" id="{817533C3-0A9F-F165-CBC8-85765D1834FC}"/>
              </a:ext>
            </a:extLst>
          </p:cNvPr>
          <p:cNvGrpSpPr/>
          <p:nvPr/>
        </p:nvGrpSpPr>
        <p:grpSpPr>
          <a:xfrm>
            <a:off x="9869177" y="4338909"/>
            <a:ext cx="3677760" cy="1086840"/>
            <a:chOff x="9869177" y="4338909"/>
            <a:chExt cx="3677760" cy="108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1D94F251-B129-8FB6-5666-57712426FA0A}"/>
                    </a:ext>
                  </a:extLst>
                </p14:cNvPr>
                <p14:cNvContentPartPr/>
                <p14:nvPr/>
              </p14:nvContentPartPr>
              <p14:xfrm>
                <a:off x="9869177" y="4861989"/>
                <a:ext cx="279000" cy="13320"/>
              </p14:xfrm>
            </p:contentPart>
          </mc:Choice>
          <mc:Fallback xmlns=""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1D94F251-B129-8FB6-5666-57712426FA0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863057" y="4855869"/>
                  <a:ext cx="2912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3C7749EE-DA0A-8C16-1B5C-A40F282E1072}"/>
                    </a:ext>
                  </a:extLst>
                </p14:cNvPr>
                <p14:cNvContentPartPr/>
                <p14:nvPr/>
              </p14:nvContentPartPr>
              <p14:xfrm>
                <a:off x="9941537" y="5093829"/>
                <a:ext cx="247320" cy="360"/>
              </p14:xfrm>
            </p:contentPart>
          </mc:Choice>
          <mc:Fallback xmlns=""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3C7749EE-DA0A-8C16-1B5C-A40F282E107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935417" y="5087709"/>
                  <a:ext cx="2595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60BF7F7D-89D6-CEEE-A27F-7B39F1F338C2}"/>
                    </a:ext>
                  </a:extLst>
                </p14:cNvPr>
                <p14:cNvContentPartPr/>
                <p14:nvPr/>
              </p14:nvContentPartPr>
              <p14:xfrm>
                <a:off x="10377137" y="4338909"/>
                <a:ext cx="157320" cy="483120"/>
              </p14:xfrm>
            </p:contentPart>
          </mc:Choice>
          <mc:Fallback xmlns=""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60BF7F7D-89D6-CEEE-A27F-7B39F1F338C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371017" y="4332789"/>
                  <a:ext cx="16956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E27C9E77-1759-B2CC-33B4-15283099C4DA}"/>
                    </a:ext>
                  </a:extLst>
                </p14:cNvPr>
                <p14:cNvContentPartPr/>
                <p14:nvPr/>
              </p14:nvContentPartPr>
              <p14:xfrm>
                <a:off x="10551737" y="4687389"/>
                <a:ext cx="53640" cy="149400"/>
              </p14:xfrm>
            </p:contentPart>
          </mc:Choice>
          <mc:Fallback xmlns=""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E27C9E77-1759-B2CC-33B4-15283099C4D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545617" y="4681269"/>
                  <a:ext cx="658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EEB58B40-DF82-32F6-2A3F-B9097263D9C8}"/>
                    </a:ext>
                  </a:extLst>
                </p14:cNvPr>
                <p14:cNvContentPartPr/>
                <p14:nvPr/>
              </p14:nvContentPartPr>
              <p14:xfrm>
                <a:off x="10653257" y="4586589"/>
                <a:ext cx="365760" cy="246600"/>
              </p14:xfrm>
            </p:contentPart>
          </mc:Choice>
          <mc:Fallback xmlns=""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EEB58B40-DF82-32F6-2A3F-B9097263D9C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647137" y="4580469"/>
                  <a:ext cx="3780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41D08D0B-16E2-FFA7-7F63-73C5CCD45B53}"/>
                    </a:ext>
                  </a:extLst>
                </p14:cNvPr>
                <p14:cNvContentPartPr/>
                <p14:nvPr/>
              </p14:nvContentPartPr>
              <p14:xfrm>
                <a:off x="10390457" y="5108589"/>
                <a:ext cx="199800" cy="317160"/>
              </p14:xfrm>
            </p:contentPart>
          </mc:Choice>
          <mc:Fallback xmlns=""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41D08D0B-16E2-FFA7-7F63-73C5CCD45B5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384337" y="5102469"/>
                  <a:ext cx="21204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1AE54A53-9273-0555-99C2-44FAD7E6374E}"/>
                    </a:ext>
                  </a:extLst>
                </p14:cNvPr>
                <p14:cNvContentPartPr/>
                <p14:nvPr/>
              </p14:nvContentPartPr>
              <p14:xfrm>
                <a:off x="10725617" y="5196069"/>
                <a:ext cx="136800" cy="162720"/>
              </p14:xfrm>
            </p:contentPart>
          </mc:Choice>
          <mc:Fallback xmlns=""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1AE54A53-9273-0555-99C2-44FAD7E6374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719497" y="5189949"/>
                  <a:ext cx="1490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B38B31C5-C757-3274-F2AD-94D21735DBB7}"/>
                    </a:ext>
                  </a:extLst>
                </p14:cNvPr>
                <p14:cNvContentPartPr/>
                <p14:nvPr/>
              </p14:nvContentPartPr>
              <p14:xfrm>
                <a:off x="10752257" y="5152149"/>
                <a:ext cx="104040" cy="232920"/>
              </p14:xfrm>
            </p:contentPart>
          </mc:Choice>
          <mc:Fallback xmlns=""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B38B31C5-C757-3274-F2AD-94D21735DBB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746137" y="5146029"/>
                  <a:ext cx="1162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371B7982-10DC-6210-8694-84B567D584B9}"/>
                    </a:ext>
                  </a:extLst>
                </p14:cNvPr>
                <p14:cNvContentPartPr/>
                <p14:nvPr/>
              </p14:nvContentPartPr>
              <p14:xfrm>
                <a:off x="10972217" y="5253669"/>
                <a:ext cx="99000" cy="360"/>
              </p14:xfrm>
            </p:contentPart>
          </mc:Choice>
          <mc:Fallback xmlns=""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371B7982-10DC-6210-8694-84B567D584B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966097" y="5247549"/>
                  <a:ext cx="1112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C8092518-6675-115D-F634-702B8C0022DE}"/>
                    </a:ext>
                  </a:extLst>
                </p14:cNvPr>
                <p14:cNvContentPartPr/>
                <p14:nvPr/>
              </p14:nvContentPartPr>
              <p14:xfrm>
                <a:off x="11061497" y="5152149"/>
                <a:ext cx="86760" cy="263520"/>
              </p14:xfrm>
            </p:contentPart>
          </mc:Choice>
          <mc:Fallback xmlns=""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C8092518-6675-115D-F634-702B8C0022D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055377" y="5146029"/>
                  <a:ext cx="9900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59A42CC9-E5EB-2EB2-93F9-2EBC7883906F}"/>
                    </a:ext>
                  </a:extLst>
                </p14:cNvPr>
                <p14:cNvContentPartPr/>
                <p14:nvPr/>
              </p14:nvContentPartPr>
              <p14:xfrm>
                <a:off x="11303417" y="5179869"/>
                <a:ext cx="701280" cy="237960"/>
              </p14:xfrm>
            </p:contentPart>
          </mc:Choice>
          <mc:Fallback xmlns=""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59A42CC9-E5EB-2EB2-93F9-2EBC7883906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297297" y="5173749"/>
                  <a:ext cx="7135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ECEA69EE-37ED-643F-1878-993138591F9B}"/>
                    </a:ext>
                  </a:extLst>
                </p14:cNvPr>
                <p14:cNvContentPartPr/>
                <p14:nvPr/>
              </p14:nvContentPartPr>
              <p14:xfrm>
                <a:off x="11233577" y="4440789"/>
                <a:ext cx="159480" cy="312480"/>
              </p14:xfrm>
            </p:contentPart>
          </mc:Choice>
          <mc:Fallback xmlns=""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ECEA69EE-37ED-643F-1878-993138591F9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1227457" y="4434669"/>
                  <a:ext cx="17172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3C18F08E-54C0-3691-12DA-9D54059C84C5}"/>
                    </a:ext>
                  </a:extLst>
                </p14:cNvPr>
                <p14:cNvContentPartPr/>
                <p14:nvPr/>
              </p14:nvContentPartPr>
              <p14:xfrm>
                <a:off x="11451377" y="4441149"/>
                <a:ext cx="388080" cy="295920"/>
              </p14:xfrm>
            </p:contentPart>
          </mc:Choice>
          <mc:Fallback xmlns=""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3C18F08E-54C0-3691-12DA-9D54059C84C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445257" y="4435029"/>
                  <a:ext cx="40032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E67DB626-A333-79E6-D128-B8511AB55478}"/>
                    </a:ext>
                  </a:extLst>
                </p14:cNvPr>
                <p14:cNvContentPartPr/>
                <p14:nvPr/>
              </p14:nvContentPartPr>
              <p14:xfrm>
                <a:off x="11415017" y="4571829"/>
                <a:ext cx="254160" cy="210960"/>
              </p14:xfrm>
            </p:contentPart>
          </mc:Choice>
          <mc:Fallback xmlns=""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E67DB626-A333-79E6-D128-B8511AB5547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408897" y="4565709"/>
                  <a:ext cx="2664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4E821101-2003-DFE0-A51B-50866C1F23BA}"/>
                    </a:ext>
                  </a:extLst>
                </p14:cNvPr>
                <p14:cNvContentPartPr/>
                <p14:nvPr/>
              </p14:nvContentPartPr>
              <p14:xfrm>
                <a:off x="12031697" y="4484349"/>
                <a:ext cx="39600" cy="358920"/>
              </p14:xfrm>
            </p:contentPart>
          </mc:Choice>
          <mc:Fallback xmlns=""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4E821101-2003-DFE0-A51B-50866C1F23B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2013697" y="4466709"/>
                  <a:ext cx="7524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9FE6C014-330C-99A8-FA60-B8AABDE1EBB7}"/>
                    </a:ext>
                  </a:extLst>
                </p14:cNvPr>
                <p14:cNvContentPartPr/>
                <p14:nvPr/>
              </p14:nvContentPartPr>
              <p14:xfrm>
                <a:off x="11915777" y="4702149"/>
                <a:ext cx="260640" cy="360"/>
              </p14:xfrm>
            </p:contentPart>
          </mc:Choice>
          <mc:Fallback xmlns=""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9FE6C014-330C-99A8-FA60-B8AABDE1EBB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1898137" y="4684509"/>
                  <a:ext cx="2962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91917EB2-4F6F-CE7D-FF5A-899F6B469538}"/>
                    </a:ext>
                  </a:extLst>
                </p14:cNvPr>
                <p14:cNvContentPartPr/>
                <p14:nvPr/>
              </p14:nvContentPartPr>
              <p14:xfrm>
                <a:off x="12349577" y="4571829"/>
                <a:ext cx="243720" cy="426960"/>
              </p14:xfrm>
            </p:contentPart>
          </mc:Choice>
          <mc:Fallback xmlns=""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91917EB2-4F6F-CE7D-FF5A-899F6B46953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2331937" y="4553829"/>
                  <a:ext cx="27936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44183B0E-57DF-5EF1-FBAE-198211107078}"/>
                    </a:ext>
                  </a:extLst>
                </p14:cNvPr>
                <p14:cNvContentPartPr/>
                <p14:nvPr/>
              </p14:nvContentPartPr>
              <p14:xfrm>
                <a:off x="12815417" y="4644189"/>
                <a:ext cx="731520" cy="639720"/>
              </p14:xfrm>
            </p:contentPart>
          </mc:Choice>
          <mc:Fallback xmlns=""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44183B0E-57DF-5EF1-FBAE-19821110707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2797777" y="4626189"/>
                  <a:ext cx="767160" cy="67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6232B9B2-5906-865D-F258-4EFDB6669DAA}"/>
                    </a:ext>
                  </a:extLst>
                </p14:cNvPr>
                <p14:cNvContentPartPr/>
                <p14:nvPr/>
              </p14:nvContentPartPr>
              <p14:xfrm>
                <a:off x="12608057" y="4702149"/>
                <a:ext cx="454680" cy="631800"/>
              </p14:xfrm>
            </p:contentPart>
          </mc:Choice>
          <mc:Fallback xmlns=""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6232B9B2-5906-865D-F258-4EFDB6669DA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2590057" y="4684509"/>
                  <a:ext cx="490320" cy="66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upo 127">
            <a:extLst>
              <a:ext uri="{FF2B5EF4-FFF2-40B4-BE49-F238E27FC236}">
                <a16:creationId xmlns:a16="http://schemas.microsoft.com/office/drawing/2014/main" id="{4774AAE9-DE4D-3B0C-0D58-1903BDA29838}"/>
              </a:ext>
            </a:extLst>
          </p:cNvPr>
          <p:cNvGrpSpPr/>
          <p:nvPr/>
        </p:nvGrpSpPr>
        <p:grpSpPr>
          <a:xfrm>
            <a:off x="10252937" y="5819589"/>
            <a:ext cx="1218600" cy="395280"/>
            <a:chOff x="10252937" y="5819589"/>
            <a:chExt cx="1218600" cy="39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8EC575FE-F217-517A-265B-594D14D589F3}"/>
                    </a:ext>
                  </a:extLst>
                </p14:cNvPr>
                <p14:cNvContentPartPr/>
                <p14:nvPr/>
              </p14:nvContentPartPr>
              <p14:xfrm>
                <a:off x="10252937" y="5935869"/>
                <a:ext cx="224640" cy="232920"/>
              </p14:xfrm>
            </p:contentPart>
          </mc:Choice>
          <mc:Fallback xmlns=""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8EC575FE-F217-517A-265B-594D14D589F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234937" y="5917869"/>
                  <a:ext cx="26028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B41CEEE4-9610-BDE5-5678-709732443863}"/>
                    </a:ext>
                  </a:extLst>
                </p14:cNvPr>
                <p14:cNvContentPartPr/>
                <p14:nvPr/>
              </p14:nvContentPartPr>
              <p14:xfrm>
                <a:off x="10522577" y="5921109"/>
                <a:ext cx="171720" cy="187200"/>
              </p14:xfrm>
            </p:contentPart>
          </mc:Choice>
          <mc:Fallback xmlns=""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B41CEEE4-9610-BDE5-5678-70973244386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504577" y="5903469"/>
                  <a:ext cx="2073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A18ACC80-0AA4-20F3-DBF4-860205DF28FE}"/>
                    </a:ext>
                  </a:extLst>
                </p14:cNvPr>
                <p14:cNvContentPartPr/>
                <p14:nvPr/>
              </p14:nvContentPartPr>
              <p14:xfrm>
                <a:off x="10513217" y="5819589"/>
                <a:ext cx="198360" cy="395280"/>
              </p14:xfrm>
            </p:contentPart>
          </mc:Choice>
          <mc:Fallback xmlns=""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A18ACC80-0AA4-20F3-DBF4-860205DF28F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495577" y="5801949"/>
                  <a:ext cx="23400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5A810FD7-AD34-7D78-C569-B9C95D0F8F96}"/>
                    </a:ext>
                  </a:extLst>
                </p14:cNvPr>
                <p14:cNvContentPartPr/>
                <p14:nvPr/>
              </p14:nvContentPartPr>
              <p14:xfrm>
                <a:off x="11001377" y="5906709"/>
                <a:ext cx="360" cy="247320"/>
              </p14:xfrm>
            </p:contentPart>
          </mc:Choice>
          <mc:Fallback xmlns=""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5A810FD7-AD34-7D78-C569-B9C95D0F8F9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983737" y="5889069"/>
                  <a:ext cx="360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9A86A0ED-8FCA-57D2-8582-D58241FC94BD}"/>
                    </a:ext>
                  </a:extLst>
                </p14:cNvPr>
                <p14:cNvContentPartPr/>
                <p14:nvPr/>
              </p14:nvContentPartPr>
              <p14:xfrm>
                <a:off x="10899857" y="6023349"/>
                <a:ext cx="232560" cy="15120"/>
              </p14:xfrm>
            </p:contentPart>
          </mc:Choice>
          <mc:Fallback xmlns=""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9A86A0ED-8FCA-57D2-8582-D58241FC94B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882217" y="6005349"/>
                  <a:ext cx="2682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AC011CCD-4F10-BDBC-0225-24F6C543D687}"/>
                    </a:ext>
                  </a:extLst>
                </p14:cNvPr>
                <p14:cNvContentPartPr/>
                <p14:nvPr/>
              </p14:nvContentPartPr>
              <p14:xfrm>
                <a:off x="11250137" y="5946309"/>
                <a:ext cx="221400" cy="254880"/>
              </p14:xfrm>
            </p:contentPart>
          </mc:Choice>
          <mc:Fallback xmlns=""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AC011CCD-4F10-BDBC-0225-24F6C543D68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232137" y="5928309"/>
                  <a:ext cx="257040" cy="290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31774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E7A7D-3D92-CE65-2C3C-5E3CB43FE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Interpretación geométrica </a:t>
            </a:r>
            <a:endParaRPr lang="es-AR" dirty="0"/>
          </a:p>
        </p:txBody>
      </p:sp>
      <p:pic>
        <p:nvPicPr>
          <p:cNvPr id="1026" name="Picture 2" descr="interpretacion geometrica dela derivada">
            <a:extLst>
              <a:ext uri="{FF2B5EF4-FFF2-40B4-BE49-F238E27FC236}">
                <a16:creationId xmlns:a16="http://schemas.microsoft.com/office/drawing/2014/main" id="{3C16FC72-45E6-3BAE-58F7-1313E3BD2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2336" y="2426136"/>
            <a:ext cx="5067300" cy="347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upo 14">
            <a:extLst>
              <a:ext uri="{FF2B5EF4-FFF2-40B4-BE49-F238E27FC236}">
                <a16:creationId xmlns:a16="http://schemas.microsoft.com/office/drawing/2014/main" id="{B1F47BC4-F003-7736-CB46-1C5F0C7DCF1B}"/>
              </a:ext>
            </a:extLst>
          </p:cNvPr>
          <p:cNvGrpSpPr/>
          <p:nvPr/>
        </p:nvGrpSpPr>
        <p:grpSpPr>
          <a:xfrm>
            <a:off x="5636626" y="3195508"/>
            <a:ext cx="518040" cy="497160"/>
            <a:chOff x="5636626" y="3195508"/>
            <a:chExt cx="518040" cy="49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D62F6A42-2B04-2848-91DD-8EFCC428C392}"/>
                    </a:ext>
                  </a:extLst>
                </p14:cNvPr>
                <p14:cNvContentPartPr/>
                <p14:nvPr/>
              </p14:nvContentPartPr>
              <p14:xfrm>
                <a:off x="5678026" y="3195508"/>
                <a:ext cx="56160" cy="385560"/>
              </p14:xfrm>
            </p:contentPart>
          </mc:Choice>
          <mc:Fallback xmlns=""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D62F6A42-2B04-2848-91DD-8EFCC428C39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671906" y="3189388"/>
                  <a:ext cx="6840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9D37D550-6F20-4DEA-73D0-A1D0869EABA8}"/>
                    </a:ext>
                  </a:extLst>
                </p14:cNvPr>
                <p14:cNvContentPartPr/>
                <p14:nvPr/>
              </p14:nvContentPartPr>
              <p14:xfrm>
                <a:off x="5636626" y="3410068"/>
                <a:ext cx="96120" cy="11160"/>
              </p14:xfrm>
            </p:contentPart>
          </mc:Choice>
          <mc:Fallback xmlns=""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9D37D550-6F20-4DEA-73D0-A1D0869EABA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630506" y="3403948"/>
                  <a:ext cx="1083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F0E4A74C-4355-2B6B-C518-046ED4E14BBB}"/>
                    </a:ext>
                  </a:extLst>
                </p14:cNvPr>
                <p14:cNvContentPartPr/>
                <p14:nvPr/>
              </p14:nvContentPartPr>
              <p14:xfrm>
                <a:off x="5775226" y="3345268"/>
                <a:ext cx="66600" cy="277560"/>
              </p14:xfrm>
            </p:contentPart>
          </mc:Choice>
          <mc:Fallback xmlns=""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F0E4A74C-4355-2B6B-C518-046ED4E14BB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769106" y="3339148"/>
                  <a:ext cx="7884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694CFD0C-5477-994D-82B7-308FF2D9D663}"/>
                    </a:ext>
                  </a:extLst>
                </p14:cNvPr>
                <p14:cNvContentPartPr/>
                <p14:nvPr/>
              </p14:nvContentPartPr>
              <p14:xfrm>
                <a:off x="5873146" y="3474508"/>
                <a:ext cx="96840" cy="60480"/>
              </p14:xfrm>
            </p:contentPart>
          </mc:Choice>
          <mc:Fallback xmlns=""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694CFD0C-5477-994D-82B7-308FF2D9D66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867026" y="3468388"/>
                  <a:ext cx="1090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174351D3-C07F-B298-5A10-18FA9E24BC47}"/>
                    </a:ext>
                  </a:extLst>
                </p14:cNvPr>
                <p14:cNvContentPartPr/>
                <p14:nvPr/>
              </p14:nvContentPartPr>
              <p14:xfrm>
                <a:off x="5888626" y="3442108"/>
                <a:ext cx="71280" cy="169560"/>
              </p14:xfrm>
            </p:contentPart>
          </mc:Choice>
          <mc:Fallback xmlns=""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174351D3-C07F-B298-5A10-18FA9E24BC4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882506" y="3435988"/>
                  <a:ext cx="835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68F64FEE-8010-5218-183C-A23C8D900332}"/>
                    </a:ext>
                  </a:extLst>
                </p14:cNvPr>
                <p14:cNvContentPartPr/>
                <p14:nvPr/>
              </p14:nvContentPartPr>
              <p14:xfrm>
                <a:off x="5884306" y="3516988"/>
                <a:ext cx="190440" cy="78120"/>
              </p14:xfrm>
            </p:contentPart>
          </mc:Choice>
          <mc:Fallback xmlns=""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68F64FEE-8010-5218-183C-A23C8D90033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878186" y="3510868"/>
                  <a:ext cx="2026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C15D70C7-3345-67EF-079D-087B719C8FDF}"/>
                    </a:ext>
                  </a:extLst>
                </p14:cNvPr>
                <p14:cNvContentPartPr/>
                <p14:nvPr/>
              </p14:nvContentPartPr>
              <p14:xfrm>
                <a:off x="6023626" y="3366508"/>
                <a:ext cx="131040" cy="326160"/>
              </p14:xfrm>
            </p:contentPart>
          </mc:Choice>
          <mc:Fallback xmlns=""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C15D70C7-3345-67EF-079D-087B719C8FD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017506" y="3360388"/>
                  <a:ext cx="143280" cy="33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970117F5-8C96-F379-11F6-D55DF055CB5A}"/>
              </a:ext>
            </a:extLst>
          </p:cNvPr>
          <p:cNvGrpSpPr/>
          <p:nvPr/>
        </p:nvGrpSpPr>
        <p:grpSpPr>
          <a:xfrm>
            <a:off x="5084386" y="2844508"/>
            <a:ext cx="394200" cy="243720"/>
            <a:chOff x="5084386" y="2844508"/>
            <a:chExt cx="394200" cy="24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AAB165EF-C28E-E705-41CF-E7DC6AF5874A}"/>
                    </a:ext>
                  </a:extLst>
                </p14:cNvPr>
                <p14:cNvContentPartPr/>
                <p14:nvPr/>
              </p14:nvContentPartPr>
              <p14:xfrm>
                <a:off x="5084386" y="2957548"/>
                <a:ext cx="126000" cy="130680"/>
              </p14:xfrm>
            </p:contentPart>
          </mc:Choice>
          <mc:Fallback xmlns=""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AAB165EF-C28E-E705-41CF-E7DC6AF5874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078266" y="2951428"/>
                  <a:ext cx="1382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8AECED5C-753C-2598-A381-A0545908B0B2}"/>
                    </a:ext>
                  </a:extLst>
                </p14:cNvPr>
                <p14:cNvContentPartPr/>
                <p14:nvPr/>
              </p14:nvContentPartPr>
              <p14:xfrm>
                <a:off x="5132986" y="2893468"/>
                <a:ext cx="19800" cy="65160"/>
              </p14:xfrm>
            </p:contentPart>
          </mc:Choice>
          <mc:Fallback xmlns=""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8AECED5C-753C-2598-A381-A0545908B0B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126866" y="2887348"/>
                  <a:ext cx="320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BD4BA98B-7D8D-D507-389C-B968B7A86333}"/>
                    </a:ext>
                  </a:extLst>
                </p14:cNvPr>
                <p14:cNvContentPartPr/>
                <p14:nvPr/>
              </p14:nvContentPartPr>
              <p14:xfrm>
                <a:off x="5237746" y="2844508"/>
                <a:ext cx="92160" cy="147960"/>
              </p14:xfrm>
            </p:contentPart>
          </mc:Choice>
          <mc:Fallback xmlns=""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BD4BA98B-7D8D-D507-389C-B968B7A8633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231626" y="2838388"/>
                  <a:ext cx="1044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A6E94EFA-6FE2-4B76-E74E-C3C2DC98F81A}"/>
                    </a:ext>
                  </a:extLst>
                </p14:cNvPr>
                <p14:cNvContentPartPr/>
                <p14:nvPr/>
              </p14:nvContentPartPr>
              <p14:xfrm>
                <a:off x="5354386" y="2871508"/>
                <a:ext cx="124200" cy="122040"/>
              </p14:xfrm>
            </p:contentPart>
          </mc:Choice>
          <mc:Fallback xmlns=""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A6E94EFA-6FE2-4B76-E74E-C3C2DC98F81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348266" y="2865388"/>
                  <a:ext cx="136440" cy="13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2" name="Entrada de lápiz 21">
                <a:extLst>
                  <a:ext uri="{FF2B5EF4-FFF2-40B4-BE49-F238E27FC236}">
                    <a16:creationId xmlns:a16="http://schemas.microsoft.com/office/drawing/2014/main" id="{B9755120-0115-FD51-A315-709B47AC608D}"/>
                  </a:ext>
                </a:extLst>
              </p14:cNvPr>
              <p14:cNvContentPartPr/>
              <p14:nvPr/>
            </p14:nvContentPartPr>
            <p14:xfrm>
              <a:off x="5490826" y="2775028"/>
              <a:ext cx="205200" cy="140760"/>
            </p14:xfrm>
          </p:contentPart>
        </mc:Choice>
        <mc:Fallback xmlns="">
          <p:pic>
            <p:nvPicPr>
              <p:cNvPr id="22" name="Entrada de lápiz 21">
                <a:extLst>
                  <a:ext uri="{FF2B5EF4-FFF2-40B4-BE49-F238E27FC236}">
                    <a16:creationId xmlns:a16="http://schemas.microsoft.com/office/drawing/2014/main" id="{B9755120-0115-FD51-A315-709B47AC608D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484706" y="2768908"/>
                <a:ext cx="217440" cy="15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upo 32">
            <a:extLst>
              <a:ext uri="{FF2B5EF4-FFF2-40B4-BE49-F238E27FC236}">
                <a16:creationId xmlns:a16="http://schemas.microsoft.com/office/drawing/2014/main" id="{8FAF1DE5-62E0-8F76-FA79-50037B87B0B9}"/>
              </a:ext>
            </a:extLst>
          </p:cNvPr>
          <p:cNvGrpSpPr/>
          <p:nvPr/>
        </p:nvGrpSpPr>
        <p:grpSpPr>
          <a:xfrm>
            <a:off x="6975466" y="2495308"/>
            <a:ext cx="511920" cy="476280"/>
            <a:chOff x="6975466" y="2495308"/>
            <a:chExt cx="511920" cy="47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7408DDD2-FA63-AEBA-1F14-E31875C3C4B2}"/>
                    </a:ext>
                  </a:extLst>
                </p14:cNvPr>
                <p14:cNvContentPartPr/>
                <p14:nvPr/>
              </p14:nvContentPartPr>
              <p14:xfrm>
                <a:off x="6975466" y="2516908"/>
                <a:ext cx="28440" cy="197640"/>
              </p14:xfrm>
            </p:contentPart>
          </mc:Choice>
          <mc:Fallback xmlns=""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7408DDD2-FA63-AEBA-1F14-E31875C3C4B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969346" y="2510788"/>
                  <a:ext cx="406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25F3EDDE-D721-4E88-BA11-33E7C441F17D}"/>
                    </a:ext>
                  </a:extLst>
                </p14:cNvPr>
                <p14:cNvContentPartPr/>
                <p14:nvPr/>
              </p14:nvContentPartPr>
              <p14:xfrm>
                <a:off x="7035226" y="2527708"/>
                <a:ext cx="91080" cy="225720"/>
              </p14:xfrm>
            </p:contentPart>
          </mc:Choice>
          <mc:Fallback xmlns=""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25F3EDDE-D721-4E88-BA11-33E7C441F17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029106" y="2521588"/>
                  <a:ext cx="1033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CAA45E9C-4B51-E643-3184-56F483B75E04}"/>
                    </a:ext>
                  </a:extLst>
                </p14:cNvPr>
                <p14:cNvContentPartPr/>
                <p14:nvPr/>
              </p14:nvContentPartPr>
              <p14:xfrm>
                <a:off x="7024426" y="2624548"/>
                <a:ext cx="39960" cy="360"/>
              </p14:xfrm>
            </p:contentPart>
          </mc:Choice>
          <mc:Fallback xmlns=""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CAA45E9C-4B51-E643-3184-56F483B75E0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018306" y="2618428"/>
                  <a:ext cx="522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3811764F-48A0-0938-591E-58EE2285525C}"/>
                    </a:ext>
                  </a:extLst>
                </p14:cNvPr>
                <p14:cNvContentPartPr/>
                <p14:nvPr/>
              </p14:nvContentPartPr>
              <p14:xfrm>
                <a:off x="7228906" y="2656588"/>
                <a:ext cx="62280" cy="360"/>
              </p14:xfrm>
            </p:contentPart>
          </mc:Choice>
          <mc:Fallback xmlns=""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3811764F-48A0-0938-591E-58EE2285525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222786" y="2650468"/>
                  <a:ext cx="745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4E16EB4C-71F7-039C-CDBA-D9D75EBA2407}"/>
                    </a:ext>
                  </a:extLst>
                </p14:cNvPr>
                <p14:cNvContentPartPr/>
                <p14:nvPr/>
              </p14:nvContentPartPr>
              <p14:xfrm>
                <a:off x="7250506" y="2742988"/>
                <a:ext cx="11160" cy="360"/>
              </p14:xfrm>
            </p:contentPart>
          </mc:Choice>
          <mc:Fallback xmlns=""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4E16EB4C-71F7-039C-CDBA-D9D75EBA240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244386" y="2736868"/>
                  <a:ext cx="23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6AEC47B1-FB7A-6641-CC77-AEC0DED025CD}"/>
                    </a:ext>
                  </a:extLst>
                </p14:cNvPr>
                <p14:cNvContentPartPr/>
                <p14:nvPr/>
              </p14:nvContentPartPr>
              <p14:xfrm>
                <a:off x="7442026" y="2495308"/>
                <a:ext cx="45360" cy="476280"/>
              </p14:xfrm>
            </p:contentPart>
          </mc:Choice>
          <mc:Fallback xmlns=""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6AEC47B1-FB7A-6641-CC77-AEC0DED025C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435906" y="2489188"/>
                  <a:ext cx="5760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0CD10354-B017-01E1-8A90-4ECC3D480A06}"/>
                    </a:ext>
                  </a:extLst>
                </p14:cNvPr>
                <p14:cNvContentPartPr/>
                <p14:nvPr/>
              </p14:nvContentPartPr>
              <p14:xfrm>
                <a:off x="7263106" y="2786188"/>
                <a:ext cx="64440" cy="360"/>
              </p14:xfrm>
            </p:contentPart>
          </mc:Choice>
          <mc:Fallback xmlns=""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0CD10354-B017-01E1-8A90-4ECC3D480A0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256986" y="2780068"/>
                  <a:ext cx="7668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DD701512-BFDA-B345-15D5-1E230BD86019}"/>
              </a:ext>
            </a:extLst>
          </p:cNvPr>
          <p:cNvGrpSpPr/>
          <p:nvPr/>
        </p:nvGrpSpPr>
        <p:grpSpPr>
          <a:xfrm>
            <a:off x="7572706" y="2570548"/>
            <a:ext cx="216360" cy="279000"/>
            <a:chOff x="7572706" y="2570548"/>
            <a:chExt cx="216360" cy="27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4615E532-B3B7-0ED4-7A47-2C24D1E77FA9}"/>
                    </a:ext>
                  </a:extLst>
                </p14:cNvPr>
                <p14:cNvContentPartPr/>
                <p14:nvPr/>
              </p14:nvContentPartPr>
              <p14:xfrm>
                <a:off x="7572706" y="2624548"/>
                <a:ext cx="151920" cy="174600"/>
              </p14:xfrm>
            </p:contentPart>
          </mc:Choice>
          <mc:Fallback xmlns=""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4615E532-B3B7-0ED4-7A47-2C24D1E77FA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566586" y="2618428"/>
                  <a:ext cx="1641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AFAB4E72-AA32-595D-0478-EF84AA13B861}"/>
                    </a:ext>
                  </a:extLst>
                </p14:cNvPr>
                <p14:cNvContentPartPr/>
                <p14:nvPr/>
              </p14:nvContentPartPr>
              <p14:xfrm>
                <a:off x="7594666" y="2570548"/>
                <a:ext cx="97560" cy="225000"/>
              </p14:xfrm>
            </p:contentPart>
          </mc:Choice>
          <mc:Fallback xmlns=""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AFAB4E72-AA32-595D-0478-EF84AA13B86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588546" y="2564428"/>
                  <a:ext cx="1098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4BB1101D-4244-9B34-0A55-F15AC3EEB1A2}"/>
                    </a:ext>
                  </a:extLst>
                </p14:cNvPr>
                <p14:cNvContentPartPr/>
                <p14:nvPr/>
              </p14:nvContentPartPr>
              <p14:xfrm>
                <a:off x="7777186" y="2742988"/>
                <a:ext cx="11880" cy="106560"/>
              </p14:xfrm>
            </p:contentPart>
          </mc:Choice>
          <mc:Fallback xmlns=""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4BB1101D-4244-9B34-0A55-F15AC3EEB1A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771066" y="2736868"/>
                  <a:ext cx="24120" cy="11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upo 43">
            <a:extLst>
              <a:ext uri="{FF2B5EF4-FFF2-40B4-BE49-F238E27FC236}">
                <a16:creationId xmlns:a16="http://schemas.microsoft.com/office/drawing/2014/main" id="{32C8BB9B-2B2F-6D93-DF4E-8540440EC79F}"/>
              </a:ext>
            </a:extLst>
          </p:cNvPr>
          <p:cNvGrpSpPr/>
          <p:nvPr/>
        </p:nvGrpSpPr>
        <p:grpSpPr>
          <a:xfrm>
            <a:off x="7987066" y="2506468"/>
            <a:ext cx="372960" cy="379800"/>
            <a:chOff x="7987066" y="2506468"/>
            <a:chExt cx="372960" cy="37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3FF80517-9F40-581D-2E5F-A739BB8E3D0F}"/>
                    </a:ext>
                  </a:extLst>
                </p14:cNvPr>
                <p14:cNvContentPartPr/>
                <p14:nvPr/>
              </p14:nvContentPartPr>
              <p14:xfrm>
                <a:off x="7987066" y="2742988"/>
                <a:ext cx="16920" cy="89280"/>
              </p14:xfrm>
            </p:contentPart>
          </mc:Choice>
          <mc:Fallback xmlns=""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3FF80517-9F40-581D-2E5F-A739BB8E3D0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980946" y="2736868"/>
                  <a:ext cx="291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2521731D-B780-9074-8C4D-77FD224DC4C7}"/>
                    </a:ext>
                  </a:extLst>
                </p14:cNvPr>
                <p14:cNvContentPartPr/>
                <p14:nvPr/>
              </p14:nvContentPartPr>
              <p14:xfrm>
                <a:off x="8003266" y="2624548"/>
                <a:ext cx="360" cy="360"/>
              </p14:xfrm>
            </p:contentPart>
          </mc:Choice>
          <mc:Fallback xmlns=""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2521731D-B780-9074-8C4D-77FD224DC4C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997146" y="261842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D1ED0E9B-D313-B566-738D-FAD6C187571A}"/>
                    </a:ext>
                  </a:extLst>
                </p14:cNvPr>
                <p14:cNvContentPartPr/>
                <p14:nvPr/>
              </p14:nvContentPartPr>
              <p14:xfrm>
                <a:off x="8091106" y="2560108"/>
                <a:ext cx="96840" cy="312120"/>
              </p14:xfrm>
            </p:contentPart>
          </mc:Choice>
          <mc:Fallback xmlns=""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D1ED0E9B-D313-B566-738D-FAD6C187571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084986" y="2553988"/>
                  <a:ext cx="10908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41EB7C19-5BED-3ABC-2377-1238F5A0C5AB}"/>
                    </a:ext>
                  </a:extLst>
                </p14:cNvPr>
                <p14:cNvContentPartPr/>
                <p14:nvPr/>
              </p14:nvContentPartPr>
              <p14:xfrm>
                <a:off x="8250586" y="2731828"/>
                <a:ext cx="360" cy="40320"/>
              </p14:xfrm>
            </p:contentPart>
          </mc:Choice>
          <mc:Fallback xmlns=""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41EB7C19-5BED-3ABC-2377-1238F5A0C5A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244466" y="2725708"/>
                  <a:ext cx="126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13C765BE-3E3B-BC71-B8BF-AB49BBC7D2D4}"/>
                    </a:ext>
                  </a:extLst>
                </p14:cNvPr>
                <p14:cNvContentPartPr/>
                <p14:nvPr/>
              </p14:nvContentPartPr>
              <p14:xfrm>
                <a:off x="8282986" y="2506468"/>
                <a:ext cx="77040" cy="379800"/>
              </p14:xfrm>
            </p:contentPart>
          </mc:Choice>
          <mc:Fallback xmlns=""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13C765BE-3E3B-BC71-B8BF-AB49BBC7D2D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276866" y="2500348"/>
                  <a:ext cx="89280" cy="39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5" name="Entrada de lápiz 44">
                <a:extLst>
                  <a:ext uri="{FF2B5EF4-FFF2-40B4-BE49-F238E27FC236}">
                    <a16:creationId xmlns:a16="http://schemas.microsoft.com/office/drawing/2014/main" id="{F4FC0E68-09DB-671D-D856-3A1F42DE55FC}"/>
                  </a:ext>
                </a:extLst>
              </p14:cNvPr>
              <p14:cNvContentPartPr/>
              <p14:nvPr/>
            </p14:nvContentPartPr>
            <p14:xfrm>
              <a:off x="8925946" y="2546068"/>
              <a:ext cx="199080" cy="198720"/>
            </p14:xfrm>
          </p:contentPart>
        </mc:Choice>
        <mc:Fallback xmlns="">
          <p:pic>
            <p:nvPicPr>
              <p:cNvPr id="45" name="Entrada de lápiz 44">
                <a:extLst>
                  <a:ext uri="{FF2B5EF4-FFF2-40B4-BE49-F238E27FC236}">
                    <a16:creationId xmlns:a16="http://schemas.microsoft.com/office/drawing/2014/main" id="{F4FC0E68-09DB-671D-D856-3A1F42DE55F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919826" y="2539948"/>
                <a:ext cx="211320" cy="21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upo 50">
            <a:extLst>
              <a:ext uri="{FF2B5EF4-FFF2-40B4-BE49-F238E27FC236}">
                <a16:creationId xmlns:a16="http://schemas.microsoft.com/office/drawing/2014/main" id="{DD481409-D2D1-FFC9-19B7-72852E0322F2}"/>
              </a:ext>
            </a:extLst>
          </p:cNvPr>
          <p:cNvGrpSpPr/>
          <p:nvPr/>
        </p:nvGrpSpPr>
        <p:grpSpPr>
          <a:xfrm>
            <a:off x="9400066" y="2506468"/>
            <a:ext cx="398880" cy="332640"/>
            <a:chOff x="9400066" y="2506468"/>
            <a:chExt cx="398880" cy="33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95B5E549-5050-6136-F3BA-B2E8EA081E72}"/>
                    </a:ext>
                  </a:extLst>
                </p14:cNvPr>
                <p14:cNvContentPartPr/>
                <p14:nvPr/>
              </p14:nvContentPartPr>
              <p14:xfrm>
                <a:off x="9400066" y="2548948"/>
                <a:ext cx="77400" cy="290160"/>
              </p14:xfrm>
            </p:contentPart>
          </mc:Choice>
          <mc:Fallback xmlns=""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95B5E549-5050-6136-F3BA-B2E8EA081E7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393946" y="2542828"/>
                  <a:ext cx="8964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48176895-51B7-165F-B8A3-C6CCBCBC0E21}"/>
                    </a:ext>
                  </a:extLst>
                </p14:cNvPr>
                <p14:cNvContentPartPr/>
                <p14:nvPr/>
              </p14:nvContentPartPr>
              <p14:xfrm>
                <a:off x="9552346" y="2592148"/>
                <a:ext cx="100080" cy="81720"/>
              </p14:xfrm>
            </p:contentPart>
          </mc:Choice>
          <mc:Fallback xmlns=""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48176895-51B7-165F-B8A3-C6CCBCBC0E2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546226" y="2586028"/>
                  <a:ext cx="1123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E383F08B-E0DF-2ECE-FA8D-2BBF22061091}"/>
                    </a:ext>
                  </a:extLst>
                </p14:cNvPr>
                <p14:cNvContentPartPr/>
                <p14:nvPr/>
              </p14:nvContentPartPr>
              <p14:xfrm>
                <a:off x="9573226" y="2506468"/>
                <a:ext cx="55080" cy="182160"/>
              </p14:xfrm>
            </p:contentPart>
          </mc:Choice>
          <mc:Fallback xmlns=""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E383F08B-E0DF-2ECE-FA8D-2BBF2206109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567106" y="2500348"/>
                  <a:ext cx="673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15F5AD0D-9854-3890-FE3B-F961509C89C6}"/>
                    </a:ext>
                  </a:extLst>
                </p14:cNvPr>
                <p14:cNvContentPartPr/>
                <p14:nvPr/>
              </p14:nvContentPartPr>
              <p14:xfrm>
                <a:off x="9681586" y="2657668"/>
                <a:ext cx="117360" cy="140400"/>
              </p14:xfrm>
            </p:contentPart>
          </mc:Choice>
          <mc:Fallback xmlns=""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15F5AD0D-9854-3890-FE3B-F961509C89C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675466" y="2651548"/>
                  <a:ext cx="129600" cy="15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911CA2FD-2724-1842-2EFE-59B586D94E91}"/>
              </a:ext>
            </a:extLst>
          </p:cNvPr>
          <p:cNvGrpSpPr/>
          <p:nvPr/>
        </p:nvGrpSpPr>
        <p:grpSpPr>
          <a:xfrm>
            <a:off x="9928906" y="2656588"/>
            <a:ext cx="360" cy="137160"/>
            <a:chOff x="9928906" y="2656588"/>
            <a:chExt cx="360" cy="13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FA0209F7-A51D-5238-35A3-133AF6A40B9C}"/>
                    </a:ext>
                  </a:extLst>
                </p14:cNvPr>
                <p14:cNvContentPartPr/>
                <p14:nvPr/>
              </p14:nvContentPartPr>
              <p14:xfrm>
                <a:off x="9928906" y="2742988"/>
                <a:ext cx="360" cy="50760"/>
              </p14:xfrm>
            </p:contentPart>
          </mc:Choice>
          <mc:Fallback xmlns=""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FA0209F7-A51D-5238-35A3-133AF6A40B9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922786" y="2736868"/>
                  <a:ext cx="126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24DB7115-5B0D-0B1A-8978-4816AF7B8A61}"/>
                    </a:ext>
                  </a:extLst>
                </p14:cNvPr>
                <p14:cNvContentPartPr/>
                <p14:nvPr/>
              </p14:nvContentPartPr>
              <p14:xfrm>
                <a:off x="9928906" y="2656588"/>
                <a:ext cx="360" cy="360"/>
              </p14:xfrm>
            </p:contentPart>
          </mc:Choice>
          <mc:Fallback xmlns=""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24DB7115-5B0D-0B1A-8978-4816AF7B8A6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922786" y="265046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53014EDC-5B36-0361-AF54-ACE5CEFDAF53}"/>
              </a:ext>
            </a:extLst>
          </p:cNvPr>
          <p:cNvGrpSpPr/>
          <p:nvPr/>
        </p:nvGrpSpPr>
        <p:grpSpPr>
          <a:xfrm>
            <a:off x="10090546" y="2484868"/>
            <a:ext cx="453600" cy="413640"/>
            <a:chOff x="10090546" y="2484868"/>
            <a:chExt cx="453600" cy="41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83903855-AFA3-337B-FD76-FCCCE6FE950A}"/>
                    </a:ext>
                  </a:extLst>
                </p14:cNvPr>
                <p14:cNvContentPartPr/>
                <p14:nvPr/>
              </p14:nvContentPartPr>
              <p14:xfrm>
                <a:off x="10090546" y="2548948"/>
                <a:ext cx="120240" cy="249840"/>
              </p14:xfrm>
            </p:contentPart>
          </mc:Choice>
          <mc:Fallback xmlns=""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83903855-AFA3-337B-FD76-FCCCE6FE950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084426" y="2542828"/>
                  <a:ext cx="1324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06FB4822-8324-5514-FB65-3A7E362618B3}"/>
                    </a:ext>
                  </a:extLst>
                </p14:cNvPr>
                <p14:cNvContentPartPr/>
                <p14:nvPr/>
              </p14:nvContentPartPr>
              <p14:xfrm>
                <a:off x="10283866" y="2725708"/>
                <a:ext cx="59040" cy="73080"/>
              </p14:xfrm>
            </p:contentPart>
          </mc:Choice>
          <mc:Fallback xmlns=""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06FB4822-8324-5514-FB65-3A7E362618B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277746" y="2719588"/>
                  <a:ext cx="712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8F0544CD-D479-8724-DB9C-2ABD13D48C1C}"/>
                    </a:ext>
                  </a:extLst>
                </p14:cNvPr>
                <p14:cNvContentPartPr/>
                <p14:nvPr/>
              </p14:nvContentPartPr>
              <p14:xfrm>
                <a:off x="10380706" y="2484868"/>
                <a:ext cx="163440" cy="413640"/>
              </p14:xfrm>
            </p:contentPart>
          </mc:Choice>
          <mc:Fallback xmlns=""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8F0544CD-D479-8724-DB9C-2ABD13D48C1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374586" y="2478748"/>
                  <a:ext cx="175680" cy="42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60" name="Entrada de lápiz 59">
                <a:extLst>
                  <a:ext uri="{FF2B5EF4-FFF2-40B4-BE49-F238E27FC236}">
                    <a16:creationId xmlns:a16="http://schemas.microsoft.com/office/drawing/2014/main" id="{5CB4A5D1-2909-22CB-ACEA-88F14F5E74FB}"/>
                  </a:ext>
                </a:extLst>
              </p14:cNvPr>
              <p14:cNvContentPartPr/>
              <p14:nvPr/>
            </p14:nvContentPartPr>
            <p14:xfrm>
              <a:off x="6775306" y="3332668"/>
              <a:ext cx="293040" cy="271080"/>
            </p14:xfrm>
          </p:contentPart>
        </mc:Choice>
        <mc:Fallback xmlns="">
          <p:pic>
            <p:nvPicPr>
              <p:cNvPr id="60" name="Entrada de lápiz 59">
                <a:extLst>
                  <a:ext uri="{FF2B5EF4-FFF2-40B4-BE49-F238E27FC236}">
                    <a16:creationId xmlns:a16="http://schemas.microsoft.com/office/drawing/2014/main" id="{5CB4A5D1-2909-22CB-ACEA-88F14F5E74FB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6769186" y="3326548"/>
                <a:ext cx="305280" cy="28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upo 62">
            <a:extLst>
              <a:ext uri="{FF2B5EF4-FFF2-40B4-BE49-F238E27FC236}">
                <a16:creationId xmlns:a16="http://schemas.microsoft.com/office/drawing/2014/main" id="{FE14AD2F-717C-5FD5-E397-25C56A5ED8A9}"/>
              </a:ext>
            </a:extLst>
          </p:cNvPr>
          <p:cNvGrpSpPr/>
          <p:nvPr/>
        </p:nvGrpSpPr>
        <p:grpSpPr>
          <a:xfrm>
            <a:off x="7272106" y="3528148"/>
            <a:ext cx="105480" cy="54000"/>
            <a:chOff x="7272106" y="3528148"/>
            <a:chExt cx="105480" cy="5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5E53D8B0-BAE0-6E46-DD6F-10B1C2DD63F5}"/>
                    </a:ext>
                  </a:extLst>
                </p14:cNvPr>
                <p14:cNvContentPartPr/>
                <p14:nvPr/>
              </p14:nvContentPartPr>
              <p14:xfrm>
                <a:off x="7272106" y="3581788"/>
                <a:ext cx="83160" cy="360"/>
              </p14:xfrm>
            </p:contentPart>
          </mc:Choice>
          <mc:Fallback xmlns=""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5E53D8B0-BAE0-6E46-DD6F-10B1C2DD63F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265986" y="3575668"/>
                  <a:ext cx="95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BCC0E7F8-3CFF-A2EC-1264-895185EE751A}"/>
                    </a:ext>
                  </a:extLst>
                </p14:cNvPr>
                <p14:cNvContentPartPr/>
                <p14:nvPr/>
              </p14:nvContentPartPr>
              <p14:xfrm>
                <a:off x="7304146" y="3528148"/>
                <a:ext cx="73440" cy="360"/>
              </p14:xfrm>
            </p:contentPart>
          </mc:Choice>
          <mc:Fallback xmlns=""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BCC0E7F8-3CFF-A2EC-1264-895185EE751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298026" y="3522028"/>
                  <a:ext cx="8568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024" name="Entrada de lápiz 1023">
                <a:extLst>
                  <a:ext uri="{FF2B5EF4-FFF2-40B4-BE49-F238E27FC236}">
                    <a16:creationId xmlns:a16="http://schemas.microsoft.com/office/drawing/2014/main" id="{AF92D795-2CBD-C06C-FAEA-301D48A9C151}"/>
                  </a:ext>
                </a:extLst>
              </p14:cNvPr>
              <p14:cNvContentPartPr/>
              <p14:nvPr/>
            </p14:nvContentPartPr>
            <p14:xfrm>
              <a:off x="7497466" y="3592588"/>
              <a:ext cx="698760" cy="11520"/>
            </p14:xfrm>
          </p:contentPart>
        </mc:Choice>
        <mc:Fallback xmlns="">
          <p:pic>
            <p:nvPicPr>
              <p:cNvPr id="1024" name="Entrada de lápiz 1023">
                <a:extLst>
                  <a:ext uri="{FF2B5EF4-FFF2-40B4-BE49-F238E27FC236}">
                    <a16:creationId xmlns:a16="http://schemas.microsoft.com/office/drawing/2014/main" id="{AF92D795-2CBD-C06C-FAEA-301D48A9C151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7491346" y="3586468"/>
                <a:ext cx="71100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028" name="Entrada de lápiz 1027">
                <a:extLst>
                  <a:ext uri="{FF2B5EF4-FFF2-40B4-BE49-F238E27FC236}">
                    <a16:creationId xmlns:a16="http://schemas.microsoft.com/office/drawing/2014/main" id="{DC44464E-BB90-D534-270B-7D53DE2C8949}"/>
                  </a:ext>
                </a:extLst>
              </p14:cNvPr>
              <p14:cNvContentPartPr/>
              <p14:nvPr/>
            </p14:nvContentPartPr>
            <p14:xfrm>
              <a:off x="7669906" y="3309988"/>
              <a:ext cx="214560" cy="188640"/>
            </p14:xfrm>
          </p:contentPart>
        </mc:Choice>
        <mc:Fallback xmlns="">
          <p:pic>
            <p:nvPicPr>
              <p:cNvPr id="1028" name="Entrada de lápiz 1027">
                <a:extLst>
                  <a:ext uri="{FF2B5EF4-FFF2-40B4-BE49-F238E27FC236}">
                    <a16:creationId xmlns:a16="http://schemas.microsoft.com/office/drawing/2014/main" id="{DC44464E-BB90-D534-270B-7D53DE2C8949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7663786" y="3303868"/>
                <a:ext cx="22680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36" name="Entrada de lápiz 1035">
                <a:extLst>
                  <a:ext uri="{FF2B5EF4-FFF2-40B4-BE49-F238E27FC236}">
                    <a16:creationId xmlns:a16="http://schemas.microsoft.com/office/drawing/2014/main" id="{AD4121F5-EE88-36BC-4A98-4199B7A944F6}"/>
                  </a:ext>
                </a:extLst>
              </p14:cNvPr>
              <p14:cNvContentPartPr/>
              <p14:nvPr/>
            </p14:nvContentPartPr>
            <p14:xfrm>
              <a:off x="7960426" y="3399628"/>
              <a:ext cx="117360" cy="141480"/>
            </p14:xfrm>
          </p:contentPart>
        </mc:Choice>
        <mc:Fallback xmlns="">
          <p:pic>
            <p:nvPicPr>
              <p:cNvPr id="1036" name="Entrada de lápiz 1035">
                <a:extLst>
                  <a:ext uri="{FF2B5EF4-FFF2-40B4-BE49-F238E27FC236}">
                    <a16:creationId xmlns:a16="http://schemas.microsoft.com/office/drawing/2014/main" id="{AD4121F5-EE88-36BC-4A98-4199B7A944F6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7954306" y="3393508"/>
                <a:ext cx="129600" cy="153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3" name="Grupo 1052">
            <a:extLst>
              <a:ext uri="{FF2B5EF4-FFF2-40B4-BE49-F238E27FC236}">
                <a16:creationId xmlns:a16="http://schemas.microsoft.com/office/drawing/2014/main" id="{A898CDFC-88B2-E56C-AFF8-22B8425CDBE1}"/>
              </a:ext>
            </a:extLst>
          </p:cNvPr>
          <p:cNvGrpSpPr/>
          <p:nvPr/>
        </p:nvGrpSpPr>
        <p:grpSpPr>
          <a:xfrm>
            <a:off x="7695106" y="3700588"/>
            <a:ext cx="352080" cy="226080"/>
            <a:chOff x="7695106" y="3700588"/>
            <a:chExt cx="352080" cy="22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038" name="Entrada de lápiz 1037">
                  <a:extLst>
                    <a:ext uri="{FF2B5EF4-FFF2-40B4-BE49-F238E27FC236}">
                      <a16:creationId xmlns:a16="http://schemas.microsoft.com/office/drawing/2014/main" id="{A6A597E6-7546-BEE5-5D3E-04B1F7BC2E50}"/>
                    </a:ext>
                  </a:extLst>
                </p14:cNvPr>
                <p14:cNvContentPartPr/>
                <p14:nvPr/>
              </p14:nvContentPartPr>
              <p14:xfrm>
                <a:off x="7695106" y="3700588"/>
                <a:ext cx="93240" cy="183600"/>
              </p14:xfrm>
            </p:contentPart>
          </mc:Choice>
          <mc:Fallback xmlns="">
            <p:pic>
              <p:nvPicPr>
                <p:cNvPr id="1038" name="Entrada de lápiz 1037">
                  <a:extLst>
                    <a:ext uri="{FF2B5EF4-FFF2-40B4-BE49-F238E27FC236}">
                      <a16:creationId xmlns:a16="http://schemas.microsoft.com/office/drawing/2014/main" id="{A6A597E6-7546-BEE5-5D3E-04B1F7BC2E50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688986" y="3694468"/>
                  <a:ext cx="1054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046" name="Entrada de lápiz 1045">
                  <a:extLst>
                    <a:ext uri="{FF2B5EF4-FFF2-40B4-BE49-F238E27FC236}">
                      <a16:creationId xmlns:a16="http://schemas.microsoft.com/office/drawing/2014/main" id="{5CC0B6DC-FA74-E495-1BB4-12313114AC27}"/>
                    </a:ext>
                  </a:extLst>
                </p14:cNvPr>
                <p14:cNvContentPartPr/>
                <p14:nvPr/>
              </p14:nvContentPartPr>
              <p14:xfrm>
                <a:off x="7831186" y="3721468"/>
                <a:ext cx="98280" cy="132480"/>
              </p14:xfrm>
            </p:contentPart>
          </mc:Choice>
          <mc:Fallback xmlns="">
            <p:pic>
              <p:nvPicPr>
                <p:cNvPr id="1046" name="Entrada de lápiz 1045">
                  <a:extLst>
                    <a:ext uri="{FF2B5EF4-FFF2-40B4-BE49-F238E27FC236}">
                      <a16:creationId xmlns:a16="http://schemas.microsoft.com/office/drawing/2014/main" id="{5CC0B6DC-FA74-E495-1BB4-12313114AC2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825066" y="3715348"/>
                  <a:ext cx="1105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050" name="Entrada de lápiz 1049">
                  <a:extLst>
                    <a:ext uri="{FF2B5EF4-FFF2-40B4-BE49-F238E27FC236}">
                      <a16:creationId xmlns:a16="http://schemas.microsoft.com/office/drawing/2014/main" id="{CC4C4FE8-EA9A-BC9D-DA77-3134B74C927D}"/>
                    </a:ext>
                  </a:extLst>
                </p14:cNvPr>
                <p14:cNvContentPartPr/>
                <p14:nvPr/>
              </p14:nvContentPartPr>
              <p14:xfrm>
                <a:off x="7702306" y="3893548"/>
                <a:ext cx="235800" cy="33120"/>
              </p14:xfrm>
            </p:contentPart>
          </mc:Choice>
          <mc:Fallback xmlns="">
            <p:pic>
              <p:nvPicPr>
                <p:cNvPr id="1050" name="Entrada de lápiz 1049">
                  <a:extLst>
                    <a:ext uri="{FF2B5EF4-FFF2-40B4-BE49-F238E27FC236}">
                      <a16:creationId xmlns:a16="http://schemas.microsoft.com/office/drawing/2014/main" id="{CC4C4FE8-EA9A-BC9D-DA77-3134B74C927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696186" y="3887428"/>
                  <a:ext cx="2480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052" name="Entrada de lápiz 1051">
                  <a:extLst>
                    <a:ext uri="{FF2B5EF4-FFF2-40B4-BE49-F238E27FC236}">
                      <a16:creationId xmlns:a16="http://schemas.microsoft.com/office/drawing/2014/main" id="{7BE3A700-2C7A-66EB-4D47-EC19D65FADBF}"/>
                    </a:ext>
                  </a:extLst>
                </p14:cNvPr>
                <p14:cNvContentPartPr/>
                <p14:nvPr/>
              </p14:nvContentPartPr>
              <p14:xfrm>
                <a:off x="8035666" y="3829468"/>
                <a:ext cx="11520" cy="96120"/>
              </p14:xfrm>
            </p:contentPart>
          </mc:Choice>
          <mc:Fallback xmlns="">
            <p:pic>
              <p:nvPicPr>
                <p:cNvPr id="1052" name="Entrada de lápiz 1051">
                  <a:extLst>
                    <a:ext uri="{FF2B5EF4-FFF2-40B4-BE49-F238E27FC236}">
                      <a16:creationId xmlns:a16="http://schemas.microsoft.com/office/drawing/2014/main" id="{7BE3A700-2C7A-66EB-4D47-EC19D65FADB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029546" y="3823348"/>
                  <a:ext cx="2376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7" name="Grupo 1056">
            <a:extLst>
              <a:ext uri="{FF2B5EF4-FFF2-40B4-BE49-F238E27FC236}">
                <a16:creationId xmlns:a16="http://schemas.microsoft.com/office/drawing/2014/main" id="{E6FC1C69-9CD4-52DC-F645-47F51F6D1491}"/>
              </a:ext>
            </a:extLst>
          </p:cNvPr>
          <p:cNvGrpSpPr/>
          <p:nvPr/>
        </p:nvGrpSpPr>
        <p:grpSpPr>
          <a:xfrm>
            <a:off x="8326186" y="3538948"/>
            <a:ext cx="1182240" cy="107640"/>
            <a:chOff x="8326186" y="3538948"/>
            <a:chExt cx="1182240" cy="10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054" name="Entrada de lápiz 1053">
                  <a:extLst>
                    <a:ext uri="{FF2B5EF4-FFF2-40B4-BE49-F238E27FC236}">
                      <a16:creationId xmlns:a16="http://schemas.microsoft.com/office/drawing/2014/main" id="{A27671D8-CA4E-644D-2E45-6492318034DC}"/>
                    </a:ext>
                  </a:extLst>
                </p14:cNvPr>
                <p14:cNvContentPartPr/>
                <p14:nvPr/>
              </p14:nvContentPartPr>
              <p14:xfrm>
                <a:off x="8358226" y="3646228"/>
                <a:ext cx="62280" cy="360"/>
              </p14:xfrm>
            </p:contentPart>
          </mc:Choice>
          <mc:Fallback xmlns="">
            <p:pic>
              <p:nvPicPr>
                <p:cNvPr id="1054" name="Entrada de lápiz 1053">
                  <a:extLst>
                    <a:ext uri="{FF2B5EF4-FFF2-40B4-BE49-F238E27FC236}">
                      <a16:creationId xmlns:a16="http://schemas.microsoft.com/office/drawing/2014/main" id="{A27671D8-CA4E-644D-2E45-6492318034D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352106" y="3640108"/>
                  <a:ext cx="745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055" name="Entrada de lápiz 1054">
                  <a:extLst>
                    <a:ext uri="{FF2B5EF4-FFF2-40B4-BE49-F238E27FC236}">
                      <a16:creationId xmlns:a16="http://schemas.microsoft.com/office/drawing/2014/main" id="{59DEC648-863F-AA20-2634-98B7610ACE13}"/>
                    </a:ext>
                  </a:extLst>
                </p14:cNvPr>
                <p14:cNvContentPartPr/>
                <p14:nvPr/>
              </p14:nvContentPartPr>
              <p14:xfrm>
                <a:off x="8326186" y="3538948"/>
                <a:ext cx="84600" cy="360"/>
              </p14:xfrm>
            </p:contentPart>
          </mc:Choice>
          <mc:Fallback xmlns="">
            <p:pic>
              <p:nvPicPr>
                <p:cNvPr id="1055" name="Entrada de lápiz 1054">
                  <a:extLst>
                    <a:ext uri="{FF2B5EF4-FFF2-40B4-BE49-F238E27FC236}">
                      <a16:creationId xmlns:a16="http://schemas.microsoft.com/office/drawing/2014/main" id="{59DEC648-863F-AA20-2634-98B7610ACE1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320066" y="3532828"/>
                  <a:ext cx="968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056" name="Entrada de lápiz 1055">
                  <a:extLst>
                    <a:ext uri="{FF2B5EF4-FFF2-40B4-BE49-F238E27FC236}">
                      <a16:creationId xmlns:a16="http://schemas.microsoft.com/office/drawing/2014/main" id="{A699D260-B977-301C-0A19-5E6799FB617F}"/>
                    </a:ext>
                  </a:extLst>
                </p14:cNvPr>
                <p14:cNvContentPartPr/>
                <p14:nvPr/>
              </p14:nvContentPartPr>
              <p14:xfrm>
                <a:off x="8551906" y="3559828"/>
                <a:ext cx="956520" cy="43560"/>
              </p14:xfrm>
            </p:contentPart>
          </mc:Choice>
          <mc:Fallback xmlns="">
            <p:pic>
              <p:nvPicPr>
                <p:cNvPr id="1056" name="Entrada de lápiz 1055">
                  <a:extLst>
                    <a:ext uri="{FF2B5EF4-FFF2-40B4-BE49-F238E27FC236}">
                      <a16:creationId xmlns:a16="http://schemas.microsoft.com/office/drawing/2014/main" id="{A699D260-B977-301C-0A19-5E6799FB617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545786" y="3553708"/>
                  <a:ext cx="968760" cy="5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5" name="Grupo 1064">
            <a:extLst>
              <a:ext uri="{FF2B5EF4-FFF2-40B4-BE49-F238E27FC236}">
                <a16:creationId xmlns:a16="http://schemas.microsoft.com/office/drawing/2014/main" id="{DE3F6FCC-8485-0F46-DA20-2D40A135D384}"/>
              </a:ext>
            </a:extLst>
          </p:cNvPr>
          <p:cNvGrpSpPr/>
          <p:nvPr/>
        </p:nvGrpSpPr>
        <p:grpSpPr>
          <a:xfrm>
            <a:off x="8584306" y="3216028"/>
            <a:ext cx="871920" cy="303480"/>
            <a:chOff x="8584306" y="3216028"/>
            <a:chExt cx="871920" cy="30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058" name="Entrada de lápiz 1057">
                  <a:extLst>
                    <a:ext uri="{FF2B5EF4-FFF2-40B4-BE49-F238E27FC236}">
                      <a16:creationId xmlns:a16="http://schemas.microsoft.com/office/drawing/2014/main" id="{E77B77D4-3E22-06CC-F35A-A6A59A33F819}"/>
                    </a:ext>
                  </a:extLst>
                </p14:cNvPr>
                <p14:cNvContentPartPr/>
                <p14:nvPr/>
              </p14:nvContentPartPr>
              <p14:xfrm>
                <a:off x="8584306" y="3280828"/>
                <a:ext cx="139320" cy="217080"/>
              </p14:xfrm>
            </p:contentPart>
          </mc:Choice>
          <mc:Fallback xmlns="">
            <p:pic>
              <p:nvPicPr>
                <p:cNvPr id="1058" name="Entrada de lápiz 1057">
                  <a:extLst>
                    <a:ext uri="{FF2B5EF4-FFF2-40B4-BE49-F238E27FC236}">
                      <a16:creationId xmlns:a16="http://schemas.microsoft.com/office/drawing/2014/main" id="{E77B77D4-3E22-06CC-F35A-A6A59A33F81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578186" y="3274708"/>
                  <a:ext cx="1515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059" name="Entrada de lápiz 1058">
                  <a:extLst>
                    <a:ext uri="{FF2B5EF4-FFF2-40B4-BE49-F238E27FC236}">
                      <a16:creationId xmlns:a16="http://schemas.microsoft.com/office/drawing/2014/main" id="{3AD574CC-EE2A-CE27-FA28-8C34EB9542DE}"/>
                    </a:ext>
                  </a:extLst>
                </p14:cNvPr>
                <p14:cNvContentPartPr/>
                <p14:nvPr/>
              </p14:nvContentPartPr>
              <p14:xfrm>
                <a:off x="8821186" y="3421588"/>
                <a:ext cx="123120" cy="97920"/>
              </p14:xfrm>
            </p:contentPart>
          </mc:Choice>
          <mc:Fallback xmlns="">
            <p:pic>
              <p:nvPicPr>
                <p:cNvPr id="1059" name="Entrada de lápiz 1058">
                  <a:extLst>
                    <a:ext uri="{FF2B5EF4-FFF2-40B4-BE49-F238E27FC236}">
                      <a16:creationId xmlns:a16="http://schemas.microsoft.com/office/drawing/2014/main" id="{3AD574CC-EE2A-CE27-FA28-8C34EB9542D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815066" y="3415468"/>
                  <a:ext cx="1353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061" name="Entrada de lápiz 1060">
                  <a:extLst>
                    <a:ext uri="{FF2B5EF4-FFF2-40B4-BE49-F238E27FC236}">
                      <a16:creationId xmlns:a16="http://schemas.microsoft.com/office/drawing/2014/main" id="{F2FCF5F6-ED03-A3C0-8F94-443E1CF74679}"/>
                    </a:ext>
                  </a:extLst>
                </p14:cNvPr>
                <p14:cNvContentPartPr/>
                <p14:nvPr/>
              </p14:nvContentPartPr>
              <p14:xfrm>
                <a:off x="9057706" y="3377668"/>
                <a:ext cx="95400" cy="360"/>
              </p14:xfrm>
            </p:contentPart>
          </mc:Choice>
          <mc:Fallback xmlns="">
            <p:pic>
              <p:nvPicPr>
                <p:cNvPr id="1061" name="Entrada de lápiz 1060">
                  <a:extLst>
                    <a:ext uri="{FF2B5EF4-FFF2-40B4-BE49-F238E27FC236}">
                      <a16:creationId xmlns:a16="http://schemas.microsoft.com/office/drawing/2014/main" id="{F2FCF5F6-ED03-A3C0-8F94-443E1CF7467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051586" y="3371548"/>
                  <a:ext cx="1076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063" name="Entrada de lápiz 1062">
                  <a:extLst>
                    <a:ext uri="{FF2B5EF4-FFF2-40B4-BE49-F238E27FC236}">
                      <a16:creationId xmlns:a16="http://schemas.microsoft.com/office/drawing/2014/main" id="{C7790ACE-2945-CD43-7669-B0AF685E00A4}"/>
                    </a:ext>
                  </a:extLst>
                </p14:cNvPr>
                <p14:cNvContentPartPr/>
                <p14:nvPr/>
              </p14:nvContentPartPr>
              <p14:xfrm>
                <a:off x="9272266" y="3216028"/>
                <a:ext cx="88920" cy="202680"/>
              </p14:xfrm>
            </p:contentPart>
          </mc:Choice>
          <mc:Fallback xmlns="">
            <p:pic>
              <p:nvPicPr>
                <p:cNvPr id="1063" name="Entrada de lápiz 1062">
                  <a:extLst>
                    <a:ext uri="{FF2B5EF4-FFF2-40B4-BE49-F238E27FC236}">
                      <a16:creationId xmlns:a16="http://schemas.microsoft.com/office/drawing/2014/main" id="{C7790ACE-2945-CD43-7669-B0AF685E00A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266146" y="3209908"/>
                  <a:ext cx="1011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064" name="Entrada de lápiz 1063">
                  <a:extLst>
                    <a:ext uri="{FF2B5EF4-FFF2-40B4-BE49-F238E27FC236}">
                      <a16:creationId xmlns:a16="http://schemas.microsoft.com/office/drawing/2014/main" id="{3DA2B853-DB7B-4161-4A85-4DB4BB5EDBBB}"/>
                    </a:ext>
                  </a:extLst>
                </p14:cNvPr>
                <p14:cNvContentPartPr/>
                <p14:nvPr/>
              </p14:nvContentPartPr>
              <p14:xfrm>
                <a:off x="9455866" y="3409708"/>
                <a:ext cx="360" cy="39960"/>
              </p14:xfrm>
            </p:contentPart>
          </mc:Choice>
          <mc:Fallback xmlns="">
            <p:pic>
              <p:nvPicPr>
                <p:cNvPr id="1064" name="Entrada de lápiz 1063">
                  <a:extLst>
                    <a:ext uri="{FF2B5EF4-FFF2-40B4-BE49-F238E27FC236}">
                      <a16:creationId xmlns:a16="http://schemas.microsoft.com/office/drawing/2014/main" id="{3DA2B853-DB7B-4161-4A85-4DB4BB5EDBB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449746" y="3403588"/>
                  <a:ext cx="1260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9" name="Grupo 1068">
            <a:extLst>
              <a:ext uri="{FF2B5EF4-FFF2-40B4-BE49-F238E27FC236}">
                <a16:creationId xmlns:a16="http://schemas.microsoft.com/office/drawing/2014/main" id="{4889CB62-6E0E-C931-5C2A-4A6F5D25C5CC}"/>
              </a:ext>
            </a:extLst>
          </p:cNvPr>
          <p:cNvGrpSpPr/>
          <p:nvPr/>
        </p:nvGrpSpPr>
        <p:grpSpPr>
          <a:xfrm>
            <a:off x="8713186" y="3700588"/>
            <a:ext cx="294840" cy="313560"/>
            <a:chOff x="8713186" y="3700588"/>
            <a:chExt cx="294840" cy="31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066" name="Entrada de lápiz 1065">
                  <a:extLst>
                    <a:ext uri="{FF2B5EF4-FFF2-40B4-BE49-F238E27FC236}">
                      <a16:creationId xmlns:a16="http://schemas.microsoft.com/office/drawing/2014/main" id="{47D49730-EC32-8D3D-40E2-E89D979DBC72}"/>
                    </a:ext>
                  </a:extLst>
                </p14:cNvPr>
                <p14:cNvContentPartPr/>
                <p14:nvPr/>
              </p14:nvContentPartPr>
              <p14:xfrm>
                <a:off x="8713186" y="3700588"/>
                <a:ext cx="139320" cy="206640"/>
              </p14:xfrm>
            </p:contentPart>
          </mc:Choice>
          <mc:Fallback xmlns="">
            <p:pic>
              <p:nvPicPr>
                <p:cNvPr id="1066" name="Entrada de lápiz 1065">
                  <a:extLst>
                    <a:ext uri="{FF2B5EF4-FFF2-40B4-BE49-F238E27FC236}">
                      <a16:creationId xmlns:a16="http://schemas.microsoft.com/office/drawing/2014/main" id="{47D49730-EC32-8D3D-40E2-E89D979DBC7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707066" y="3694468"/>
                  <a:ext cx="1515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067" name="Entrada de lápiz 1066">
                  <a:extLst>
                    <a:ext uri="{FF2B5EF4-FFF2-40B4-BE49-F238E27FC236}">
                      <a16:creationId xmlns:a16="http://schemas.microsoft.com/office/drawing/2014/main" id="{2A52F5CF-D13B-6784-F25B-47B1B8ED2A6C}"/>
                    </a:ext>
                  </a:extLst>
                </p14:cNvPr>
                <p14:cNvContentPartPr/>
                <p14:nvPr/>
              </p14:nvContentPartPr>
              <p14:xfrm>
                <a:off x="8759266" y="3743068"/>
                <a:ext cx="94320" cy="132840"/>
              </p14:xfrm>
            </p:contentPart>
          </mc:Choice>
          <mc:Fallback xmlns="">
            <p:pic>
              <p:nvPicPr>
                <p:cNvPr id="1067" name="Entrada de lápiz 1066">
                  <a:extLst>
                    <a:ext uri="{FF2B5EF4-FFF2-40B4-BE49-F238E27FC236}">
                      <a16:creationId xmlns:a16="http://schemas.microsoft.com/office/drawing/2014/main" id="{2A52F5CF-D13B-6784-F25B-47B1B8ED2A6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753146" y="3736948"/>
                  <a:ext cx="1065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068" name="Entrada de lápiz 1067">
                  <a:extLst>
                    <a:ext uri="{FF2B5EF4-FFF2-40B4-BE49-F238E27FC236}">
                      <a16:creationId xmlns:a16="http://schemas.microsoft.com/office/drawing/2014/main" id="{3700E281-52A4-5050-F0EC-7D1428C1B7F8}"/>
                    </a:ext>
                  </a:extLst>
                </p14:cNvPr>
                <p14:cNvContentPartPr/>
                <p14:nvPr/>
              </p14:nvContentPartPr>
              <p14:xfrm>
                <a:off x="8928466" y="3855388"/>
                <a:ext cx="79560" cy="158760"/>
              </p14:xfrm>
            </p:contentPart>
          </mc:Choice>
          <mc:Fallback xmlns="">
            <p:pic>
              <p:nvPicPr>
                <p:cNvPr id="1068" name="Entrada de lápiz 1067">
                  <a:extLst>
                    <a:ext uri="{FF2B5EF4-FFF2-40B4-BE49-F238E27FC236}">
                      <a16:creationId xmlns:a16="http://schemas.microsoft.com/office/drawing/2014/main" id="{3700E281-52A4-5050-F0EC-7D1428C1B7F8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922346" y="3849268"/>
                  <a:ext cx="91800" cy="17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4" name="Grupo 1073">
            <a:extLst>
              <a:ext uri="{FF2B5EF4-FFF2-40B4-BE49-F238E27FC236}">
                <a16:creationId xmlns:a16="http://schemas.microsoft.com/office/drawing/2014/main" id="{6A247A61-9402-6D7B-9F82-E228980B12AE}"/>
              </a:ext>
            </a:extLst>
          </p:cNvPr>
          <p:cNvGrpSpPr/>
          <p:nvPr/>
        </p:nvGrpSpPr>
        <p:grpSpPr>
          <a:xfrm>
            <a:off x="9218986" y="3700588"/>
            <a:ext cx="387360" cy="300960"/>
            <a:chOff x="9218986" y="3700588"/>
            <a:chExt cx="387360" cy="30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070" name="Entrada de lápiz 1069">
                  <a:extLst>
                    <a:ext uri="{FF2B5EF4-FFF2-40B4-BE49-F238E27FC236}">
                      <a16:creationId xmlns:a16="http://schemas.microsoft.com/office/drawing/2014/main" id="{0C807D88-B38A-BB9F-FAF3-60CFD5D4517C}"/>
                    </a:ext>
                  </a:extLst>
                </p14:cNvPr>
                <p14:cNvContentPartPr/>
                <p14:nvPr/>
              </p14:nvContentPartPr>
              <p14:xfrm>
                <a:off x="9218986" y="3883108"/>
                <a:ext cx="106560" cy="360"/>
              </p14:xfrm>
            </p:contentPart>
          </mc:Choice>
          <mc:Fallback xmlns="">
            <p:pic>
              <p:nvPicPr>
                <p:cNvPr id="1070" name="Entrada de lápiz 1069">
                  <a:extLst>
                    <a:ext uri="{FF2B5EF4-FFF2-40B4-BE49-F238E27FC236}">
                      <a16:creationId xmlns:a16="http://schemas.microsoft.com/office/drawing/2014/main" id="{0C807D88-B38A-BB9F-FAF3-60CFD5D4517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212866" y="3876988"/>
                  <a:ext cx="1188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071" name="Entrada de lápiz 1070">
                  <a:extLst>
                    <a:ext uri="{FF2B5EF4-FFF2-40B4-BE49-F238E27FC236}">
                      <a16:creationId xmlns:a16="http://schemas.microsoft.com/office/drawing/2014/main" id="{127CFAFB-D336-FE25-47EC-37EC1C8FE9D2}"/>
                    </a:ext>
                  </a:extLst>
                </p14:cNvPr>
                <p14:cNvContentPartPr/>
                <p14:nvPr/>
              </p14:nvContentPartPr>
              <p14:xfrm>
                <a:off x="9391066" y="3754228"/>
                <a:ext cx="130680" cy="165960"/>
              </p14:xfrm>
            </p:contentPart>
          </mc:Choice>
          <mc:Fallback xmlns="">
            <p:pic>
              <p:nvPicPr>
                <p:cNvPr id="1071" name="Entrada de lápiz 1070">
                  <a:extLst>
                    <a:ext uri="{FF2B5EF4-FFF2-40B4-BE49-F238E27FC236}">
                      <a16:creationId xmlns:a16="http://schemas.microsoft.com/office/drawing/2014/main" id="{127CFAFB-D336-FE25-47EC-37EC1C8FE9D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384946" y="3748108"/>
                  <a:ext cx="1429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072" name="Entrada de lápiz 1071">
                  <a:extLst>
                    <a:ext uri="{FF2B5EF4-FFF2-40B4-BE49-F238E27FC236}">
                      <a16:creationId xmlns:a16="http://schemas.microsoft.com/office/drawing/2014/main" id="{54C57C4D-06A7-C63C-B8F4-33BB431EEC01}"/>
                    </a:ext>
                  </a:extLst>
                </p14:cNvPr>
                <p14:cNvContentPartPr/>
                <p14:nvPr/>
              </p14:nvContentPartPr>
              <p14:xfrm>
                <a:off x="9413026" y="3700588"/>
                <a:ext cx="86040" cy="289800"/>
              </p14:xfrm>
            </p:contentPart>
          </mc:Choice>
          <mc:Fallback xmlns="">
            <p:pic>
              <p:nvPicPr>
                <p:cNvPr id="1072" name="Entrada de lápiz 1071">
                  <a:extLst>
                    <a:ext uri="{FF2B5EF4-FFF2-40B4-BE49-F238E27FC236}">
                      <a16:creationId xmlns:a16="http://schemas.microsoft.com/office/drawing/2014/main" id="{54C57C4D-06A7-C63C-B8F4-33BB431EEC0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406906" y="3694468"/>
                  <a:ext cx="9828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073" name="Entrada de lápiz 1072">
                  <a:extLst>
                    <a:ext uri="{FF2B5EF4-FFF2-40B4-BE49-F238E27FC236}">
                      <a16:creationId xmlns:a16="http://schemas.microsoft.com/office/drawing/2014/main" id="{0617F01F-47A7-3744-146D-C664CCB3916F}"/>
                    </a:ext>
                  </a:extLst>
                </p14:cNvPr>
                <p14:cNvContentPartPr/>
                <p14:nvPr/>
              </p14:nvContentPartPr>
              <p14:xfrm>
                <a:off x="9563146" y="3893908"/>
                <a:ext cx="43200" cy="107640"/>
              </p14:xfrm>
            </p:contentPart>
          </mc:Choice>
          <mc:Fallback xmlns="">
            <p:pic>
              <p:nvPicPr>
                <p:cNvPr id="1073" name="Entrada de lápiz 1072">
                  <a:extLst>
                    <a:ext uri="{FF2B5EF4-FFF2-40B4-BE49-F238E27FC236}">
                      <a16:creationId xmlns:a16="http://schemas.microsoft.com/office/drawing/2014/main" id="{0617F01F-47A7-3744-146D-C664CCB3916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557026" y="3887788"/>
                  <a:ext cx="55440" cy="119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049870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5" name="Group 2054">
            <a:extLst>
              <a:ext uri="{FF2B5EF4-FFF2-40B4-BE49-F238E27FC236}">
                <a16:creationId xmlns:a16="http://schemas.microsoft.com/office/drawing/2014/main" id="{70F82E3E-E291-4077-9561-D03BD8817A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2056" name="Picture 2055">
              <a:extLst>
                <a:ext uri="{FF2B5EF4-FFF2-40B4-BE49-F238E27FC236}">
                  <a16:creationId xmlns:a16="http://schemas.microsoft.com/office/drawing/2014/main" id="{064A9319-91FB-4B4F-815A-A046C6378C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057" name="Rectangle 2056">
              <a:extLst>
                <a:ext uri="{FF2B5EF4-FFF2-40B4-BE49-F238E27FC236}">
                  <a16:creationId xmlns:a16="http://schemas.microsoft.com/office/drawing/2014/main" id="{1365E65E-138F-4485-AA9E-188DF346CF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pic>
          <p:nvPicPr>
            <p:cNvPr id="2058" name="Picture 2057">
              <a:extLst>
                <a:ext uri="{FF2B5EF4-FFF2-40B4-BE49-F238E27FC236}">
                  <a16:creationId xmlns:a16="http://schemas.microsoft.com/office/drawing/2014/main" id="{82DE2924-A79E-4612-8899-041380003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2059" name="Picture 2058">
              <a:extLst>
                <a:ext uri="{FF2B5EF4-FFF2-40B4-BE49-F238E27FC236}">
                  <a16:creationId xmlns:a16="http://schemas.microsoft.com/office/drawing/2014/main" id="{594B8494-882E-4FE9-BFAD-2651558746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cxnSp>
        <p:nvCxnSpPr>
          <p:cNvPr id="2061" name="Straight Connector 2060">
            <a:extLst>
              <a:ext uri="{FF2B5EF4-FFF2-40B4-BE49-F238E27FC236}">
                <a16:creationId xmlns:a16="http://schemas.microsoft.com/office/drawing/2014/main" id="{9A5BFCFB-CCDF-43A8-888F-E16CF73D2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63" name="Group 2062">
            <a:extLst>
              <a:ext uri="{FF2B5EF4-FFF2-40B4-BE49-F238E27FC236}">
                <a16:creationId xmlns:a16="http://schemas.microsoft.com/office/drawing/2014/main" id="{87A84A88-56D8-46EF-B003-C467C54DD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2064" name="Rectangle 2063">
              <a:extLst>
                <a:ext uri="{FF2B5EF4-FFF2-40B4-BE49-F238E27FC236}">
                  <a16:creationId xmlns:a16="http://schemas.microsoft.com/office/drawing/2014/main" id="{BE02409C-AAC9-4B71-B433-1F04779899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65" name="Group 2064">
              <a:extLst>
                <a:ext uri="{FF2B5EF4-FFF2-40B4-BE49-F238E27FC236}">
                  <a16:creationId xmlns:a16="http://schemas.microsoft.com/office/drawing/2014/main" id="{B04F123D-B711-484C-90B7-7E3EEA5402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0"/>
              <a:ext cx="12188825" cy="6856215"/>
              <a:chOff x="0" y="0"/>
              <a:chExt cx="12188825" cy="6856215"/>
            </a:xfrm>
          </p:grpSpPr>
          <p:pic>
            <p:nvPicPr>
              <p:cNvPr id="2066" name="Picture 2065">
                <a:extLst>
                  <a:ext uri="{FF2B5EF4-FFF2-40B4-BE49-F238E27FC236}">
                    <a16:creationId xmlns:a16="http://schemas.microsoft.com/office/drawing/2014/main" id="{FF5BA041-244A-457E-846E-ED0CBCD0EB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88825" cy="6856214"/>
              </a:xfrm>
              <a:prstGeom prst="rect">
                <a:avLst/>
              </a:prstGeom>
            </p:spPr>
          </p:pic>
          <p:sp>
            <p:nvSpPr>
              <p:cNvPr id="2067" name="Rectangle 2066">
                <a:extLst>
                  <a:ext uri="{FF2B5EF4-FFF2-40B4-BE49-F238E27FC236}">
                    <a16:creationId xmlns:a16="http://schemas.microsoft.com/office/drawing/2014/main" id="{21C4581C-A5C4-46B6-994D-8E954AC8A0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012" y="609600"/>
                <a:ext cx="10972800" cy="5638800"/>
              </a:xfrm>
              <a:prstGeom prst="rect">
                <a:avLst/>
              </a:prstGeom>
              <a:noFill/>
              <a:ln w="15875" cap="flat">
                <a:miter lim="800000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AR"/>
              </a:p>
            </p:txBody>
          </p:sp>
          <p:pic>
            <p:nvPicPr>
              <p:cNvPr id="2068" name="Picture 2067">
                <a:extLst>
                  <a:ext uri="{FF2B5EF4-FFF2-40B4-BE49-F238E27FC236}">
                    <a16:creationId xmlns:a16="http://schemas.microsoft.com/office/drawing/2014/main" id="{A50DE8B2-6159-4CEA-9388-88C104386F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093"/>
              <a:stretch/>
            </p:blipFill>
            <p:spPr>
              <a:xfrm rot="5400000">
                <a:off x="5706471" y="76265"/>
                <a:ext cx="758952" cy="606425"/>
              </a:xfrm>
              <a:prstGeom prst="rect">
                <a:avLst/>
              </a:prstGeom>
            </p:spPr>
          </p:pic>
          <p:pic>
            <p:nvPicPr>
              <p:cNvPr id="2069" name="Picture 2068">
                <a:extLst>
                  <a:ext uri="{FF2B5EF4-FFF2-40B4-BE49-F238E27FC236}">
                    <a16:creationId xmlns:a16="http://schemas.microsoft.com/office/drawing/2014/main" id="{06A4A158-2E58-432F-839F-5B3A8133BD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093"/>
              <a:stretch/>
            </p:blipFill>
            <p:spPr>
              <a:xfrm rot="5400000">
                <a:off x="5706470" y="6173526"/>
                <a:ext cx="758952" cy="606425"/>
              </a:xfrm>
              <a:prstGeom prst="rect">
                <a:avLst/>
              </a:prstGeom>
            </p:spPr>
          </p:pic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200CE3F-8F54-0D8E-BB71-E78432B2C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3290" y="1041400"/>
            <a:ext cx="3079006" cy="4169329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MX" sz="2400" b="0" i="0" dirty="0">
                <a:solidFill>
                  <a:srgbClr val="222222"/>
                </a:solidFill>
                <a:effectLst/>
                <a:latin typeface="-apple-system"/>
              </a:rPr>
              <a:t>Por otro lado, se puede formar un </a:t>
            </a:r>
            <a:r>
              <a:rPr lang="es-MX" sz="2400" dirty="0">
                <a:solidFill>
                  <a:srgbClr val="26BC8E"/>
                </a:solidFill>
                <a:latin typeface="-apple-system"/>
              </a:rPr>
              <a:t>triángulo rectángulo </a:t>
            </a:r>
            <a:r>
              <a:rPr lang="es-MX" sz="2400" b="0" i="0" dirty="0">
                <a:solidFill>
                  <a:srgbClr val="222222"/>
                </a:solidFill>
                <a:effectLst/>
                <a:latin typeface="-apple-system"/>
              </a:rPr>
              <a:t> con la recta secante entre los puntos A y B, trazando una línea horizontal desde A y una línea vertical desde B, donde vemos que la recta secante forma un ángulo α con la horizontal</a:t>
            </a:r>
            <a:endParaRPr lang="en-US" sz="2400" dirty="0"/>
          </a:p>
        </p:txBody>
      </p:sp>
      <p:sp>
        <p:nvSpPr>
          <p:cNvPr id="2071" name="Rectangle 2070">
            <a:extLst>
              <a:ext uri="{FF2B5EF4-FFF2-40B4-BE49-F238E27FC236}">
                <a16:creationId xmlns:a16="http://schemas.microsoft.com/office/drawing/2014/main" id="{1B057C70-1B97-42CE-9C74-A2B72760F9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4" y="1092200"/>
            <a:ext cx="6432130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interpretacion geometrica dela derivada ejercicios resueltos">
            <a:extLst>
              <a:ext uri="{FF2B5EF4-FFF2-40B4-BE49-F238E27FC236}">
                <a16:creationId xmlns:a16="http://schemas.microsoft.com/office/drawing/2014/main" id="{53978440-4FD9-02C1-671C-9CE70B959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02640" y="1410208"/>
            <a:ext cx="5604168" cy="385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73" name="Straight Connector 2072">
            <a:extLst>
              <a:ext uri="{FF2B5EF4-FFF2-40B4-BE49-F238E27FC236}">
                <a16:creationId xmlns:a16="http://schemas.microsoft.com/office/drawing/2014/main" id="{0EC6C006-F859-490E-A780-57D4CC530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9431" y="3509772"/>
            <a:ext cx="3074977" cy="123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4F2E059A-5901-DB9F-97B8-7A20886EC1C1}"/>
                  </a:ext>
                </a:extLst>
              </p14:cNvPr>
              <p14:cNvContentPartPr/>
              <p14:nvPr/>
            </p14:nvContentPartPr>
            <p14:xfrm>
              <a:off x="8831626" y="3001108"/>
              <a:ext cx="360" cy="360"/>
            </p14:xfrm>
          </p:contentPart>
        </mc:Choice>
        <mc:Fallback xmlns=""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4F2E059A-5901-DB9F-97B8-7A20886EC1C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825506" y="299498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37531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B8E0E5-181E-B9C9-BAC8-EFB57CF2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¿Cómo se calcula la </a:t>
            </a:r>
            <a:r>
              <a:rPr lang="es-AR" dirty="0" err="1"/>
              <a:t>tg</a:t>
            </a:r>
            <a:r>
              <a:rPr lang="es-AR" dirty="0"/>
              <a:t> de un ángulo? </a:t>
            </a:r>
          </a:p>
        </p:txBody>
      </p:sp>
      <p:pic>
        <p:nvPicPr>
          <p:cNvPr id="3074" name="Picture 2" descr="interpretacion geometrica">
            <a:extLst>
              <a:ext uri="{FF2B5EF4-FFF2-40B4-BE49-F238E27FC236}">
                <a16:creationId xmlns:a16="http://schemas.microsoft.com/office/drawing/2014/main" id="{3CFF283C-2F52-53AA-0A23-3B32FA5CE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139" y="2634112"/>
            <a:ext cx="2381250" cy="60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nterpretación geométrica de la derivada ejemplos">
            <a:extLst>
              <a:ext uri="{FF2B5EF4-FFF2-40B4-BE49-F238E27FC236}">
                <a16:creationId xmlns:a16="http://schemas.microsoft.com/office/drawing/2014/main" id="{DEB8BB04-6E34-E119-15BF-9465170E69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2672" y="3786412"/>
            <a:ext cx="1295400" cy="61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interpretacion geometrica de las derivadas">
            <a:extLst>
              <a:ext uri="{FF2B5EF4-FFF2-40B4-BE49-F238E27FC236}">
                <a16:creationId xmlns:a16="http://schemas.microsoft.com/office/drawing/2014/main" id="{59DFE897-253C-8685-1521-4981B18E8C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7972" y="4744122"/>
            <a:ext cx="1441020" cy="480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9CA86480-B201-A539-4177-28B5976DCB33}"/>
              </a:ext>
            </a:extLst>
          </p:cNvPr>
          <p:cNvSpPr txBox="1"/>
          <p:nvPr/>
        </p:nvSpPr>
        <p:spPr>
          <a:xfrm>
            <a:off x="4488629" y="4405537"/>
            <a:ext cx="6094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0" i="0">
                <a:solidFill>
                  <a:srgbClr val="222222"/>
                </a:solidFill>
                <a:effectLst/>
                <a:latin typeface="-apple-system"/>
              </a:rPr>
              <a:t>Es decir, el mismo valor que la pendiente de la recta secante.</a:t>
            </a:r>
            <a:endParaRPr lang="es-AR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CE22B6B-E82C-AC0D-53E6-279CB78D49CB}"/>
              </a:ext>
            </a:extLst>
          </p:cNvPr>
          <p:cNvSpPr txBox="1"/>
          <p:nvPr/>
        </p:nvSpPr>
        <p:spPr>
          <a:xfrm>
            <a:off x="4348779" y="4989951"/>
            <a:ext cx="60942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0" i="0" dirty="0">
                <a:solidFill>
                  <a:srgbClr val="222222"/>
                </a:solidFill>
                <a:effectLst/>
                <a:latin typeface="-apple-system"/>
              </a:rPr>
              <a:t>Por tanto, la pendiente de la recta secante es igual a la tangente del ángulo que forma la recta con la horizontal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0524684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nterpretación geometrica de la derivada">
            <a:extLst>
              <a:ext uri="{FF2B5EF4-FFF2-40B4-BE49-F238E27FC236}">
                <a16:creationId xmlns:a16="http://schemas.microsoft.com/office/drawing/2014/main" id="{2DCE1D44-8DB9-9008-2041-09BEB0700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197" y="3614569"/>
            <a:ext cx="3647091" cy="2502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CE90448-D061-7E0A-1753-B07674CB25AB}"/>
              </a:ext>
            </a:extLst>
          </p:cNvPr>
          <p:cNvSpPr txBox="1"/>
          <p:nvPr/>
        </p:nvSpPr>
        <p:spPr>
          <a:xfrm>
            <a:off x="809512" y="830613"/>
            <a:ext cx="1071192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0" i="0" dirty="0">
                <a:solidFill>
                  <a:srgbClr val="222222"/>
                </a:solidFill>
                <a:effectLst/>
                <a:latin typeface="-apple-system"/>
              </a:rPr>
              <a:t>Ahora, a la coordenada x del punto A, la llamaremos X0 y para controlar cuánto aumenta la coordenada B cuando nos movemos hacia el punto B, a ese aumento le llamaremos «h» y por tanto la coordenada x del punto B será X0+h. Lo nombramos así para controlar el aumento de la coordenada x de B con respecto a la de A.</a:t>
            </a:r>
            <a:endParaRPr lang="es-AR" sz="24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D0B2328-366A-8B69-CD99-4194496D771F}"/>
              </a:ext>
            </a:extLst>
          </p:cNvPr>
          <p:cNvSpPr txBox="1"/>
          <p:nvPr/>
        </p:nvSpPr>
        <p:spPr>
          <a:xfrm>
            <a:off x="809511" y="2693025"/>
            <a:ext cx="103891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400" b="0" i="0" dirty="0">
                <a:solidFill>
                  <a:srgbClr val="222222"/>
                </a:solidFill>
                <a:effectLst/>
                <a:latin typeface="-apple-system"/>
              </a:rPr>
              <a:t>La coordenada «y» del punto A, corresponde al valor de la función cuando X=X0 es decir f(X0) y por tanto, siguiendo la misma lógica, la coordenada «y» del punto B sería f(X0+h)</a:t>
            </a:r>
          </a:p>
          <a:p>
            <a:br>
              <a:rPr lang="es-MX" dirty="0"/>
            </a:b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0025342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21F37C1-5F30-A91B-6C5D-B83F9C675AE4}"/>
              </a:ext>
            </a:extLst>
          </p:cNvPr>
          <p:cNvSpPr txBox="1"/>
          <p:nvPr/>
        </p:nvSpPr>
        <p:spPr>
          <a:xfrm>
            <a:off x="1065007" y="950286"/>
            <a:ext cx="1024127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>
                <a:solidFill>
                  <a:srgbClr val="222222"/>
                </a:solidFill>
                <a:latin typeface="-apple-system"/>
              </a:rPr>
              <a:t>P</a:t>
            </a:r>
            <a:r>
              <a:rPr lang="es-MX" sz="2400" b="0" i="0" dirty="0">
                <a:solidFill>
                  <a:srgbClr val="222222"/>
                </a:solidFill>
                <a:effectLst/>
                <a:latin typeface="-apple-system"/>
              </a:rPr>
              <a:t>odemos formar un triángulo rectángulo con la recta secante, donde ahora el cateto opuesto al ángulo toma el valor de f(X0+h)-f(X0) y el cateto adyacente al ángulo toma el valor de «h», que era el aumento de la coordenada x de B, con respecto a la de A</a:t>
            </a:r>
            <a:endParaRPr lang="es-AR" sz="24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74847C7-3C1A-59A4-D3D2-4AF91ED079F4}"/>
              </a:ext>
            </a:extLst>
          </p:cNvPr>
          <p:cNvSpPr txBox="1"/>
          <p:nvPr/>
        </p:nvSpPr>
        <p:spPr>
          <a:xfrm>
            <a:off x="1065006" y="2662249"/>
            <a:ext cx="99615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0" i="0" dirty="0">
                <a:solidFill>
                  <a:srgbClr val="222222"/>
                </a:solidFill>
                <a:effectLst/>
                <a:latin typeface="-apple-system"/>
              </a:rPr>
              <a:t>Con esta nomenclatura, la pendiente de la recta secante la expresamos como</a:t>
            </a:r>
            <a:endParaRPr lang="es-AR" sz="2400" dirty="0"/>
          </a:p>
        </p:txBody>
      </p:sp>
      <p:pic>
        <p:nvPicPr>
          <p:cNvPr id="5122" name="Picture 2" descr="interpretacion geometrica dela derivada calculo diferencial">
            <a:extLst>
              <a:ext uri="{FF2B5EF4-FFF2-40B4-BE49-F238E27FC236}">
                <a16:creationId xmlns:a16="http://schemas.microsoft.com/office/drawing/2014/main" id="{861764F2-7ACD-2628-8F17-FE39657245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885" y="3393775"/>
            <a:ext cx="3046750" cy="758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interpretacion grafica de la derivada">
            <a:extLst>
              <a:ext uri="{FF2B5EF4-FFF2-40B4-BE49-F238E27FC236}">
                <a16:creationId xmlns:a16="http://schemas.microsoft.com/office/drawing/2014/main" id="{AA9D12E7-AA69-1491-D3D3-B4D9E0BEC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5685" y="4703115"/>
            <a:ext cx="2790438" cy="1120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09A93629-1626-E58D-C692-5884E88A8FEB}"/>
              </a:ext>
            </a:extLst>
          </p:cNvPr>
          <p:cNvSpPr txBox="1"/>
          <p:nvPr/>
        </p:nvSpPr>
        <p:spPr>
          <a:xfrm>
            <a:off x="1065006" y="4163393"/>
            <a:ext cx="101337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400" b="0" i="0" dirty="0">
                <a:solidFill>
                  <a:srgbClr val="222222"/>
                </a:solidFill>
                <a:effectLst/>
                <a:latin typeface="-apple-system"/>
              </a:rPr>
              <a:t>Que coincide con la expresión de la tasa de variación media.</a:t>
            </a:r>
          </a:p>
          <a:p>
            <a:pPr algn="just"/>
            <a:r>
              <a:rPr lang="es-MX" sz="2400" b="0" i="0" dirty="0">
                <a:solidFill>
                  <a:srgbClr val="222222"/>
                </a:solidFill>
                <a:effectLst/>
                <a:latin typeface="-apple-system"/>
              </a:rPr>
              <a:t>La tangente del ángulo α se expresa como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51C97533-5FC1-2D7A-BED1-7F7D4C26477A}"/>
              </a:ext>
            </a:extLst>
          </p:cNvPr>
          <p:cNvGrpSpPr/>
          <p:nvPr/>
        </p:nvGrpSpPr>
        <p:grpSpPr>
          <a:xfrm>
            <a:off x="3458421" y="3233186"/>
            <a:ext cx="261720" cy="228600"/>
            <a:chOff x="3458421" y="3233186"/>
            <a:chExt cx="261720" cy="22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D3BBF133-1683-1CC5-2F5A-0F8E60278086}"/>
                    </a:ext>
                  </a:extLst>
                </p14:cNvPr>
                <p14:cNvContentPartPr/>
                <p14:nvPr/>
              </p14:nvContentPartPr>
              <p14:xfrm>
                <a:off x="3458421" y="3233186"/>
                <a:ext cx="68400" cy="157680"/>
              </p14:xfrm>
            </p:contentPart>
          </mc:Choice>
          <mc:Fallback xmlns=""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D3BBF133-1683-1CC5-2F5A-0F8E6027808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440781" y="3215186"/>
                  <a:ext cx="1040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A07510AA-D07C-2C15-825E-DEF062325A51}"/>
                    </a:ext>
                  </a:extLst>
                </p14:cNvPr>
                <p14:cNvContentPartPr/>
                <p14:nvPr/>
              </p14:nvContentPartPr>
              <p14:xfrm>
                <a:off x="3577581" y="3351986"/>
                <a:ext cx="142560" cy="109800"/>
              </p14:xfrm>
            </p:contentPart>
          </mc:Choice>
          <mc:Fallback xmlns=""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A07510AA-D07C-2C15-825E-DEF062325A5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559941" y="3334346"/>
                  <a:ext cx="17820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75F4356D-79CE-E2D8-094A-BD3FA9089475}"/>
              </a:ext>
            </a:extLst>
          </p:cNvPr>
          <p:cNvGrpSpPr/>
          <p:nvPr/>
        </p:nvGrpSpPr>
        <p:grpSpPr>
          <a:xfrm>
            <a:off x="4147821" y="3127346"/>
            <a:ext cx="185400" cy="173160"/>
            <a:chOff x="4147821" y="3127346"/>
            <a:chExt cx="185400" cy="17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F34A74C0-8DC9-A8F2-A4E8-DD40C64CFE35}"/>
                    </a:ext>
                  </a:extLst>
                </p14:cNvPr>
                <p14:cNvContentPartPr/>
                <p14:nvPr/>
              </p14:nvContentPartPr>
              <p14:xfrm>
                <a:off x="4147821" y="3127346"/>
                <a:ext cx="92520" cy="110160"/>
              </p14:xfrm>
            </p:contentPart>
          </mc:Choice>
          <mc:Fallback xmlns=""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F34A74C0-8DC9-A8F2-A4E8-DD40C64CFE3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129821" y="3109346"/>
                  <a:ext cx="1281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72A7F1DA-1BA9-9B40-54AD-B71944985327}"/>
                    </a:ext>
                  </a:extLst>
                </p14:cNvPr>
                <p14:cNvContentPartPr/>
                <p14:nvPr/>
              </p14:nvContentPartPr>
              <p14:xfrm>
                <a:off x="4199661" y="3166946"/>
                <a:ext cx="54000" cy="133560"/>
              </p14:xfrm>
            </p:contentPart>
          </mc:Choice>
          <mc:Fallback xmlns=""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72A7F1DA-1BA9-9B40-54AD-B7194498532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182021" y="3148946"/>
                  <a:ext cx="896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04BC197F-F9CB-A794-FEFB-06D3C49637EB}"/>
                    </a:ext>
                  </a:extLst>
                </p14:cNvPr>
                <p14:cNvContentPartPr/>
                <p14:nvPr/>
              </p14:nvContentPartPr>
              <p14:xfrm>
                <a:off x="4332861" y="3286106"/>
                <a:ext cx="360" cy="360"/>
              </p14:xfrm>
            </p:contentPart>
          </mc:Choice>
          <mc:Fallback xmlns=""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04BC197F-F9CB-A794-FEFB-06D3C49637E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315221" y="326846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59B73C29-87E0-9E33-CC3A-43C810A83AF2}"/>
                  </a:ext>
                </a:extLst>
              </p14:cNvPr>
              <p14:cNvContentPartPr/>
              <p14:nvPr/>
            </p14:nvContentPartPr>
            <p14:xfrm>
              <a:off x="8574021" y="3286106"/>
              <a:ext cx="136080" cy="231480"/>
            </p14:xfrm>
          </p:contentPart>
        </mc:Choice>
        <mc:Fallback xmlns=""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59B73C29-87E0-9E33-CC3A-43C810A83AF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556021" y="3268466"/>
                <a:ext cx="17172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22F3F95F-1025-87F9-A275-6416106CF8B2}"/>
                  </a:ext>
                </a:extLst>
              </p14:cNvPr>
              <p14:cNvContentPartPr/>
              <p14:nvPr/>
            </p14:nvContentPartPr>
            <p14:xfrm>
              <a:off x="8563221" y="3325706"/>
              <a:ext cx="156960" cy="226800"/>
            </p14:xfrm>
          </p:contentPart>
        </mc:Choice>
        <mc:Fallback xmlns=""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22F3F95F-1025-87F9-A275-6416106CF8B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545221" y="3307706"/>
                <a:ext cx="192600" cy="26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upo 24">
            <a:extLst>
              <a:ext uri="{FF2B5EF4-FFF2-40B4-BE49-F238E27FC236}">
                <a16:creationId xmlns:a16="http://schemas.microsoft.com/office/drawing/2014/main" id="{3DE579B4-00F5-995C-2368-7F84761F7817}"/>
              </a:ext>
            </a:extLst>
          </p:cNvPr>
          <p:cNvGrpSpPr/>
          <p:nvPr/>
        </p:nvGrpSpPr>
        <p:grpSpPr>
          <a:xfrm>
            <a:off x="8891901" y="3273146"/>
            <a:ext cx="795240" cy="382320"/>
            <a:chOff x="8891901" y="3273146"/>
            <a:chExt cx="795240" cy="38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73F965DC-5E67-CB6D-6787-3967B844BDC2}"/>
                    </a:ext>
                  </a:extLst>
                </p14:cNvPr>
                <p14:cNvContentPartPr/>
                <p14:nvPr/>
              </p14:nvContentPartPr>
              <p14:xfrm>
                <a:off x="8891901" y="3474746"/>
                <a:ext cx="198720" cy="180720"/>
              </p14:xfrm>
            </p:contentPart>
          </mc:Choice>
          <mc:Fallback xmlns=""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73F965DC-5E67-CB6D-6787-3967B844BDC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874261" y="3457106"/>
                  <a:ext cx="2343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FAA63C99-E1D7-1B05-D049-94CD42E1F190}"/>
                    </a:ext>
                  </a:extLst>
                </p14:cNvPr>
                <p14:cNvContentPartPr/>
                <p14:nvPr/>
              </p14:nvContentPartPr>
              <p14:xfrm>
                <a:off x="9223101" y="3471506"/>
                <a:ext cx="76680" cy="360"/>
              </p14:xfrm>
            </p:contentPart>
          </mc:Choice>
          <mc:Fallback xmlns=""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FAA63C99-E1D7-1B05-D049-94CD42E1F19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205101" y="3453506"/>
                  <a:ext cx="112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ADE0B164-99F4-A90F-5B75-CEDEBFBFFDB5}"/>
                    </a:ext>
                  </a:extLst>
                </p14:cNvPr>
                <p14:cNvContentPartPr/>
                <p14:nvPr/>
              </p14:nvContentPartPr>
              <p14:xfrm>
                <a:off x="9395181" y="3325706"/>
                <a:ext cx="360" cy="360"/>
              </p14:xfrm>
            </p:contentPart>
          </mc:Choice>
          <mc:Fallback xmlns=""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ADE0B164-99F4-A90F-5B75-CEDEBFBFFDB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377541" y="330770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294B17BC-F78C-A72A-D458-FF0F910319C0}"/>
                    </a:ext>
                  </a:extLst>
                </p14:cNvPr>
                <p14:cNvContentPartPr/>
                <p14:nvPr/>
              </p14:nvContentPartPr>
              <p14:xfrm>
                <a:off x="9448461" y="3294386"/>
                <a:ext cx="360" cy="124920"/>
              </p14:xfrm>
            </p:contentPart>
          </mc:Choice>
          <mc:Fallback xmlns=""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294B17BC-F78C-A72A-D458-FF0F910319C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430461" y="3276746"/>
                  <a:ext cx="360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DDA733CA-BBF5-8AD2-0F13-5853B24AD844}"/>
                    </a:ext>
                  </a:extLst>
                </p14:cNvPr>
                <p14:cNvContentPartPr/>
                <p14:nvPr/>
              </p14:nvContentPartPr>
              <p14:xfrm>
                <a:off x="9368901" y="3273146"/>
                <a:ext cx="216360" cy="156960"/>
              </p14:xfrm>
            </p:contentPart>
          </mc:Choice>
          <mc:Fallback xmlns=""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DDA733CA-BBF5-8AD2-0F13-5853B24AD84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350901" y="3255146"/>
                  <a:ext cx="2520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9203D6EA-7CFF-8D19-B433-8D1703DE4944}"/>
                    </a:ext>
                  </a:extLst>
                </p14:cNvPr>
                <p14:cNvContentPartPr/>
                <p14:nvPr/>
              </p14:nvContentPartPr>
              <p14:xfrm>
                <a:off x="9686781" y="3445226"/>
                <a:ext cx="360" cy="171000"/>
              </p14:xfrm>
            </p:contentPart>
          </mc:Choice>
          <mc:Fallback xmlns=""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9203D6EA-7CFF-8D19-B433-8D1703DE494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669141" y="3427586"/>
                  <a:ext cx="36000" cy="20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EFC967DA-19DE-7A3A-EFEF-D1F5B330AB80}"/>
              </a:ext>
            </a:extLst>
          </p:cNvPr>
          <p:cNvGrpSpPr/>
          <p:nvPr/>
        </p:nvGrpSpPr>
        <p:grpSpPr>
          <a:xfrm>
            <a:off x="9289701" y="3948866"/>
            <a:ext cx="1538640" cy="1223640"/>
            <a:chOff x="9289701" y="3948866"/>
            <a:chExt cx="1538640" cy="122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8C7D6BE9-E966-053D-DEBB-C0AA8E91461E}"/>
                    </a:ext>
                  </a:extLst>
                </p14:cNvPr>
                <p14:cNvContentPartPr/>
                <p14:nvPr/>
              </p14:nvContentPartPr>
              <p14:xfrm>
                <a:off x="9647181" y="4279706"/>
                <a:ext cx="264600" cy="394200"/>
              </p14:xfrm>
            </p:contentPart>
          </mc:Choice>
          <mc:Fallback xmlns=""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8C7D6BE9-E966-053D-DEBB-C0AA8E91461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629541" y="4262066"/>
                  <a:ext cx="30024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E72D242E-2DE3-5504-2806-FB4C435BED20}"/>
                    </a:ext>
                  </a:extLst>
                </p14:cNvPr>
                <p14:cNvContentPartPr/>
                <p14:nvPr/>
              </p14:nvContentPartPr>
              <p14:xfrm>
                <a:off x="9720261" y="4425506"/>
                <a:ext cx="192240" cy="300960"/>
              </p14:xfrm>
            </p:contentPart>
          </mc:Choice>
          <mc:Fallback xmlns=""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E72D242E-2DE3-5504-2806-FB4C435BED2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702621" y="4407866"/>
                  <a:ext cx="22788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66D3B469-71E4-8FDA-514C-996C51AB1EE1}"/>
                    </a:ext>
                  </a:extLst>
                </p14:cNvPr>
                <p14:cNvContentPartPr/>
                <p14:nvPr/>
              </p14:nvContentPartPr>
              <p14:xfrm>
                <a:off x="10057221" y="4646906"/>
                <a:ext cx="205200" cy="151560"/>
              </p14:xfrm>
            </p:contentPart>
          </mc:Choice>
          <mc:Fallback xmlns=""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66D3B469-71E4-8FDA-514C-996C51AB1EE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039581" y="4629266"/>
                  <a:ext cx="2408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504011D9-D968-F413-C09A-04DFBB9F1526}"/>
                    </a:ext>
                  </a:extLst>
                </p14:cNvPr>
                <p14:cNvContentPartPr/>
                <p14:nvPr/>
              </p14:nvContentPartPr>
              <p14:xfrm>
                <a:off x="10468701" y="4372946"/>
                <a:ext cx="28080" cy="171360"/>
              </p14:xfrm>
            </p:contentPart>
          </mc:Choice>
          <mc:Fallback xmlns=""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504011D9-D968-F413-C09A-04DFBB9F152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450701" y="4355306"/>
                  <a:ext cx="637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336584B5-81EA-85B3-0371-645EA2998ECF}"/>
                    </a:ext>
                  </a:extLst>
                </p14:cNvPr>
                <p14:cNvContentPartPr/>
                <p14:nvPr/>
              </p14:nvContentPartPr>
              <p14:xfrm>
                <a:off x="10415781" y="4468706"/>
                <a:ext cx="133560" cy="23760"/>
              </p14:xfrm>
            </p:contentPart>
          </mc:Choice>
          <mc:Fallback xmlns=""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336584B5-81EA-85B3-0371-645EA2998EC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397781" y="4450706"/>
                  <a:ext cx="1692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BA105F26-A666-398B-8093-6C635F94D0CD}"/>
                    </a:ext>
                  </a:extLst>
                </p14:cNvPr>
                <p14:cNvContentPartPr/>
                <p14:nvPr/>
              </p14:nvContentPartPr>
              <p14:xfrm>
                <a:off x="10627821" y="4279706"/>
                <a:ext cx="200520" cy="317160"/>
              </p14:xfrm>
            </p:contentPart>
          </mc:Choice>
          <mc:Fallback xmlns=""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BA105F26-A666-398B-8093-6C635F94D0C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610181" y="4262066"/>
                  <a:ext cx="23616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8CF99A38-0715-CBFB-B332-A06518183243}"/>
                    </a:ext>
                  </a:extLst>
                </p14:cNvPr>
                <p14:cNvContentPartPr/>
                <p14:nvPr/>
              </p14:nvContentPartPr>
              <p14:xfrm>
                <a:off x="9289701" y="3948866"/>
                <a:ext cx="1126080" cy="1223640"/>
              </p14:xfrm>
            </p:contentPart>
          </mc:Choice>
          <mc:Fallback xmlns=""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8CF99A38-0715-CBFB-B332-A0651818324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272061" y="3930866"/>
                  <a:ext cx="1161720" cy="125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15B3067D-6753-7B54-CFCA-5E0D5FC68334}"/>
              </a:ext>
            </a:extLst>
          </p:cNvPr>
          <p:cNvGrpSpPr/>
          <p:nvPr/>
        </p:nvGrpSpPr>
        <p:grpSpPr>
          <a:xfrm>
            <a:off x="10998981" y="4200866"/>
            <a:ext cx="371520" cy="620280"/>
            <a:chOff x="10998981" y="4200866"/>
            <a:chExt cx="371520" cy="62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CEE17CCE-621F-4A9C-858B-529BA9B93BC3}"/>
                    </a:ext>
                  </a:extLst>
                </p14:cNvPr>
                <p14:cNvContentPartPr/>
                <p14:nvPr/>
              </p14:nvContentPartPr>
              <p14:xfrm>
                <a:off x="10998981" y="4465826"/>
                <a:ext cx="76320" cy="360"/>
              </p14:xfrm>
            </p:contentPart>
          </mc:Choice>
          <mc:Fallback xmlns=""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CEE17CCE-621F-4A9C-858B-529BA9B93BC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981341" y="4447826"/>
                  <a:ext cx="1119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DF7BD3B8-1B81-8BD3-B237-DFA79299C21D}"/>
                    </a:ext>
                  </a:extLst>
                </p14:cNvPr>
                <p14:cNvContentPartPr/>
                <p14:nvPr/>
              </p14:nvContentPartPr>
              <p14:xfrm>
                <a:off x="11157741" y="4359626"/>
                <a:ext cx="123480" cy="133560"/>
              </p14:xfrm>
            </p:contentPart>
          </mc:Choice>
          <mc:Fallback xmlns=""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DF7BD3B8-1B81-8BD3-B237-DFA79299C21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140101" y="4341626"/>
                  <a:ext cx="1591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69B6C4CB-8ABB-78A7-EECF-41A09695762A}"/>
                    </a:ext>
                  </a:extLst>
                </p14:cNvPr>
                <p14:cNvContentPartPr/>
                <p14:nvPr/>
              </p14:nvContentPartPr>
              <p14:xfrm>
                <a:off x="11191581" y="4346306"/>
                <a:ext cx="99360" cy="239040"/>
              </p14:xfrm>
            </p:contentPart>
          </mc:Choice>
          <mc:Fallback xmlns=""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69B6C4CB-8ABB-78A7-EECF-41A09695762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173941" y="4328666"/>
                  <a:ext cx="13500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3CB644DC-F14E-0170-214D-605A0CE433BB}"/>
                    </a:ext>
                  </a:extLst>
                </p14:cNvPr>
                <p14:cNvContentPartPr/>
                <p14:nvPr/>
              </p14:nvContentPartPr>
              <p14:xfrm>
                <a:off x="11317221" y="4570946"/>
                <a:ext cx="53280" cy="75960"/>
              </p14:xfrm>
            </p:contentPart>
          </mc:Choice>
          <mc:Fallback xmlns=""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3CB644DC-F14E-0170-214D-605A0CE433B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299221" y="4552946"/>
                  <a:ext cx="889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AE95001B-A2B8-C5B7-61B2-84330D571221}"/>
                    </a:ext>
                  </a:extLst>
                </p14:cNvPr>
                <p14:cNvContentPartPr/>
                <p14:nvPr/>
              </p14:nvContentPartPr>
              <p14:xfrm>
                <a:off x="11097621" y="4200866"/>
                <a:ext cx="272520" cy="620280"/>
              </p14:xfrm>
            </p:contentPart>
          </mc:Choice>
          <mc:Fallback xmlns=""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AE95001B-A2B8-C5B7-61B2-84330D57122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079981" y="4182866"/>
                  <a:ext cx="308160" cy="65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3" name="Entrada de lápiz 42">
                <a:extLst>
                  <a:ext uri="{FF2B5EF4-FFF2-40B4-BE49-F238E27FC236}">
                    <a16:creationId xmlns:a16="http://schemas.microsoft.com/office/drawing/2014/main" id="{F62B9686-ED0E-AD4B-2C38-5D86D310EB95}"/>
                  </a:ext>
                </a:extLst>
              </p14:cNvPr>
              <p14:cNvContentPartPr/>
              <p14:nvPr/>
            </p14:nvContentPartPr>
            <p14:xfrm>
              <a:off x="3485061" y="3776066"/>
              <a:ext cx="651960" cy="333000"/>
            </p14:xfrm>
          </p:contentPart>
        </mc:Choice>
        <mc:Fallback xmlns="">
          <p:pic>
            <p:nvPicPr>
              <p:cNvPr id="43" name="Entrada de lápiz 42">
                <a:extLst>
                  <a:ext uri="{FF2B5EF4-FFF2-40B4-BE49-F238E27FC236}">
                    <a16:creationId xmlns:a16="http://schemas.microsoft.com/office/drawing/2014/main" id="{F62B9686-ED0E-AD4B-2C38-5D86D310EB9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467061" y="3758426"/>
                <a:ext cx="687600" cy="36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640121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3" name="Group 6152">
            <a:extLst>
              <a:ext uri="{FF2B5EF4-FFF2-40B4-BE49-F238E27FC236}">
                <a16:creationId xmlns:a16="http://schemas.microsoft.com/office/drawing/2014/main" id="{70F82E3E-E291-4077-9561-D03BD8817A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6154" name="Picture 6153">
              <a:extLst>
                <a:ext uri="{FF2B5EF4-FFF2-40B4-BE49-F238E27FC236}">
                  <a16:creationId xmlns:a16="http://schemas.microsoft.com/office/drawing/2014/main" id="{064A9319-91FB-4B4F-815A-A046C6378C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6155" name="Rectangle 6154">
              <a:extLst>
                <a:ext uri="{FF2B5EF4-FFF2-40B4-BE49-F238E27FC236}">
                  <a16:creationId xmlns:a16="http://schemas.microsoft.com/office/drawing/2014/main" id="{1365E65E-138F-4485-AA9E-188DF346CF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pic>
          <p:nvPicPr>
            <p:cNvPr id="6156" name="Picture 6155">
              <a:extLst>
                <a:ext uri="{FF2B5EF4-FFF2-40B4-BE49-F238E27FC236}">
                  <a16:creationId xmlns:a16="http://schemas.microsoft.com/office/drawing/2014/main" id="{82DE2924-A79E-4612-8899-041380003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6157" name="Picture 6156">
              <a:extLst>
                <a:ext uri="{FF2B5EF4-FFF2-40B4-BE49-F238E27FC236}">
                  <a16:creationId xmlns:a16="http://schemas.microsoft.com/office/drawing/2014/main" id="{594B8494-882E-4FE9-BFAD-2651558746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cxnSp>
        <p:nvCxnSpPr>
          <p:cNvPr id="6159" name="Straight Connector 6158">
            <a:extLst>
              <a:ext uri="{FF2B5EF4-FFF2-40B4-BE49-F238E27FC236}">
                <a16:creationId xmlns:a16="http://schemas.microsoft.com/office/drawing/2014/main" id="{9A5BFCFB-CCDF-43A8-888F-E16CF73D2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61" name="Group 6160">
            <a:extLst>
              <a:ext uri="{FF2B5EF4-FFF2-40B4-BE49-F238E27FC236}">
                <a16:creationId xmlns:a16="http://schemas.microsoft.com/office/drawing/2014/main" id="{87A84A88-56D8-46EF-B003-C467C54DD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6162" name="Rectangle 6161">
              <a:extLst>
                <a:ext uri="{FF2B5EF4-FFF2-40B4-BE49-F238E27FC236}">
                  <a16:creationId xmlns:a16="http://schemas.microsoft.com/office/drawing/2014/main" id="{BE02409C-AAC9-4B71-B433-1F04779899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163" name="Group 6162">
              <a:extLst>
                <a:ext uri="{FF2B5EF4-FFF2-40B4-BE49-F238E27FC236}">
                  <a16:creationId xmlns:a16="http://schemas.microsoft.com/office/drawing/2014/main" id="{B04F123D-B711-484C-90B7-7E3EEA5402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0"/>
              <a:ext cx="12188825" cy="6856215"/>
              <a:chOff x="0" y="0"/>
              <a:chExt cx="12188825" cy="6856215"/>
            </a:xfrm>
          </p:grpSpPr>
          <p:pic>
            <p:nvPicPr>
              <p:cNvPr id="6164" name="Picture 6163">
                <a:extLst>
                  <a:ext uri="{FF2B5EF4-FFF2-40B4-BE49-F238E27FC236}">
                    <a16:creationId xmlns:a16="http://schemas.microsoft.com/office/drawing/2014/main" id="{FF5BA041-244A-457E-846E-ED0CBCD0EB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88825" cy="6856214"/>
              </a:xfrm>
              <a:prstGeom prst="rect">
                <a:avLst/>
              </a:prstGeom>
            </p:spPr>
          </p:pic>
          <p:sp>
            <p:nvSpPr>
              <p:cNvPr id="6165" name="Rectangle 6164">
                <a:extLst>
                  <a:ext uri="{FF2B5EF4-FFF2-40B4-BE49-F238E27FC236}">
                    <a16:creationId xmlns:a16="http://schemas.microsoft.com/office/drawing/2014/main" id="{21C4581C-A5C4-46B6-994D-8E954AC8A0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012" y="609600"/>
                <a:ext cx="10972800" cy="5638800"/>
              </a:xfrm>
              <a:prstGeom prst="rect">
                <a:avLst/>
              </a:prstGeom>
              <a:noFill/>
              <a:ln w="15875" cap="flat">
                <a:miter lim="800000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AR"/>
              </a:p>
            </p:txBody>
          </p:sp>
          <p:pic>
            <p:nvPicPr>
              <p:cNvPr id="6166" name="Picture 6165">
                <a:extLst>
                  <a:ext uri="{FF2B5EF4-FFF2-40B4-BE49-F238E27FC236}">
                    <a16:creationId xmlns:a16="http://schemas.microsoft.com/office/drawing/2014/main" id="{A50DE8B2-6159-4CEA-9388-88C104386F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093"/>
              <a:stretch/>
            </p:blipFill>
            <p:spPr>
              <a:xfrm rot="5400000">
                <a:off x="5706471" y="76265"/>
                <a:ext cx="758952" cy="606425"/>
              </a:xfrm>
              <a:prstGeom prst="rect">
                <a:avLst/>
              </a:prstGeom>
            </p:spPr>
          </p:pic>
          <p:pic>
            <p:nvPicPr>
              <p:cNvPr id="6167" name="Picture 6166">
                <a:extLst>
                  <a:ext uri="{FF2B5EF4-FFF2-40B4-BE49-F238E27FC236}">
                    <a16:creationId xmlns:a16="http://schemas.microsoft.com/office/drawing/2014/main" id="{06A4A158-2E58-432F-839F-5B3A8133BD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093"/>
              <a:stretch/>
            </p:blipFill>
            <p:spPr>
              <a:xfrm rot="5400000">
                <a:off x="5706470" y="6173526"/>
                <a:ext cx="758952" cy="606425"/>
              </a:xfrm>
              <a:prstGeom prst="rect">
                <a:avLst/>
              </a:prstGeom>
            </p:spPr>
          </p:pic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E8D6032D-0426-ABC8-C067-2673D9F33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3290" y="1041401"/>
            <a:ext cx="3079006" cy="234526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br>
              <a:rPr lang="en-US" sz="1800"/>
            </a:br>
            <a:br>
              <a:rPr lang="en-US" sz="1800"/>
            </a:br>
            <a:r>
              <a:rPr lang="en-US" sz="1800"/>
              <a:t>¿Qué sucede </a:t>
            </a:r>
            <a:r>
              <a:rPr lang="en-US" sz="1800" b="0" i="0"/>
              <a:t>cuando el punto B se aproxima al punto A siguiendo la función?</a:t>
            </a:r>
            <a:br>
              <a:rPr lang="en-US" sz="1800" b="0" i="0"/>
            </a:br>
            <a:br>
              <a:rPr lang="en-US" sz="1800"/>
            </a:br>
            <a:endParaRPr lang="en-US" sz="1800"/>
          </a:p>
        </p:txBody>
      </p:sp>
      <p:sp>
        <p:nvSpPr>
          <p:cNvPr id="6169" name="Rectangle 6168">
            <a:extLst>
              <a:ext uri="{FF2B5EF4-FFF2-40B4-BE49-F238E27FC236}">
                <a16:creationId xmlns:a16="http://schemas.microsoft.com/office/drawing/2014/main" id="{1B057C70-1B97-42CE-9C74-A2B72760F9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4" y="1092200"/>
            <a:ext cx="6432130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8" name="Picture 4" descr="interpretacion de la derivada">
            <a:extLst>
              <a:ext uri="{FF2B5EF4-FFF2-40B4-BE49-F238E27FC236}">
                <a16:creationId xmlns:a16="http://schemas.microsoft.com/office/drawing/2014/main" id="{AB0DBD27-1D17-5C56-AB8E-C3354B17F8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82000" y="1410208"/>
            <a:ext cx="5645448" cy="385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171" name="Straight Connector 6170">
            <a:extLst>
              <a:ext uri="{FF2B5EF4-FFF2-40B4-BE49-F238E27FC236}">
                <a16:creationId xmlns:a16="http://schemas.microsoft.com/office/drawing/2014/main" id="{0EC6C006-F859-490E-A780-57D4CC530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9431" y="3509772"/>
            <a:ext cx="3074977" cy="123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48F35CEE-D37D-C390-97BA-24DE1037F2ED}"/>
              </a:ext>
            </a:extLst>
          </p:cNvPr>
          <p:cNvSpPr txBox="1"/>
          <p:nvPr/>
        </p:nvSpPr>
        <p:spPr>
          <a:xfrm>
            <a:off x="5078808" y="4621775"/>
            <a:ext cx="60942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0" i="0" dirty="0">
                <a:solidFill>
                  <a:srgbClr val="222222"/>
                </a:solidFill>
                <a:effectLst/>
                <a:latin typeface="-apple-system"/>
              </a:rPr>
              <a:t>Conforme el punto B se aproxima al punto A, la diferencia entre sus coordenadas x, </a:t>
            </a:r>
            <a:r>
              <a:rPr lang="es-MX" sz="2400" b="1" i="0" dirty="0">
                <a:solidFill>
                  <a:srgbClr val="222222"/>
                </a:solidFill>
                <a:effectLst/>
                <a:latin typeface="-apple-system"/>
              </a:rPr>
              <a:t>h, se va haciendo cada vez más pequeña</a:t>
            </a:r>
            <a:r>
              <a:rPr lang="es-MX" b="0" i="0" dirty="0">
                <a:solidFill>
                  <a:srgbClr val="222222"/>
                </a:solidFill>
                <a:effectLst/>
                <a:latin typeface="-apple-system"/>
              </a:rPr>
              <a:t>.</a:t>
            </a:r>
            <a:endParaRPr lang="es-AR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FFD34536-6631-CD0B-2F4D-C16EFEB885B0}"/>
              </a:ext>
            </a:extLst>
          </p:cNvPr>
          <p:cNvGrpSpPr/>
          <p:nvPr/>
        </p:nvGrpSpPr>
        <p:grpSpPr>
          <a:xfrm>
            <a:off x="4412421" y="3511466"/>
            <a:ext cx="254880" cy="399600"/>
            <a:chOff x="4412421" y="3511466"/>
            <a:chExt cx="254880" cy="39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9473D3BE-89A1-70C3-F20B-C123DCBB2478}"/>
                    </a:ext>
                  </a:extLst>
                </p14:cNvPr>
                <p14:cNvContentPartPr/>
                <p14:nvPr/>
              </p14:nvContentPartPr>
              <p14:xfrm>
                <a:off x="4412421" y="3511466"/>
                <a:ext cx="94320" cy="286560"/>
              </p14:xfrm>
            </p:contentPart>
          </mc:Choice>
          <mc:Fallback xmlns=""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9473D3BE-89A1-70C3-F20B-C123DCBB247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394781" y="3493826"/>
                  <a:ext cx="12996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4B0670DB-CB9E-5C22-69BA-FF9F27FE00D0}"/>
                    </a:ext>
                  </a:extLst>
                </p14:cNvPr>
                <p14:cNvContentPartPr/>
                <p14:nvPr/>
              </p14:nvContentPartPr>
              <p14:xfrm>
                <a:off x="4571541" y="3764186"/>
                <a:ext cx="95760" cy="146880"/>
              </p14:xfrm>
            </p:contentPart>
          </mc:Choice>
          <mc:Fallback xmlns=""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4B0670DB-CB9E-5C22-69BA-FF9F27FE00D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53541" y="3746546"/>
                  <a:ext cx="131400" cy="18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8FCE80ED-A7F1-6737-063B-8EF440C0B5D9}"/>
              </a:ext>
            </a:extLst>
          </p:cNvPr>
          <p:cNvGrpSpPr/>
          <p:nvPr/>
        </p:nvGrpSpPr>
        <p:grpSpPr>
          <a:xfrm>
            <a:off x="5194701" y="3523346"/>
            <a:ext cx="159120" cy="238320"/>
            <a:chOff x="5194701" y="3523346"/>
            <a:chExt cx="159120" cy="23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E5B3F9DB-49EF-4DA6-BC8C-BE78EC395D5D}"/>
                    </a:ext>
                  </a:extLst>
                </p14:cNvPr>
                <p14:cNvContentPartPr/>
                <p14:nvPr/>
              </p14:nvContentPartPr>
              <p14:xfrm>
                <a:off x="5194701" y="3523346"/>
                <a:ext cx="94320" cy="238320"/>
              </p14:xfrm>
            </p:contentPart>
          </mc:Choice>
          <mc:Fallback xmlns=""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E5B3F9DB-49EF-4DA6-BC8C-BE78EC395D5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176701" y="3505706"/>
                  <a:ext cx="1299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845C8EB1-38EB-45A2-7071-52322D541F13}"/>
                    </a:ext>
                  </a:extLst>
                </p14:cNvPr>
                <p14:cNvContentPartPr/>
                <p14:nvPr/>
              </p14:nvContentPartPr>
              <p14:xfrm>
                <a:off x="5353461" y="3749786"/>
                <a:ext cx="360" cy="7920"/>
              </p14:xfrm>
            </p:contentPart>
          </mc:Choice>
          <mc:Fallback xmlns=""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845C8EB1-38EB-45A2-7071-52322D541F1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335461" y="3732146"/>
                  <a:ext cx="36000" cy="4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1AA9CBBC-E23F-A097-A71C-C2E86CD2F43A}"/>
              </a:ext>
            </a:extLst>
          </p:cNvPr>
          <p:cNvGrpSpPr/>
          <p:nvPr/>
        </p:nvGrpSpPr>
        <p:grpSpPr>
          <a:xfrm>
            <a:off x="4070781" y="4915826"/>
            <a:ext cx="261000" cy="254880"/>
            <a:chOff x="4070781" y="4915826"/>
            <a:chExt cx="261000" cy="25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DE074AA4-FE7C-0327-3A42-6223AED6AE70}"/>
                    </a:ext>
                  </a:extLst>
                </p14:cNvPr>
                <p14:cNvContentPartPr/>
                <p14:nvPr/>
              </p14:nvContentPartPr>
              <p14:xfrm>
                <a:off x="4081221" y="4929506"/>
                <a:ext cx="70560" cy="11304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DE074AA4-FE7C-0327-3A42-6223AED6AE7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063221" y="4911506"/>
                  <a:ext cx="1062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27BC387B-3FF9-3CE5-D939-4C7A6C8D928D}"/>
                    </a:ext>
                  </a:extLst>
                </p14:cNvPr>
                <p14:cNvContentPartPr/>
                <p14:nvPr/>
              </p14:nvContentPartPr>
              <p14:xfrm>
                <a:off x="4070781" y="4915826"/>
                <a:ext cx="77040" cy="145800"/>
              </p14:xfrm>
            </p:contentPart>
          </mc:Choice>
          <mc:Fallback xmlns=""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27BC387B-3FF9-3CE5-D939-4C7A6C8D928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053141" y="4898186"/>
                  <a:ext cx="1126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81FCAFBB-47E4-4B94-43F4-3C605A4A92E4}"/>
                    </a:ext>
                  </a:extLst>
                </p14:cNvPr>
                <p14:cNvContentPartPr/>
                <p14:nvPr/>
              </p14:nvContentPartPr>
              <p14:xfrm>
                <a:off x="4266981" y="5075306"/>
                <a:ext cx="64800" cy="95400"/>
              </p14:xfrm>
            </p:contentPart>
          </mc:Choice>
          <mc:Fallback xmlns=""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81FCAFBB-47E4-4B94-43F4-3C605A4A92E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48981" y="5057306"/>
                  <a:ext cx="100440" cy="13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0202CEFD-57A6-24E4-3A7E-FAC45F8BCD1F}"/>
              </a:ext>
            </a:extLst>
          </p:cNvPr>
          <p:cNvGrpSpPr/>
          <p:nvPr/>
        </p:nvGrpSpPr>
        <p:grpSpPr>
          <a:xfrm>
            <a:off x="3060981" y="4929506"/>
            <a:ext cx="352800" cy="248400"/>
            <a:chOff x="3060981" y="4929506"/>
            <a:chExt cx="352800" cy="24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78AC253C-C5F7-32AE-F3CC-209C0AABEAD4}"/>
                    </a:ext>
                  </a:extLst>
                </p14:cNvPr>
                <p14:cNvContentPartPr/>
                <p14:nvPr/>
              </p14:nvContentPartPr>
              <p14:xfrm>
                <a:off x="3060981" y="5048666"/>
                <a:ext cx="211680" cy="115560"/>
              </p14:xfrm>
            </p:contentPart>
          </mc:Choice>
          <mc:Fallback xmlns=""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78AC253C-C5F7-32AE-F3CC-209C0AABEAD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042981" y="5031026"/>
                  <a:ext cx="2473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9220F21D-CF45-DB49-18B0-303D131B2D84}"/>
                    </a:ext>
                  </a:extLst>
                </p14:cNvPr>
                <p14:cNvContentPartPr/>
                <p14:nvPr/>
              </p14:nvContentPartPr>
              <p14:xfrm>
                <a:off x="3140541" y="4929506"/>
                <a:ext cx="54000" cy="34920"/>
              </p14:xfrm>
            </p:contentPart>
          </mc:Choice>
          <mc:Fallback xmlns=""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9220F21D-CF45-DB49-18B0-303D131B2D8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122541" y="4911506"/>
                  <a:ext cx="896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0A22D59E-E267-4F78-9BFE-FF99F50144BE}"/>
                    </a:ext>
                  </a:extLst>
                </p14:cNvPr>
                <p14:cNvContentPartPr/>
                <p14:nvPr/>
              </p14:nvContentPartPr>
              <p14:xfrm>
                <a:off x="3167181" y="4969106"/>
                <a:ext cx="53280" cy="186120"/>
              </p14:xfrm>
            </p:contentPart>
          </mc:Choice>
          <mc:Fallback xmlns=""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0A22D59E-E267-4F78-9BFE-FF99F50144B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149541" y="4951106"/>
                  <a:ext cx="8892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897F6FCD-F7F8-590A-7D90-3C1D41B23A12}"/>
                    </a:ext>
                  </a:extLst>
                </p14:cNvPr>
                <p14:cNvContentPartPr/>
                <p14:nvPr/>
              </p14:nvContentPartPr>
              <p14:xfrm>
                <a:off x="3392541" y="5128226"/>
                <a:ext cx="21240" cy="49680"/>
              </p14:xfrm>
            </p:contentPart>
          </mc:Choice>
          <mc:Fallback xmlns=""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897F6FCD-F7F8-590A-7D90-3C1D41B23A1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374541" y="5110586"/>
                  <a:ext cx="56880" cy="85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058073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D03B84-3528-5C11-5955-B3EE31C31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sz="2400" dirty="0"/>
              <a:t>Cuando h tiende a 0 </a:t>
            </a:r>
            <a:r>
              <a:rPr lang="es-MX" sz="2400" b="0" i="0" dirty="0">
                <a:solidFill>
                  <a:srgbClr val="222222"/>
                </a:solidFill>
                <a:effectLst/>
                <a:latin typeface="-apple-system"/>
              </a:rPr>
              <a:t>la pendiente de la recta tangente en el punto A, es el límite de  h cuando tiende a cero,  la fórmula de la pendiente</a:t>
            </a:r>
            <a:endParaRPr lang="es-AR" sz="2400" dirty="0"/>
          </a:p>
        </p:txBody>
      </p:sp>
      <p:pic>
        <p:nvPicPr>
          <p:cNvPr id="7170" name="Picture 2" descr="interpretacion geometrica de una derivada">
            <a:extLst>
              <a:ext uri="{FF2B5EF4-FFF2-40B4-BE49-F238E27FC236}">
                <a16:creationId xmlns:a16="http://schemas.microsoft.com/office/drawing/2014/main" id="{0C1F5697-B9A9-D4E3-FFF8-2124EBAED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88" y="2529784"/>
            <a:ext cx="5076825" cy="347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derivada geometrica">
            <a:extLst>
              <a:ext uri="{FF2B5EF4-FFF2-40B4-BE49-F238E27FC236}">
                <a16:creationId xmlns:a16="http://schemas.microsoft.com/office/drawing/2014/main" id="{83CE5E3E-BE9C-1F2F-E7DF-BE97F2217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4085" y="2622674"/>
            <a:ext cx="4982828" cy="1097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definicion geometrica de la derivada">
            <a:extLst>
              <a:ext uri="{FF2B5EF4-FFF2-40B4-BE49-F238E27FC236}">
                <a16:creationId xmlns:a16="http://schemas.microsoft.com/office/drawing/2014/main" id="{553BF479-F94F-F593-51CC-3B6A419EE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7801" y="4161697"/>
            <a:ext cx="4197723" cy="1001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55418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EFB69F0-7D96-1476-EB88-B0BB0B77441E}"/>
              </a:ext>
            </a:extLst>
          </p:cNvPr>
          <p:cNvSpPr txBox="1"/>
          <p:nvPr/>
        </p:nvSpPr>
        <p:spPr>
          <a:xfrm>
            <a:off x="1484556" y="839096"/>
            <a:ext cx="90471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3200" b="1" i="0" dirty="0">
                <a:solidFill>
                  <a:srgbClr val="FF0000"/>
                </a:solidFill>
                <a:effectLst/>
                <a:latin typeface="-apple-system"/>
              </a:rPr>
              <a:t>Por tanto, la pendiente de la recta tangente a una función en un punto es igual a la derivada de la función en ese punto, que también coincide con la tangente del ángulo que forma la recta tangente con la horizontal</a:t>
            </a:r>
          </a:p>
          <a:p>
            <a:br>
              <a:rPr lang="es-MX" sz="2800" dirty="0"/>
            </a:br>
            <a:endParaRPr lang="es-AR" sz="2800" dirty="0"/>
          </a:p>
        </p:txBody>
      </p:sp>
      <p:pic>
        <p:nvPicPr>
          <p:cNvPr id="8196" name="Picture 4" descr="interpretacion geometrica de la primera derivada">
            <a:extLst>
              <a:ext uri="{FF2B5EF4-FFF2-40B4-BE49-F238E27FC236}">
                <a16:creationId xmlns:a16="http://schemas.microsoft.com/office/drawing/2014/main" id="{99DEB7D7-D0CD-1AC8-429C-3499D3819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830" y="3687782"/>
            <a:ext cx="5676340" cy="1135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62744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662AA4-248E-46B3-F705-67A67650F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Regla de la cadena </a:t>
            </a:r>
            <a:endParaRPr lang="es-AR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E8CC57D-9CA2-AA93-1211-F0DEA3F16131}"/>
              </a:ext>
            </a:extLst>
          </p:cNvPr>
          <p:cNvSpPr txBox="1"/>
          <p:nvPr/>
        </p:nvSpPr>
        <p:spPr>
          <a:xfrm>
            <a:off x="1099929" y="2693648"/>
            <a:ext cx="960119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La Regla de la Cadena es una de las técnicas de derivadas más comunes aplicadas en Cálculo Diferencial.</a:t>
            </a:r>
          </a:p>
          <a:p>
            <a:r>
              <a:rPr lang="es-MX" sz="24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Se utiliza para derivar una composición de funciones. </a:t>
            </a:r>
            <a:endParaRPr lang="es-AR" sz="24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DF7A28E-41C5-DDBE-C759-77A29F78C06D}"/>
              </a:ext>
            </a:extLst>
          </p:cNvPr>
          <p:cNvSpPr txBox="1"/>
          <p:nvPr/>
        </p:nvSpPr>
        <p:spPr>
          <a:xfrm>
            <a:off x="1099928" y="3893977"/>
            <a:ext cx="943554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2400" b="1" i="0" dirty="0">
                <a:solidFill>
                  <a:srgbClr val="0849A5"/>
                </a:solidFill>
                <a:effectLst/>
                <a:latin typeface="Trebuchet MS" panose="020B0603020202020204" pitchFamily="34" charset="0"/>
              </a:rPr>
              <a:t>¿Qué es la regla de la cadena?</a:t>
            </a:r>
          </a:p>
          <a:p>
            <a:pPr algn="l"/>
            <a:r>
              <a:rPr lang="es-MX" sz="24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La regla de la cadena se define como la derivada de una composición de al menos dos tipos diferentes de funciones como:</a:t>
            </a:r>
          </a:p>
          <a:p>
            <a:pPr algn="ctr"/>
            <a:endParaRPr lang="es-MX" sz="2400" dirty="0">
              <a:solidFill>
                <a:srgbClr val="000000"/>
              </a:solidFill>
              <a:latin typeface="KaTeX_Main"/>
            </a:endParaRPr>
          </a:p>
          <a:p>
            <a:pPr algn="ctr"/>
            <a:endParaRPr lang="es-MX" sz="2400" b="0" i="0" dirty="0">
              <a:solidFill>
                <a:srgbClr val="2C2F35"/>
              </a:solidFill>
              <a:effectLst/>
              <a:latin typeface="Trebuchet MS" panose="020B0603020202020204" pitchFamily="34" charset="0"/>
            </a:endParaRPr>
          </a:p>
          <a:p>
            <a:pPr algn="l"/>
            <a:r>
              <a:rPr lang="es-MX" sz="24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donde </a:t>
            </a:r>
            <a:r>
              <a:rPr lang="es-MX" sz="2400" b="0" i="1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g</a:t>
            </a:r>
            <a:r>
              <a:rPr lang="es-MX" sz="24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(</a:t>
            </a:r>
            <a:r>
              <a:rPr lang="es-MX" sz="2400" b="0" i="1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x</a:t>
            </a:r>
            <a:r>
              <a:rPr lang="es-MX" sz="24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) es un dominio de la función </a:t>
            </a:r>
            <a:r>
              <a:rPr lang="es-MX" sz="2400" b="0" i="1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f</a:t>
            </a:r>
            <a:r>
              <a:rPr lang="es-MX" sz="24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(</a:t>
            </a:r>
            <a:r>
              <a:rPr lang="es-MX" sz="2400" b="0" i="1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u</a:t>
            </a:r>
            <a:r>
              <a:rPr lang="es-MX" sz="24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).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77246C3A-2FEB-145F-D163-B20C94769043}"/>
              </a:ext>
            </a:extLst>
          </p:cNvPr>
          <p:cNvGrpSpPr/>
          <p:nvPr/>
        </p:nvGrpSpPr>
        <p:grpSpPr>
          <a:xfrm>
            <a:off x="2371221" y="5194466"/>
            <a:ext cx="337320" cy="387720"/>
            <a:chOff x="2371221" y="5194466"/>
            <a:chExt cx="337320" cy="38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522ADC17-0F1C-1DA5-D8DE-F0AB1BA4F710}"/>
                    </a:ext>
                  </a:extLst>
                </p14:cNvPr>
                <p14:cNvContentPartPr/>
                <p14:nvPr/>
              </p14:nvContentPartPr>
              <p14:xfrm>
                <a:off x="2371221" y="5247386"/>
                <a:ext cx="173880" cy="334800"/>
              </p14:xfrm>
            </p:contentPart>
          </mc:Choice>
          <mc:Fallback xmlns=""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522ADC17-0F1C-1DA5-D8DE-F0AB1BA4F71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35221" y="5211746"/>
                  <a:ext cx="24552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30AAC1AF-B462-3EC7-8141-9E197FABED4E}"/>
                    </a:ext>
                  </a:extLst>
                </p14:cNvPr>
                <p14:cNvContentPartPr/>
                <p14:nvPr/>
              </p14:nvContentPartPr>
              <p14:xfrm>
                <a:off x="2703141" y="5194466"/>
                <a:ext cx="5400" cy="114840"/>
              </p14:xfrm>
            </p:contentPart>
          </mc:Choice>
          <mc:Fallback xmlns=""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30AAC1AF-B462-3EC7-8141-9E197FABED4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667501" y="5158466"/>
                  <a:ext cx="77040" cy="186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5BC191E0-841C-2D37-974C-6231705E3C96}"/>
                  </a:ext>
                </a:extLst>
              </p14:cNvPr>
              <p14:cNvContentPartPr/>
              <p14:nvPr/>
            </p14:nvContentPartPr>
            <p14:xfrm>
              <a:off x="2941461" y="5419826"/>
              <a:ext cx="120240" cy="360"/>
            </p14:xfrm>
          </p:contentPart>
        </mc:Choice>
        <mc:Fallback xmlns=""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5BC191E0-841C-2D37-974C-6231705E3C9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05821" y="5383826"/>
                <a:ext cx="1918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CFD63578-BEF5-B17B-CB60-C03266326A9B}"/>
                  </a:ext>
                </a:extLst>
              </p14:cNvPr>
              <p14:cNvContentPartPr/>
              <p14:nvPr/>
            </p14:nvContentPartPr>
            <p14:xfrm>
              <a:off x="2941461" y="5594786"/>
              <a:ext cx="78840" cy="10440"/>
            </p14:xfrm>
          </p:contentPart>
        </mc:Choice>
        <mc:Fallback xmlns=""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CFD63578-BEF5-B17B-CB60-C03266326A9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05821" y="5559146"/>
                <a:ext cx="15048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9701A0AA-5643-9E90-1929-3240525389AD}"/>
                  </a:ext>
                </a:extLst>
              </p14:cNvPr>
              <p14:cNvContentPartPr/>
              <p14:nvPr/>
            </p14:nvContentPartPr>
            <p14:xfrm>
              <a:off x="2994741" y="5636906"/>
              <a:ext cx="111960" cy="8640"/>
            </p14:xfrm>
          </p:contentPart>
        </mc:Choice>
        <mc:Fallback xmlns=""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9701A0AA-5643-9E90-1929-3240525389A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958741" y="5601266"/>
                <a:ext cx="18360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3" name="Entrada de lápiz 22">
                <a:extLst>
                  <a:ext uri="{FF2B5EF4-FFF2-40B4-BE49-F238E27FC236}">
                    <a16:creationId xmlns:a16="http://schemas.microsoft.com/office/drawing/2014/main" id="{0600DF5E-28CB-33D7-11CF-C158225EF7BB}"/>
                  </a:ext>
                </a:extLst>
              </p14:cNvPr>
              <p14:cNvContentPartPr/>
              <p14:nvPr/>
            </p14:nvContentPartPr>
            <p14:xfrm>
              <a:off x="4782501" y="5274026"/>
              <a:ext cx="81000" cy="417960"/>
            </p14:xfrm>
          </p:contentPart>
        </mc:Choice>
        <mc:Fallback xmlns="">
          <p:pic>
            <p:nvPicPr>
              <p:cNvPr id="23" name="Entrada de lápiz 22">
                <a:extLst>
                  <a:ext uri="{FF2B5EF4-FFF2-40B4-BE49-F238E27FC236}">
                    <a16:creationId xmlns:a16="http://schemas.microsoft.com/office/drawing/2014/main" id="{0600DF5E-28CB-33D7-11CF-C158225EF7B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746501" y="5238386"/>
                <a:ext cx="152640" cy="48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upo 37">
            <a:extLst>
              <a:ext uri="{FF2B5EF4-FFF2-40B4-BE49-F238E27FC236}">
                <a16:creationId xmlns:a16="http://schemas.microsoft.com/office/drawing/2014/main" id="{14F36DB8-3448-E40B-54A4-3800C32CD6CA}"/>
              </a:ext>
            </a:extLst>
          </p:cNvPr>
          <p:cNvGrpSpPr/>
          <p:nvPr/>
        </p:nvGrpSpPr>
        <p:grpSpPr>
          <a:xfrm>
            <a:off x="4954221" y="5088266"/>
            <a:ext cx="1315800" cy="678960"/>
            <a:chOff x="4954221" y="5088266"/>
            <a:chExt cx="1315800" cy="67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D302975A-4F4E-84FA-5538-908B277683FF}"/>
                    </a:ext>
                  </a:extLst>
                </p14:cNvPr>
                <p14:cNvContentPartPr/>
                <p14:nvPr/>
              </p14:nvContentPartPr>
              <p14:xfrm>
                <a:off x="4954221" y="5271866"/>
                <a:ext cx="295200" cy="282600"/>
              </p14:xfrm>
            </p:contentPart>
          </mc:Choice>
          <mc:Fallback xmlns=""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D302975A-4F4E-84FA-5538-908B277683F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918581" y="5236226"/>
                  <a:ext cx="36684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998DDCCE-631B-BBA9-1942-0AA518DB9BD0}"/>
                    </a:ext>
                  </a:extLst>
                </p14:cNvPr>
                <p14:cNvContentPartPr/>
                <p14:nvPr/>
              </p14:nvContentPartPr>
              <p14:xfrm>
                <a:off x="5456781" y="5340266"/>
                <a:ext cx="101160" cy="274680"/>
              </p14:xfrm>
            </p:contentPart>
          </mc:Choice>
          <mc:Fallback xmlns=""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998DDCCE-631B-BBA9-1942-0AA518DB9BD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20781" y="5304266"/>
                  <a:ext cx="17280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C0421A71-E9B3-26E7-417D-ABA1FAD04419}"/>
                    </a:ext>
                  </a:extLst>
                </p14:cNvPr>
                <p14:cNvContentPartPr/>
                <p14:nvPr/>
              </p14:nvContentPartPr>
              <p14:xfrm>
                <a:off x="5658381" y="5366546"/>
                <a:ext cx="171360" cy="202680"/>
              </p14:xfrm>
            </p:contentPart>
          </mc:Choice>
          <mc:Fallback xmlns=""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C0421A71-E9B3-26E7-417D-ABA1FAD0441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622381" y="5330906"/>
                  <a:ext cx="24300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0A01D9BA-0EB6-1006-1AFE-9DB1F597067E}"/>
                    </a:ext>
                  </a:extLst>
                </p14:cNvPr>
                <p14:cNvContentPartPr/>
                <p14:nvPr/>
              </p14:nvContentPartPr>
              <p14:xfrm>
                <a:off x="5629221" y="5379866"/>
                <a:ext cx="214920" cy="196920"/>
              </p14:xfrm>
            </p:contentPart>
          </mc:Choice>
          <mc:Fallback xmlns=""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0A01D9BA-0EB6-1006-1AFE-9DB1F597067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593221" y="5343866"/>
                  <a:ext cx="2865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03194825-FA4D-9F5F-6ABF-4AD8472F05DC}"/>
                    </a:ext>
                  </a:extLst>
                </p14:cNvPr>
                <p14:cNvContentPartPr/>
                <p14:nvPr/>
              </p14:nvContentPartPr>
              <p14:xfrm>
                <a:off x="5962941" y="5286986"/>
                <a:ext cx="95760" cy="231120"/>
              </p14:xfrm>
            </p:contentPart>
          </mc:Choice>
          <mc:Fallback xmlns=""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03194825-FA4D-9F5F-6ABF-4AD8472F05D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926941" y="5251346"/>
                  <a:ext cx="16740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0542DFAD-D23C-E720-D0D5-1AED0B6709BE}"/>
                    </a:ext>
                  </a:extLst>
                </p14:cNvPr>
                <p14:cNvContentPartPr/>
                <p14:nvPr/>
              </p14:nvContentPartPr>
              <p14:xfrm>
                <a:off x="6008301" y="5551946"/>
                <a:ext cx="87480" cy="122760"/>
              </p14:xfrm>
            </p:contentPart>
          </mc:Choice>
          <mc:Fallback xmlns=""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0542DFAD-D23C-E720-D0D5-1AED0B6709B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72661" y="5516306"/>
                  <a:ext cx="1591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AE2269E0-EB81-A08B-D23A-6C0D1EFAE489}"/>
                    </a:ext>
                  </a:extLst>
                </p14:cNvPr>
                <p14:cNvContentPartPr/>
                <p14:nvPr/>
              </p14:nvContentPartPr>
              <p14:xfrm>
                <a:off x="5962941" y="5088266"/>
                <a:ext cx="307080" cy="678960"/>
              </p14:xfrm>
            </p:contentPart>
          </mc:Choice>
          <mc:Fallback xmlns=""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AE2269E0-EB81-A08B-D23A-6C0D1EFAE48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926941" y="5052266"/>
                  <a:ext cx="378720" cy="75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FD427784-B1E2-8622-30F3-0ADFD049275E}"/>
              </a:ext>
            </a:extLst>
          </p:cNvPr>
          <p:cNvGrpSpPr/>
          <p:nvPr/>
        </p:nvGrpSpPr>
        <p:grpSpPr>
          <a:xfrm>
            <a:off x="3286341" y="5088266"/>
            <a:ext cx="1155960" cy="734040"/>
            <a:chOff x="3286341" y="5088266"/>
            <a:chExt cx="1155960" cy="73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EB001904-9A52-E86F-7C28-CB62610F6A3B}"/>
                    </a:ext>
                  </a:extLst>
                </p14:cNvPr>
                <p14:cNvContentPartPr/>
                <p14:nvPr/>
              </p14:nvContentPartPr>
              <p14:xfrm>
                <a:off x="3286341" y="5511986"/>
                <a:ext cx="505800" cy="53640"/>
              </p14:xfrm>
            </p:contentPart>
          </mc:Choice>
          <mc:Fallback xmlns=""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EB001904-9A52-E86F-7C28-CB62610F6A3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250341" y="5476346"/>
                  <a:ext cx="5774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547E3F08-FA9F-9C61-691C-C959450617C3}"/>
                    </a:ext>
                  </a:extLst>
                </p14:cNvPr>
                <p14:cNvContentPartPr/>
                <p14:nvPr/>
              </p14:nvContentPartPr>
              <p14:xfrm>
                <a:off x="3362661" y="5088266"/>
                <a:ext cx="177120" cy="321480"/>
              </p14:xfrm>
            </p:contentPart>
          </mc:Choice>
          <mc:Fallback xmlns=""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547E3F08-FA9F-9C61-691C-C959450617C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327021" y="5052266"/>
                  <a:ext cx="24876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85724157-60C6-C028-41B0-8E88826C08C7}"/>
                    </a:ext>
                  </a:extLst>
                </p14:cNvPr>
                <p14:cNvContentPartPr/>
                <p14:nvPr/>
              </p14:nvContentPartPr>
              <p14:xfrm>
                <a:off x="3388941" y="5645186"/>
                <a:ext cx="134640" cy="177120"/>
              </p14:xfrm>
            </p:contentPart>
          </mc:Choice>
          <mc:Fallback xmlns=""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85724157-60C6-C028-41B0-8E88826C08C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353301" y="5609546"/>
                  <a:ext cx="2062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DDBDF440-BCEA-D644-5EE0-51CDDB7EDA39}"/>
                    </a:ext>
                  </a:extLst>
                </p14:cNvPr>
                <p14:cNvContentPartPr/>
                <p14:nvPr/>
              </p14:nvContentPartPr>
              <p14:xfrm>
                <a:off x="3643821" y="5658146"/>
                <a:ext cx="140400" cy="68760"/>
              </p14:xfrm>
            </p:contentPart>
          </mc:Choice>
          <mc:Fallback xmlns=""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DDBDF440-BCEA-D644-5EE0-51CDDB7EDA3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608181" y="5622506"/>
                  <a:ext cx="2120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C85B8095-5665-798B-84B5-F3418B5CD73E}"/>
                    </a:ext>
                  </a:extLst>
                </p14:cNvPr>
                <p14:cNvContentPartPr/>
                <p14:nvPr/>
              </p14:nvContentPartPr>
              <p14:xfrm>
                <a:off x="3664701" y="5631506"/>
                <a:ext cx="138960" cy="185760"/>
              </p14:xfrm>
            </p:contentPart>
          </mc:Choice>
          <mc:Fallback xmlns=""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C85B8095-5665-798B-84B5-F3418B5CD73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628701" y="5595866"/>
                  <a:ext cx="2106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43D55884-1641-4F7E-201C-C7EF81588C23}"/>
                    </a:ext>
                  </a:extLst>
                </p14:cNvPr>
                <p14:cNvContentPartPr/>
                <p14:nvPr/>
              </p14:nvContentPartPr>
              <p14:xfrm>
                <a:off x="3643821" y="5671826"/>
                <a:ext cx="193680" cy="125280"/>
              </p14:xfrm>
            </p:contentPart>
          </mc:Choice>
          <mc:Fallback xmlns=""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43D55884-1641-4F7E-201C-C7EF81588C2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608181" y="5635826"/>
                  <a:ext cx="2653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9A51C739-BEC6-5E79-AFB9-99EA0C5CCE48}"/>
                    </a:ext>
                  </a:extLst>
                </p14:cNvPr>
                <p14:cNvContentPartPr/>
                <p14:nvPr/>
              </p14:nvContentPartPr>
              <p14:xfrm>
                <a:off x="4306221" y="5158106"/>
                <a:ext cx="136080" cy="539280"/>
              </p14:xfrm>
            </p:contentPart>
          </mc:Choice>
          <mc:Fallback xmlns=""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9A51C739-BEC6-5E79-AFB9-99EA0C5CCE4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270221" y="5122106"/>
                  <a:ext cx="207720" cy="61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E60974FD-8F43-1627-EA50-705CE98931B1}"/>
                    </a:ext>
                  </a:extLst>
                </p14:cNvPr>
                <p14:cNvContentPartPr/>
                <p14:nvPr/>
              </p14:nvContentPartPr>
              <p14:xfrm>
                <a:off x="4253301" y="5515226"/>
                <a:ext cx="124560" cy="10440"/>
              </p14:xfrm>
            </p:contentPart>
          </mc:Choice>
          <mc:Fallback xmlns=""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E60974FD-8F43-1627-EA50-705CE98931B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217661" y="5479586"/>
                  <a:ext cx="1962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22D9B264-2E1A-7C99-E2B8-7C823FED11C8}"/>
                    </a:ext>
                  </a:extLst>
                </p14:cNvPr>
                <p14:cNvContentPartPr/>
                <p14:nvPr/>
              </p14:nvContentPartPr>
              <p14:xfrm>
                <a:off x="3988341" y="5090786"/>
                <a:ext cx="277920" cy="24480"/>
              </p14:xfrm>
            </p:contentPart>
          </mc:Choice>
          <mc:Fallback xmlns=""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22D9B264-2E1A-7C99-E2B8-7C823FED11C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952701" y="5054786"/>
                  <a:ext cx="3495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2008F1AB-52E7-F1F0-87CC-90B907692EC6}"/>
                    </a:ext>
                  </a:extLst>
                </p14:cNvPr>
                <p14:cNvContentPartPr/>
                <p14:nvPr/>
              </p14:nvContentPartPr>
              <p14:xfrm>
                <a:off x="4041621" y="5088266"/>
                <a:ext cx="184320" cy="666720"/>
              </p14:xfrm>
            </p:contentPart>
          </mc:Choice>
          <mc:Fallback xmlns=""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2008F1AB-52E7-F1F0-87CC-90B907692EC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005621" y="5052266"/>
                  <a:ext cx="255960" cy="738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028731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F2DF68F-FBC4-5016-52FA-E2E3E62A1DE9}"/>
              </a:ext>
            </a:extLst>
          </p:cNvPr>
          <p:cNvSpPr txBox="1"/>
          <p:nvPr/>
        </p:nvSpPr>
        <p:spPr>
          <a:xfrm>
            <a:off x="887896" y="1126435"/>
            <a:ext cx="1000870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32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También podemos llamar a la función </a:t>
            </a:r>
            <a:r>
              <a:rPr lang="es-MX" sz="3200" b="0" i="1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f</a:t>
            </a:r>
            <a:r>
              <a:rPr lang="es-MX" sz="32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 como la función externa y a la función </a:t>
            </a:r>
            <a:r>
              <a:rPr lang="es-MX" sz="3200" b="0" i="1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g</a:t>
            </a:r>
            <a:r>
              <a:rPr lang="es-MX" sz="32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 como la función interna. En esta composición, </a:t>
            </a:r>
            <a:r>
              <a:rPr lang="es-MX" sz="3200" b="0" i="1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f</a:t>
            </a:r>
            <a:r>
              <a:rPr lang="es-MX" sz="32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(</a:t>
            </a:r>
            <a:r>
              <a:rPr lang="es-MX" sz="3200" b="0" i="1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x</a:t>
            </a:r>
            <a:r>
              <a:rPr lang="es-MX" sz="32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) y </a:t>
            </a:r>
            <a:r>
              <a:rPr lang="es-MX" sz="3200" b="0" i="1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g</a:t>
            </a:r>
            <a:r>
              <a:rPr lang="es-MX" sz="32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(</a:t>
            </a:r>
            <a:r>
              <a:rPr lang="es-MX" sz="3200" b="0" i="1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x</a:t>
            </a:r>
            <a:r>
              <a:rPr lang="es-MX" sz="32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) deben ser dos tipos diferentes de funciones que no pueden evaluarse algebraicamente en un solo tipo de función.</a:t>
            </a:r>
          </a:p>
          <a:p>
            <a:pPr algn="l"/>
            <a:r>
              <a:rPr lang="es-MX" sz="32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Recuerda que una composición de funciones puede considerarse como una función dentro de otra función o como una función de otra función.</a:t>
            </a:r>
          </a:p>
        </p:txBody>
      </p:sp>
    </p:spTree>
    <p:extLst>
      <p:ext uri="{BB962C8B-B14F-4D97-AF65-F5344CB8AC3E}">
        <p14:creationId xmlns:p14="http://schemas.microsoft.com/office/powerpoint/2010/main" val="32708801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4FA480-6F01-35C2-88D6-0CF207EE5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b="1" i="0" dirty="0">
                <a:solidFill>
                  <a:srgbClr val="0849A5"/>
                </a:solidFill>
                <a:effectLst/>
                <a:latin typeface="Trebuchet MS" panose="020B0603020202020204" pitchFamily="34" charset="0"/>
              </a:rPr>
              <a:t>La fórmula de la regla de la cadena</a:t>
            </a:r>
            <a:br>
              <a:rPr lang="es-MX" b="1" i="0" dirty="0">
                <a:solidFill>
                  <a:srgbClr val="0849A5"/>
                </a:solidFill>
                <a:effectLst/>
                <a:latin typeface="Trebuchet MS" panose="020B0603020202020204" pitchFamily="34" charset="0"/>
              </a:rPr>
            </a:br>
            <a:endParaRPr lang="es-AR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AE0713D-6EFD-D02A-4B67-9BC098930D1F}"/>
              </a:ext>
            </a:extLst>
          </p:cNvPr>
          <p:cNvSpPr txBox="1"/>
          <p:nvPr/>
        </p:nvSpPr>
        <p:spPr>
          <a:xfrm>
            <a:off x="778568" y="2285999"/>
            <a:ext cx="674866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28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La fórmula de la regla de la cadena se puede expresar verbalmente como la derivada de la función externa </a:t>
            </a:r>
            <a:r>
              <a:rPr lang="es-MX" sz="2800" b="0" i="1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f</a:t>
            </a:r>
            <a:r>
              <a:rPr lang="es-MX" sz="28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 multiplicada por la derivada de la función interna </a:t>
            </a:r>
            <a:r>
              <a:rPr lang="es-MX" sz="2800" b="0" i="1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g</a:t>
            </a:r>
            <a:r>
              <a:rPr lang="es-MX" sz="28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. La función interna </a:t>
            </a:r>
            <a:r>
              <a:rPr lang="es-MX" sz="2800" b="0" i="1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g</a:t>
            </a:r>
            <a:r>
              <a:rPr lang="es-MX" sz="28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 es el dominio de la derivada de la función externa </a:t>
            </a:r>
            <a:r>
              <a:rPr lang="es-MX" sz="2800" b="0" i="1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f</a:t>
            </a:r>
            <a:r>
              <a:rPr lang="es-MX" sz="28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.</a:t>
            </a:r>
          </a:p>
          <a:p>
            <a:pPr algn="l"/>
            <a:r>
              <a:rPr lang="es-MX" sz="28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La fórmula de la regla de la cadena se puede ilustrar como:</a:t>
            </a: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50A4828B-1D8D-3551-7A09-5FC60A67CDE1}"/>
              </a:ext>
            </a:extLst>
          </p:cNvPr>
          <p:cNvGrpSpPr/>
          <p:nvPr/>
        </p:nvGrpSpPr>
        <p:grpSpPr>
          <a:xfrm>
            <a:off x="8532621" y="2597786"/>
            <a:ext cx="1157040" cy="1027800"/>
            <a:chOff x="8532621" y="2597786"/>
            <a:chExt cx="1157040" cy="102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44150739-94CE-5F83-890C-132AC78761F3}"/>
                    </a:ext>
                  </a:extLst>
                </p14:cNvPr>
                <p14:cNvContentPartPr/>
                <p14:nvPr/>
              </p14:nvContentPartPr>
              <p14:xfrm>
                <a:off x="8532621" y="2848706"/>
                <a:ext cx="108000" cy="585000"/>
              </p14:xfrm>
            </p:contentPart>
          </mc:Choice>
          <mc:Fallback xmlns=""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44150739-94CE-5F83-890C-132AC78761F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496621" y="2813066"/>
                  <a:ext cx="179640" cy="65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966F17E7-5AF2-D4C5-0D12-E040BB8429E5}"/>
                    </a:ext>
                  </a:extLst>
                </p14:cNvPr>
                <p14:cNvContentPartPr/>
                <p14:nvPr/>
              </p14:nvContentPartPr>
              <p14:xfrm>
                <a:off x="8757621" y="2873906"/>
                <a:ext cx="227520" cy="534600"/>
              </p14:xfrm>
            </p:contentPart>
          </mc:Choice>
          <mc:Fallback xmlns=""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966F17E7-5AF2-D4C5-0D12-E040BB8429E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721981" y="2838266"/>
                  <a:ext cx="299160" cy="60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01091140-BD44-8AED-EA99-4415E0F6C01E}"/>
                    </a:ext>
                  </a:extLst>
                </p14:cNvPr>
                <p14:cNvContentPartPr/>
                <p14:nvPr/>
              </p14:nvContentPartPr>
              <p14:xfrm>
                <a:off x="9236421" y="3087386"/>
                <a:ext cx="129240" cy="282240"/>
              </p14:xfrm>
            </p:contentPart>
          </mc:Choice>
          <mc:Fallback xmlns=""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01091140-BD44-8AED-EA99-4415E0F6C01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200781" y="3051386"/>
                  <a:ext cx="20088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4EFBD4AA-95A0-C642-B76E-CCDED1DAA640}"/>
                    </a:ext>
                  </a:extLst>
                </p14:cNvPr>
                <p14:cNvContentPartPr/>
                <p14:nvPr/>
              </p14:nvContentPartPr>
              <p14:xfrm>
                <a:off x="9203301" y="3140306"/>
                <a:ext cx="218880" cy="220680"/>
              </p14:xfrm>
            </p:contentPart>
          </mc:Choice>
          <mc:Fallback xmlns=""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4EFBD4AA-95A0-C642-B76E-CCDED1DAA64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167661" y="3104666"/>
                  <a:ext cx="29052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997F9EAE-C576-70C3-483C-BA5CE4F158B2}"/>
                    </a:ext>
                  </a:extLst>
                </p14:cNvPr>
                <p14:cNvContentPartPr/>
                <p14:nvPr/>
              </p14:nvContentPartPr>
              <p14:xfrm>
                <a:off x="9483381" y="2848706"/>
                <a:ext cx="85320" cy="605520"/>
              </p14:xfrm>
            </p:contentPart>
          </mc:Choice>
          <mc:Fallback xmlns=""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997F9EAE-C576-70C3-483C-BA5CE4F158B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447381" y="2813066"/>
                  <a:ext cx="156960" cy="67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7B00F6E4-9338-6EC9-9026-FE8692483275}"/>
                    </a:ext>
                  </a:extLst>
                </p14:cNvPr>
                <p14:cNvContentPartPr/>
                <p14:nvPr/>
              </p14:nvContentPartPr>
              <p14:xfrm>
                <a:off x="9329301" y="2597786"/>
                <a:ext cx="360360" cy="1027800"/>
              </p14:xfrm>
            </p:contentPart>
          </mc:Choice>
          <mc:Fallback xmlns=""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7B00F6E4-9338-6EC9-9026-FE869248327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293301" y="2561786"/>
                  <a:ext cx="432000" cy="109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09139524-FE88-02A8-6547-0409C96A101F}"/>
              </a:ext>
            </a:extLst>
          </p:cNvPr>
          <p:cNvGrpSpPr/>
          <p:nvPr/>
        </p:nvGrpSpPr>
        <p:grpSpPr>
          <a:xfrm>
            <a:off x="7153461" y="2597066"/>
            <a:ext cx="1118160" cy="1236960"/>
            <a:chOff x="7153461" y="2597066"/>
            <a:chExt cx="1118160" cy="123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0FFC3EFB-2D00-5C5F-8017-DB62318FBAEB}"/>
                    </a:ext>
                  </a:extLst>
                </p14:cNvPr>
                <p14:cNvContentPartPr/>
                <p14:nvPr/>
              </p14:nvContentPartPr>
              <p14:xfrm>
                <a:off x="7406181" y="2597066"/>
                <a:ext cx="319320" cy="440280"/>
              </p14:xfrm>
            </p:contentPart>
          </mc:Choice>
          <mc:Fallback xmlns=""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0FFC3EFB-2D00-5C5F-8017-DB62318FBAE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370541" y="2561066"/>
                  <a:ext cx="39096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68652D46-536A-10F4-9108-D60C56142954}"/>
                    </a:ext>
                  </a:extLst>
                </p14:cNvPr>
                <p14:cNvContentPartPr/>
                <p14:nvPr/>
              </p14:nvContentPartPr>
              <p14:xfrm>
                <a:off x="7168941" y="3166586"/>
                <a:ext cx="664200" cy="27360"/>
              </p14:xfrm>
            </p:contentPart>
          </mc:Choice>
          <mc:Fallback xmlns=""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68652D46-536A-10F4-9108-D60C5614295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133301" y="3130946"/>
                  <a:ext cx="7358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FAE02F59-0FCA-85C7-6794-FD5B89EF96C7}"/>
                    </a:ext>
                  </a:extLst>
                </p14:cNvPr>
                <p14:cNvContentPartPr/>
                <p14:nvPr/>
              </p14:nvContentPartPr>
              <p14:xfrm>
                <a:off x="7153461" y="3299066"/>
                <a:ext cx="196560" cy="441360"/>
              </p14:xfrm>
            </p:contentPart>
          </mc:Choice>
          <mc:Fallback xmlns=""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FAE02F59-0FCA-85C7-6794-FD5B89EF96C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117821" y="3263426"/>
                  <a:ext cx="268200" cy="51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AA1E63FB-0C07-4DCC-C514-49DEA6DE57EE}"/>
                    </a:ext>
                  </a:extLst>
                </p14:cNvPr>
                <p14:cNvContentPartPr/>
                <p14:nvPr/>
              </p14:nvContentPartPr>
              <p14:xfrm>
                <a:off x="7527141" y="3484826"/>
                <a:ext cx="193320" cy="226440"/>
              </p14:xfrm>
            </p:contentPart>
          </mc:Choice>
          <mc:Fallback xmlns=""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AA1E63FB-0C07-4DCC-C514-49DEA6DE57E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491141" y="3449186"/>
                  <a:ext cx="26496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CE75A26F-C676-CEBC-FD79-CE54D78B607E}"/>
                    </a:ext>
                  </a:extLst>
                </p14:cNvPr>
                <p14:cNvContentPartPr/>
                <p14:nvPr/>
              </p14:nvContentPartPr>
              <p14:xfrm>
                <a:off x="7502661" y="3484826"/>
                <a:ext cx="236880" cy="243720"/>
              </p14:xfrm>
            </p:contentPart>
          </mc:Choice>
          <mc:Fallback xmlns=""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CE75A26F-C676-CEBC-FD79-CE54D78B607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466661" y="3449186"/>
                  <a:ext cx="30852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E2850D13-331A-286A-B0D7-BDE3C80C76BA}"/>
                    </a:ext>
                  </a:extLst>
                </p14:cNvPr>
                <p14:cNvContentPartPr/>
                <p14:nvPr/>
              </p14:nvContentPartPr>
              <p14:xfrm>
                <a:off x="8109261" y="2739266"/>
                <a:ext cx="162360" cy="598680"/>
              </p14:xfrm>
            </p:contentPart>
          </mc:Choice>
          <mc:Fallback xmlns=""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E2850D13-331A-286A-B0D7-BDE3C80C76B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073621" y="2703266"/>
                  <a:ext cx="234000" cy="67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5B29BB47-A7DE-9CEC-2AAB-6021274F09E2}"/>
                    </a:ext>
                  </a:extLst>
                </p14:cNvPr>
                <p14:cNvContentPartPr/>
                <p14:nvPr/>
              </p14:nvContentPartPr>
              <p14:xfrm>
                <a:off x="8122581" y="3233186"/>
                <a:ext cx="14760" cy="570240"/>
              </p14:xfrm>
            </p:contentPart>
          </mc:Choice>
          <mc:Fallback xmlns=""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5B29BB47-A7DE-9CEC-2AAB-6021274F09E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086581" y="3197186"/>
                  <a:ext cx="86400" cy="64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76F60DEC-52E6-FEA3-9F97-3F09AAFF78FB}"/>
                    </a:ext>
                  </a:extLst>
                </p14:cNvPr>
                <p14:cNvContentPartPr/>
                <p14:nvPr/>
              </p14:nvContentPartPr>
              <p14:xfrm>
                <a:off x="8003781" y="3233186"/>
                <a:ext cx="105480" cy="13680"/>
              </p14:xfrm>
            </p:contentPart>
          </mc:Choice>
          <mc:Fallback xmlns=""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76F60DEC-52E6-FEA3-9F97-3F09AAFF78F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968141" y="3197546"/>
                  <a:ext cx="1771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97C17888-F486-14C5-521E-1055CA8CDAC2}"/>
                    </a:ext>
                  </a:extLst>
                </p14:cNvPr>
                <p14:cNvContentPartPr/>
                <p14:nvPr/>
              </p14:nvContentPartPr>
              <p14:xfrm>
                <a:off x="7884621" y="2613266"/>
                <a:ext cx="233640" cy="10440"/>
              </p14:xfrm>
            </p:contentPart>
          </mc:Choice>
          <mc:Fallback xmlns=""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97C17888-F486-14C5-521E-1055CA8CDAC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848981" y="2577266"/>
                  <a:ext cx="3052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5C3E3D20-ACCA-210A-AF2D-3632EFDE0C87}"/>
                    </a:ext>
                  </a:extLst>
                </p14:cNvPr>
                <p14:cNvContentPartPr/>
                <p14:nvPr/>
              </p14:nvContentPartPr>
              <p14:xfrm>
                <a:off x="7870941" y="2689586"/>
                <a:ext cx="266040" cy="1144440"/>
              </p14:xfrm>
            </p:contentPart>
          </mc:Choice>
          <mc:Fallback xmlns=""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5C3E3D20-ACCA-210A-AF2D-3632EFDE0C8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835301" y="2653586"/>
                  <a:ext cx="337680" cy="121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E907D97E-D2E0-1581-B744-D1806188079F}"/>
              </a:ext>
            </a:extLst>
          </p:cNvPr>
          <p:cNvGrpSpPr/>
          <p:nvPr/>
        </p:nvGrpSpPr>
        <p:grpSpPr>
          <a:xfrm>
            <a:off x="9925101" y="2954906"/>
            <a:ext cx="292680" cy="146880"/>
            <a:chOff x="9925101" y="2954906"/>
            <a:chExt cx="292680" cy="14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775F1A40-6096-2CFB-8436-A4C15445D74F}"/>
                    </a:ext>
                  </a:extLst>
                </p14:cNvPr>
                <p14:cNvContentPartPr/>
                <p14:nvPr/>
              </p14:nvContentPartPr>
              <p14:xfrm>
                <a:off x="9925101" y="3087386"/>
                <a:ext cx="292680" cy="14400"/>
              </p14:xfrm>
            </p:contentPart>
          </mc:Choice>
          <mc:Fallback xmlns=""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775F1A40-6096-2CFB-8436-A4C15445D74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889461" y="3051386"/>
                  <a:ext cx="3643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575E0535-1925-CD04-133F-125238FECD83}"/>
                    </a:ext>
                  </a:extLst>
                </p14:cNvPr>
                <p14:cNvContentPartPr/>
                <p14:nvPr/>
              </p14:nvContentPartPr>
              <p14:xfrm>
                <a:off x="10018341" y="2954906"/>
                <a:ext cx="168840" cy="360"/>
              </p14:xfrm>
            </p:contentPart>
          </mc:Choice>
          <mc:Fallback xmlns=""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575E0535-1925-CD04-133F-125238FECD8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982701" y="2919266"/>
                  <a:ext cx="240480" cy="7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3" name="Entrada de lápiz 32">
                <a:extLst>
                  <a:ext uri="{FF2B5EF4-FFF2-40B4-BE49-F238E27FC236}">
                    <a16:creationId xmlns:a16="http://schemas.microsoft.com/office/drawing/2014/main" id="{F6EFE404-CCE9-60E3-F5C3-09E68E09F753}"/>
                  </a:ext>
                </a:extLst>
              </p14:cNvPr>
              <p14:cNvContentPartPr/>
              <p14:nvPr/>
            </p14:nvContentPartPr>
            <p14:xfrm>
              <a:off x="7660341" y="4187186"/>
              <a:ext cx="316080" cy="586440"/>
            </p14:xfrm>
          </p:contentPart>
        </mc:Choice>
        <mc:Fallback xmlns="">
          <p:pic>
            <p:nvPicPr>
              <p:cNvPr id="33" name="Entrada de lápiz 32">
                <a:extLst>
                  <a:ext uri="{FF2B5EF4-FFF2-40B4-BE49-F238E27FC236}">
                    <a16:creationId xmlns:a16="http://schemas.microsoft.com/office/drawing/2014/main" id="{F6EFE404-CCE9-60E3-F5C3-09E68E09F75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624341" y="4151186"/>
                <a:ext cx="387720" cy="65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4" name="Entrada de lápiz 33">
                <a:extLst>
                  <a:ext uri="{FF2B5EF4-FFF2-40B4-BE49-F238E27FC236}">
                    <a16:creationId xmlns:a16="http://schemas.microsoft.com/office/drawing/2014/main" id="{BFAB652C-FFD1-1A5D-7E5B-11E940E31095}"/>
                  </a:ext>
                </a:extLst>
              </p14:cNvPr>
              <p14:cNvContentPartPr/>
              <p14:nvPr/>
            </p14:nvContentPartPr>
            <p14:xfrm>
              <a:off x="7527141" y="4876226"/>
              <a:ext cx="478800" cy="26280"/>
            </p14:xfrm>
          </p:contentPart>
        </mc:Choice>
        <mc:Fallback xmlns="">
          <p:pic>
            <p:nvPicPr>
              <p:cNvPr id="34" name="Entrada de lápiz 33">
                <a:extLst>
                  <a:ext uri="{FF2B5EF4-FFF2-40B4-BE49-F238E27FC236}">
                    <a16:creationId xmlns:a16="http://schemas.microsoft.com/office/drawing/2014/main" id="{BFAB652C-FFD1-1A5D-7E5B-11E940E3109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491141" y="4840586"/>
                <a:ext cx="55044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6" name="Entrada de lápiz 35">
                <a:extLst>
                  <a:ext uri="{FF2B5EF4-FFF2-40B4-BE49-F238E27FC236}">
                    <a16:creationId xmlns:a16="http://schemas.microsoft.com/office/drawing/2014/main" id="{01D5C3E7-D7AC-51F2-A721-603895077E7B}"/>
                  </a:ext>
                </a:extLst>
              </p14:cNvPr>
              <p14:cNvContentPartPr/>
              <p14:nvPr/>
            </p14:nvContentPartPr>
            <p14:xfrm>
              <a:off x="7457661" y="5114906"/>
              <a:ext cx="201960" cy="348120"/>
            </p14:xfrm>
          </p:contentPart>
        </mc:Choice>
        <mc:Fallback xmlns="">
          <p:pic>
            <p:nvPicPr>
              <p:cNvPr id="36" name="Entrada de lápiz 35">
                <a:extLst>
                  <a:ext uri="{FF2B5EF4-FFF2-40B4-BE49-F238E27FC236}">
                    <a16:creationId xmlns:a16="http://schemas.microsoft.com/office/drawing/2014/main" id="{01D5C3E7-D7AC-51F2-A721-603895077E7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422021" y="5078906"/>
                <a:ext cx="273600" cy="41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7" name="Entrada de lápiz 36">
                <a:extLst>
                  <a:ext uri="{FF2B5EF4-FFF2-40B4-BE49-F238E27FC236}">
                    <a16:creationId xmlns:a16="http://schemas.microsoft.com/office/drawing/2014/main" id="{DF1FEDF9-0D67-605B-D9E6-295927C77643}"/>
                  </a:ext>
                </a:extLst>
              </p14:cNvPr>
              <p14:cNvContentPartPr/>
              <p14:nvPr/>
            </p14:nvContentPartPr>
            <p14:xfrm>
              <a:off x="7871301" y="5274026"/>
              <a:ext cx="111240" cy="126720"/>
            </p14:xfrm>
          </p:contentPart>
        </mc:Choice>
        <mc:Fallback xmlns="">
          <p:pic>
            <p:nvPicPr>
              <p:cNvPr id="37" name="Entrada de lápiz 36">
                <a:extLst>
                  <a:ext uri="{FF2B5EF4-FFF2-40B4-BE49-F238E27FC236}">
                    <a16:creationId xmlns:a16="http://schemas.microsoft.com/office/drawing/2014/main" id="{DF1FEDF9-0D67-605B-D9E6-295927C7764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835301" y="5238386"/>
                <a:ext cx="18288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9" name="Entrada de lápiz 38">
                <a:extLst>
                  <a:ext uri="{FF2B5EF4-FFF2-40B4-BE49-F238E27FC236}">
                    <a16:creationId xmlns:a16="http://schemas.microsoft.com/office/drawing/2014/main" id="{343112AC-4EA9-336E-7743-4F4F8250C596}"/>
                  </a:ext>
                </a:extLst>
              </p14:cNvPr>
              <p14:cNvContentPartPr/>
              <p14:nvPr/>
            </p14:nvContentPartPr>
            <p14:xfrm>
              <a:off x="7800381" y="5234066"/>
              <a:ext cx="190800" cy="261360"/>
            </p14:xfrm>
          </p:contentPart>
        </mc:Choice>
        <mc:Fallback xmlns="">
          <p:pic>
            <p:nvPicPr>
              <p:cNvPr id="39" name="Entrada de lápiz 38">
                <a:extLst>
                  <a:ext uri="{FF2B5EF4-FFF2-40B4-BE49-F238E27FC236}">
                    <a16:creationId xmlns:a16="http://schemas.microsoft.com/office/drawing/2014/main" id="{343112AC-4EA9-336E-7743-4F4F8250C596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764381" y="5198066"/>
                <a:ext cx="26244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54" name="Entrada de lápiz 53">
                <a:extLst>
                  <a:ext uri="{FF2B5EF4-FFF2-40B4-BE49-F238E27FC236}">
                    <a16:creationId xmlns:a16="http://schemas.microsoft.com/office/drawing/2014/main" id="{421C6BD1-33BE-CF46-38C5-EB3434682D76}"/>
                  </a:ext>
                </a:extLst>
              </p14:cNvPr>
              <p14:cNvContentPartPr/>
              <p14:nvPr/>
            </p14:nvContentPartPr>
            <p14:xfrm>
              <a:off x="8186301" y="4105466"/>
              <a:ext cx="267120" cy="1158120"/>
            </p14:xfrm>
          </p:contentPart>
        </mc:Choice>
        <mc:Fallback xmlns="">
          <p:pic>
            <p:nvPicPr>
              <p:cNvPr id="54" name="Entrada de lápiz 53">
                <a:extLst>
                  <a:ext uri="{FF2B5EF4-FFF2-40B4-BE49-F238E27FC236}">
                    <a16:creationId xmlns:a16="http://schemas.microsoft.com/office/drawing/2014/main" id="{421C6BD1-33BE-CF46-38C5-EB3434682D7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150301" y="4069466"/>
                <a:ext cx="338760" cy="122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Grupo 82">
            <a:extLst>
              <a:ext uri="{FF2B5EF4-FFF2-40B4-BE49-F238E27FC236}">
                <a16:creationId xmlns:a16="http://schemas.microsoft.com/office/drawing/2014/main" id="{542EBE44-6836-2F79-BECC-3E99086537A5}"/>
              </a:ext>
            </a:extLst>
          </p:cNvPr>
          <p:cNvGrpSpPr/>
          <p:nvPr/>
        </p:nvGrpSpPr>
        <p:grpSpPr>
          <a:xfrm>
            <a:off x="8295381" y="4081346"/>
            <a:ext cx="3393720" cy="1580040"/>
            <a:chOff x="8295381" y="4081346"/>
            <a:chExt cx="3393720" cy="158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2BAA0E39-6450-7C2E-BADC-FA1BF558E9EB}"/>
                    </a:ext>
                  </a:extLst>
                </p14:cNvPr>
                <p14:cNvContentPartPr/>
                <p14:nvPr/>
              </p14:nvContentPartPr>
              <p14:xfrm>
                <a:off x="8295381" y="4336586"/>
                <a:ext cx="268560" cy="763560"/>
              </p14:xfrm>
            </p:contentPart>
          </mc:Choice>
          <mc:Fallback xmlns=""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2BAA0E39-6450-7C2E-BADC-FA1BF558E9E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259741" y="4300946"/>
                  <a:ext cx="340200" cy="83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619BA2DD-5518-945C-5EBF-EBF9F6FD087E}"/>
                    </a:ext>
                  </a:extLst>
                </p14:cNvPr>
                <p14:cNvContentPartPr/>
                <p14:nvPr/>
              </p14:nvContentPartPr>
              <p14:xfrm>
                <a:off x="8334981" y="4876226"/>
                <a:ext cx="91080" cy="360"/>
              </p14:xfrm>
            </p:contentPart>
          </mc:Choice>
          <mc:Fallback xmlns=""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619BA2DD-5518-945C-5EBF-EBF9F6FD087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299341" y="4840586"/>
                  <a:ext cx="1627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69BA0FB5-2FE8-C603-5F4F-506DF8B51DB1}"/>
                    </a:ext>
                  </a:extLst>
                </p14:cNvPr>
                <p14:cNvContentPartPr/>
                <p14:nvPr/>
              </p14:nvContentPartPr>
              <p14:xfrm>
                <a:off x="8626581" y="4611266"/>
                <a:ext cx="133200" cy="631440"/>
              </p14:xfrm>
            </p:contentPart>
          </mc:Choice>
          <mc:Fallback xmlns=""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69BA0FB5-2FE8-C603-5F4F-506DF8B51DB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590581" y="4575626"/>
                  <a:ext cx="204840" cy="70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56284401-F558-F914-B775-A2A30F7620C3}"/>
                    </a:ext>
                  </a:extLst>
                </p14:cNvPr>
                <p14:cNvContentPartPr/>
                <p14:nvPr/>
              </p14:nvContentPartPr>
              <p14:xfrm>
                <a:off x="8935461" y="4555106"/>
                <a:ext cx="370080" cy="545760"/>
              </p14:xfrm>
            </p:contentPart>
          </mc:Choice>
          <mc:Fallback xmlns=""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56284401-F558-F914-B775-A2A30F7620C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899821" y="4519466"/>
                  <a:ext cx="441720" cy="61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0B297719-AA2B-C91C-9637-7BA6631D9BDF}"/>
                    </a:ext>
                  </a:extLst>
                </p14:cNvPr>
                <p14:cNvContentPartPr/>
                <p14:nvPr/>
              </p14:nvContentPartPr>
              <p14:xfrm>
                <a:off x="9421821" y="4743746"/>
                <a:ext cx="133200" cy="214200"/>
              </p14:xfrm>
            </p:contentPart>
          </mc:Choice>
          <mc:Fallback xmlns=""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0B297719-AA2B-C91C-9637-7BA6631D9BD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386181" y="4707746"/>
                  <a:ext cx="2048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8DA33005-D9FD-C211-8F78-41BDB6D3774B}"/>
                    </a:ext>
                  </a:extLst>
                </p14:cNvPr>
                <p14:cNvContentPartPr/>
                <p14:nvPr/>
              </p14:nvContentPartPr>
              <p14:xfrm>
                <a:off x="9429381" y="4757066"/>
                <a:ext cx="204840" cy="263160"/>
              </p14:xfrm>
            </p:contentPart>
          </mc:Choice>
          <mc:Fallback xmlns=""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8DA33005-D9FD-C211-8F78-41BDB6D3774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393741" y="4721426"/>
                  <a:ext cx="27648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3CA73DBC-773F-4CAF-3BBD-5F7F0EE627A1}"/>
                    </a:ext>
                  </a:extLst>
                </p14:cNvPr>
                <p14:cNvContentPartPr/>
                <p14:nvPr/>
              </p14:nvContentPartPr>
              <p14:xfrm>
                <a:off x="9647181" y="4478786"/>
                <a:ext cx="134640" cy="677880"/>
              </p14:xfrm>
            </p:contentPart>
          </mc:Choice>
          <mc:Fallback xmlns=""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3CA73DBC-773F-4CAF-3BBD-5F7F0EE627A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611541" y="4442786"/>
                  <a:ext cx="206280" cy="74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F5F25997-3F99-86B0-2DFF-2318E0104794}"/>
                    </a:ext>
                  </a:extLst>
                </p14:cNvPr>
                <p14:cNvContentPartPr/>
                <p14:nvPr/>
              </p14:nvContentPartPr>
              <p14:xfrm>
                <a:off x="9501381" y="4081346"/>
                <a:ext cx="320040" cy="1327320"/>
              </p14:xfrm>
            </p:contentPart>
          </mc:Choice>
          <mc:Fallback xmlns=""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F5F25997-3F99-86B0-2DFF-2318E010479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465741" y="4045706"/>
                  <a:ext cx="391680" cy="139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F45EE69B-3E81-4469-CCF2-21585F78026E}"/>
                    </a:ext>
                  </a:extLst>
                </p14:cNvPr>
                <p14:cNvContentPartPr/>
                <p14:nvPr/>
              </p14:nvContentPartPr>
              <p14:xfrm>
                <a:off x="9951741" y="4743746"/>
                <a:ext cx="360" cy="360"/>
              </p14:xfrm>
            </p:contentPart>
          </mc:Choice>
          <mc:Fallback xmlns=""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F45EE69B-3E81-4469-CCF2-21585F78026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916101" y="4707746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35B8B6CD-E4C9-C27D-BCE5-93AB42A69BAC}"/>
                    </a:ext>
                  </a:extLst>
                </p14:cNvPr>
                <p14:cNvContentPartPr/>
                <p14:nvPr/>
              </p14:nvContentPartPr>
              <p14:xfrm>
                <a:off x="10161261" y="4133906"/>
                <a:ext cx="202320" cy="813240"/>
              </p14:xfrm>
            </p:contentPart>
          </mc:Choice>
          <mc:Fallback xmlns=""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35B8B6CD-E4C9-C27D-BCE5-93AB42A69BA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125261" y="4098266"/>
                  <a:ext cx="273960" cy="88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D5DFA239-B36A-7381-752F-42E56A95A0E3}"/>
                    </a:ext>
                  </a:extLst>
                </p14:cNvPr>
                <p14:cNvContentPartPr/>
                <p14:nvPr/>
              </p14:nvContentPartPr>
              <p14:xfrm>
                <a:off x="10097541" y="5035346"/>
                <a:ext cx="544680" cy="13680"/>
              </p14:xfrm>
            </p:contentPart>
          </mc:Choice>
          <mc:Fallback xmlns=""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D5DFA239-B36A-7381-752F-42E56A95A0E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061901" y="4999346"/>
                  <a:ext cx="6163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64DC4045-8515-9F97-6860-BE9686D962B2}"/>
                    </a:ext>
                  </a:extLst>
                </p14:cNvPr>
                <p14:cNvContentPartPr/>
                <p14:nvPr/>
              </p14:nvContentPartPr>
              <p14:xfrm>
                <a:off x="10054701" y="5207426"/>
                <a:ext cx="257400" cy="453960"/>
              </p14:xfrm>
            </p:contentPart>
          </mc:Choice>
          <mc:Fallback xmlns=""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64DC4045-8515-9F97-6860-BE9686D962B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018701" y="5171786"/>
                  <a:ext cx="329040" cy="52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8EBF9D32-5E90-9C89-5CEC-5C25FDE15FFF}"/>
                    </a:ext>
                  </a:extLst>
                </p14:cNvPr>
                <p14:cNvContentPartPr/>
                <p14:nvPr/>
              </p14:nvContentPartPr>
              <p14:xfrm>
                <a:off x="10455741" y="5327306"/>
                <a:ext cx="191160" cy="291960"/>
              </p14:xfrm>
            </p:contentPart>
          </mc:Choice>
          <mc:Fallback xmlns=""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8EBF9D32-5E90-9C89-5CEC-5C25FDE15FF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419741" y="5291306"/>
                  <a:ext cx="26280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07E6A100-6008-8455-D191-4EA7FC890A30}"/>
                    </a:ext>
                  </a:extLst>
                </p14:cNvPr>
                <p14:cNvContentPartPr/>
                <p14:nvPr/>
              </p14:nvContentPartPr>
              <p14:xfrm>
                <a:off x="10434861" y="5393186"/>
                <a:ext cx="193320" cy="218160"/>
              </p14:xfrm>
            </p:contentPart>
          </mc:Choice>
          <mc:Fallback xmlns=""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07E6A100-6008-8455-D191-4EA7FC890A3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399221" y="5357546"/>
                  <a:ext cx="26496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A3AB62E6-2CAD-C1A0-F709-678883B54DA6}"/>
                    </a:ext>
                  </a:extLst>
                </p14:cNvPr>
                <p14:cNvContentPartPr/>
                <p14:nvPr/>
              </p14:nvContentPartPr>
              <p14:xfrm>
                <a:off x="10758141" y="4611266"/>
                <a:ext cx="122040" cy="703080"/>
              </p14:xfrm>
            </p:contentPart>
          </mc:Choice>
          <mc:Fallback xmlns=""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A3AB62E6-2CAD-C1A0-F709-678883B54DA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722141" y="4575626"/>
                  <a:ext cx="193680" cy="77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B423C10A-D582-63C8-999D-1C876B8E6987}"/>
                    </a:ext>
                  </a:extLst>
                </p14:cNvPr>
                <p14:cNvContentPartPr/>
                <p14:nvPr/>
              </p14:nvContentPartPr>
              <p14:xfrm>
                <a:off x="11011581" y="4677506"/>
                <a:ext cx="147240" cy="197640"/>
              </p14:xfrm>
            </p:contentPart>
          </mc:Choice>
          <mc:Fallback xmlns=""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B423C10A-D582-63C8-999D-1C876B8E698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975941" y="4641866"/>
                  <a:ext cx="21888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42F536C1-75AD-82FA-7D39-AAE5E49B627B}"/>
                    </a:ext>
                  </a:extLst>
                </p14:cNvPr>
                <p14:cNvContentPartPr/>
                <p14:nvPr/>
              </p14:nvContentPartPr>
              <p14:xfrm>
                <a:off x="10907541" y="4849946"/>
                <a:ext cx="277920" cy="358560"/>
              </p14:xfrm>
            </p:contentPart>
          </mc:Choice>
          <mc:Fallback xmlns=""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42F536C1-75AD-82FA-7D39-AAE5E49B627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871901" y="4813946"/>
                  <a:ext cx="34956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3FB6DBF0-128E-DB6E-75A0-EB0099E8CFDD}"/>
                    </a:ext>
                  </a:extLst>
                </p14:cNvPr>
                <p14:cNvContentPartPr/>
                <p14:nvPr/>
              </p14:nvContentPartPr>
              <p14:xfrm>
                <a:off x="11369781" y="4915826"/>
                <a:ext cx="112680" cy="268200"/>
              </p14:xfrm>
            </p:contentPart>
          </mc:Choice>
          <mc:Fallback xmlns=""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3FB6DBF0-128E-DB6E-75A0-EB0099E8CFD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333781" y="4880186"/>
                  <a:ext cx="18432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E9B142AB-6FC6-92D4-623A-C6A048DA7F92}"/>
                    </a:ext>
                  </a:extLst>
                </p14:cNvPr>
                <p14:cNvContentPartPr/>
                <p14:nvPr/>
              </p14:nvContentPartPr>
              <p14:xfrm>
                <a:off x="11298861" y="4902866"/>
                <a:ext cx="217080" cy="367200"/>
              </p14:xfrm>
            </p:contentPart>
          </mc:Choice>
          <mc:Fallback xmlns=""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E9B142AB-6FC6-92D4-623A-C6A048DA7F9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262861" y="4867226"/>
                  <a:ext cx="28872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2B4A4CE1-7774-FDCE-9D37-05CEA2C90ED0}"/>
                    </a:ext>
                  </a:extLst>
                </p14:cNvPr>
                <p14:cNvContentPartPr/>
                <p14:nvPr/>
              </p14:nvContentPartPr>
              <p14:xfrm>
                <a:off x="11570661" y="4571306"/>
                <a:ext cx="118440" cy="812160"/>
              </p14:xfrm>
            </p:contentPart>
          </mc:Choice>
          <mc:Fallback xmlns=""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2B4A4CE1-7774-FDCE-9D37-05CEA2C90ED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534661" y="4535666"/>
                  <a:ext cx="190080" cy="88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upo 85">
            <a:extLst>
              <a:ext uri="{FF2B5EF4-FFF2-40B4-BE49-F238E27FC236}">
                <a16:creationId xmlns:a16="http://schemas.microsoft.com/office/drawing/2014/main" id="{D7596D2E-9B86-CC7F-D791-802A8C6F35E3}"/>
              </a:ext>
            </a:extLst>
          </p:cNvPr>
          <p:cNvGrpSpPr/>
          <p:nvPr/>
        </p:nvGrpSpPr>
        <p:grpSpPr>
          <a:xfrm>
            <a:off x="11223261" y="4836626"/>
            <a:ext cx="361080" cy="495000"/>
            <a:chOff x="11223261" y="4836626"/>
            <a:chExt cx="361080" cy="49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5E7825C2-E13D-9A7B-7119-C4D2567C4AA4}"/>
                    </a:ext>
                  </a:extLst>
                </p14:cNvPr>
                <p14:cNvContentPartPr/>
                <p14:nvPr/>
              </p14:nvContentPartPr>
              <p14:xfrm>
                <a:off x="11223261" y="4836626"/>
                <a:ext cx="94320" cy="467640"/>
              </p14:xfrm>
            </p:contentPart>
          </mc:Choice>
          <mc:Fallback xmlns=""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5E7825C2-E13D-9A7B-7119-C4D2567C4AA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205261" y="4818986"/>
                  <a:ext cx="12996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079FDF70-F0D9-3E55-F6A2-3477449DBB19}"/>
                    </a:ext>
                  </a:extLst>
                </p14:cNvPr>
                <p14:cNvContentPartPr/>
                <p14:nvPr/>
              </p14:nvContentPartPr>
              <p14:xfrm>
                <a:off x="11533581" y="4889546"/>
                <a:ext cx="50760" cy="442080"/>
              </p14:xfrm>
            </p:contentPart>
          </mc:Choice>
          <mc:Fallback xmlns=""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079FDF70-F0D9-3E55-F6A2-3477449DBB1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515581" y="4871546"/>
                  <a:ext cx="86400" cy="477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586840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00E98BC-3287-EDE6-4C92-C6DDD3F35747}"/>
              </a:ext>
            </a:extLst>
          </p:cNvPr>
          <p:cNvSpPr txBox="1"/>
          <p:nvPr/>
        </p:nvSpPr>
        <p:spPr>
          <a:xfrm>
            <a:off x="2610678" y="1431236"/>
            <a:ext cx="744772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donde derivamos </a:t>
            </a:r>
            <a:r>
              <a:rPr lang="es-MX" sz="3200" b="0" i="1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f</a:t>
            </a:r>
            <a:r>
              <a:rPr lang="es-MX" sz="32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(</a:t>
            </a:r>
            <a:r>
              <a:rPr lang="es-MX" sz="3200" b="0" i="1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g</a:t>
            </a:r>
            <a:r>
              <a:rPr lang="es-MX" sz="32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(</a:t>
            </a:r>
            <a:r>
              <a:rPr lang="es-MX" sz="3200" b="0" i="1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x</a:t>
            </a:r>
            <a:r>
              <a:rPr lang="es-MX" sz="32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)) usando el método de derivada de la función </a:t>
            </a:r>
            <a:r>
              <a:rPr lang="es-MX" sz="3200" b="0" i="1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f</a:t>
            </a:r>
            <a:r>
              <a:rPr lang="es-MX" sz="32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 y usando </a:t>
            </a:r>
            <a:r>
              <a:rPr lang="es-MX" sz="3200" b="0" i="1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g</a:t>
            </a:r>
            <a:r>
              <a:rPr lang="es-MX" sz="32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(</a:t>
            </a:r>
            <a:r>
              <a:rPr lang="es-MX" sz="3200" b="0" i="1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x</a:t>
            </a:r>
            <a:r>
              <a:rPr lang="es-MX" sz="32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) como el dominio de la función </a:t>
            </a:r>
            <a:r>
              <a:rPr lang="es-MX" sz="3200" b="0" i="1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f</a:t>
            </a:r>
            <a:r>
              <a:rPr lang="es-MX" sz="32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 y luego multiplicando la derivada de la función </a:t>
            </a:r>
            <a:r>
              <a:rPr lang="es-MX" sz="3200" b="0" i="1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f</a:t>
            </a:r>
            <a:r>
              <a:rPr lang="es-MX" sz="32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 por la derivada de g(</a:t>
            </a:r>
            <a:r>
              <a:rPr lang="es-MX" sz="3200" b="0" i="1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x</a:t>
            </a:r>
            <a:r>
              <a:rPr lang="es-MX" sz="32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).</a:t>
            </a:r>
            <a:endParaRPr lang="es-AR" sz="3200" dirty="0"/>
          </a:p>
        </p:txBody>
      </p:sp>
    </p:spTree>
    <p:extLst>
      <p:ext uri="{BB962C8B-B14F-4D97-AF65-F5344CB8AC3E}">
        <p14:creationId xmlns:p14="http://schemas.microsoft.com/office/powerpoint/2010/main" val="12728528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8B7570EE-D126-486B-1E1C-CD087F1DD71E}"/>
              </a:ext>
            </a:extLst>
          </p:cNvPr>
          <p:cNvSpPr txBox="1"/>
          <p:nvPr/>
        </p:nvSpPr>
        <p:spPr>
          <a:xfrm>
            <a:off x="1338469" y="2337138"/>
            <a:ext cx="8481391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s-MX" sz="2800" b="0" i="1" dirty="0">
                <a:solidFill>
                  <a:srgbClr val="000000"/>
                </a:solidFill>
                <a:effectLst/>
                <a:latin typeface="KaTeX_Math"/>
              </a:rPr>
              <a:t>En donde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2800" b="0" i="1" dirty="0">
                <a:solidFill>
                  <a:srgbClr val="000000"/>
                </a:solidFill>
                <a:effectLst/>
                <a:latin typeface="KaTeX_Math"/>
              </a:rPr>
              <a:t>f</a:t>
            </a:r>
            <a:r>
              <a:rPr lang="es-MX" sz="2800" b="0" i="0" dirty="0">
                <a:solidFill>
                  <a:srgbClr val="000000"/>
                </a:solidFill>
                <a:effectLst/>
                <a:latin typeface="KaTeX_Main"/>
              </a:rPr>
              <a:t>(</a:t>
            </a:r>
            <a:r>
              <a:rPr lang="es-MX" sz="2800" b="0" i="1" dirty="0">
                <a:solidFill>
                  <a:srgbClr val="000000"/>
                </a:solidFill>
                <a:effectLst/>
                <a:latin typeface="KaTeX_Math"/>
              </a:rPr>
              <a:t>u</a:t>
            </a:r>
            <a:r>
              <a:rPr lang="es-MX" sz="2800" b="0" i="0" dirty="0">
                <a:solidFill>
                  <a:srgbClr val="000000"/>
                </a:solidFill>
                <a:effectLst/>
                <a:latin typeface="KaTeX_Main"/>
              </a:rPr>
              <a:t>)=</a:t>
            </a:r>
            <a:r>
              <a:rPr lang="es-MX" sz="28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 la función externa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2800" b="0" i="1" dirty="0">
                <a:solidFill>
                  <a:srgbClr val="000000"/>
                </a:solidFill>
                <a:effectLst/>
                <a:latin typeface="KaTeX_Math"/>
              </a:rPr>
              <a:t>u</a:t>
            </a:r>
            <a:r>
              <a:rPr lang="es-MX" sz="2800" b="0" i="0" dirty="0">
                <a:solidFill>
                  <a:srgbClr val="000000"/>
                </a:solidFill>
                <a:effectLst/>
                <a:latin typeface="KaTeX_Main"/>
              </a:rPr>
              <a:t>=</a:t>
            </a:r>
            <a:r>
              <a:rPr lang="es-MX" sz="2800" b="0" i="1" dirty="0">
                <a:solidFill>
                  <a:srgbClr val="000000"/>
                </a:solidFill>
                <a:effectLst/>
                <a:latin typeface="KaTeX_Math"/>
              </a:rPr>
              <a:t>g</a:t>
            </a:r>
            <a:r>
              <a:rPr lang="es-MX" sz="2800" b="0" i="0" dirty="0">
                <a:solidFill>
                  <a:srgbClr val="000000"/>
                </a:solidFill>
                <a:effectLst/>
                <a:latin typeface="KaTeX_Main"/>
              </a:rPr>
              <a:t>(</a:t>
            </a:r>
            <a:r>
              <a:rPr lang="es-MX" sz="2800" b="0" i="1" dirty="0">
                <a:solidFill>
                  <a:srgbClr val="000000"/>
                </a:solidFill>
                <a:effectLst/>
                <a:latin typeface="KaTeX_Math"/>
              </a:rPr>
              <a:t>x</a:t>
            </a:r>
            <a:r>
              <a:rPr lang="es-MX" sz="2800" b="0" i="0" dirty="0">
                <a:solidFill>
                  <a:srgbClr val="000000"/>
                </a:solidFill>
                <a:effectLst/>
                <a:latin typeface="KaTeX_Main"/>
              </a:rPr>
              <a:t>)</a:t>
            </a:r>
            <a:r>
              <a:rPr lang="es-MX" sz="28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, el dominio de la función externa </a:t>
            </a:r>
            <a:r>
              <a:rPr lang="es-MX" sz="2800" b="0" i="1" dirty="0">
                <a:solidFill>
                  <a:srgbClr val="000000"/>
                </a:solidFill>
                <a:effectLst/>
                <a:latin typeface="KaTeX_Math"/>
              </a:rPr>
              <a:t>f</a:t>
            </a:r>
            <a:r>
              <a:rPr lang="es-MX" sz="2800" b="0" i="0" dirty="0">
                <a:solidFill>
                  <a:srgbClr val="000000"/>
                </a:solidFill>
                <a:effectLst/>
                <a:latin typeface="KaTeX_Main"/>
              </a:rPr>
              <a:t>(</a:t>
            </a:r>
            <a:r>
              <a:rPr lang="es-MX" sz="2800" b="0" i="1" dirty="0">
                <a:solidFill>
                  <a:srgbClr val="000000"/>
                </a:solidFill>
                <a:effectLst/>
                <a:latin typeface="KaTeX_Math"/>
              </a:rPr>
              <a:t>u</a:t>
            </a:r>
            <a:r>
              <a:rPr lang="es-MX" sz="2800" b="0" i="0" dirty="0">
                <a:solidFill>
                  <a:srgbClr val="000000"/>
                </a:solidFill>
                <a:effectLst/>
                <a:latin typeface="KaTeX_Main"/>
              </a:rPr>
              <a:t>)</a:t>
            </a:r>
            <a:endParaRPr lang="es-MX" sz="2800" b="0" i="0" dirty="0">
              <a:solidFill>
                <a:srgbClr val="2C2F35"/>
              </a:solidFill>
              <a:effectLst/>
              <a:latin typeface="Trebuchet MS" panose="020B0603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2800" dirty="0">
                <a:solidFill>
                  <a:srgbClr val="000000"/>
                </a:solidFill>
                <a:latin typeface="KaTeX_Main"/>
              </a:rPr>
              <a:t> </a:t>
            </a:r>
            <a:r>
              <a:rPr lang="es-MX" sz="2800" b="0" i="1" dirty="0">
                <a:solidFill>
                  <a:srgbClr val="000000"/>
                </a:solidFill>
                <a:effectLst/>
                <a:latin typeface="KaTeX_Math"/>
              </a:rPr>
              <a:t>du/</a:t>
            </a:r>
            <a:r>
              <a:rPr lang="es-MX" sz="2800" b="0" i="1" dirty="0" err="1">
                <a:solidFill>
                  <a:srgbClr val="000000"/>
                </a:solidFill>
                <a:effectLst/>
                <a:latin typeface="KaTeX_Math"/>
              </a:rPr>
              <a:t>dy</a:t>
            </a:r>
            <a:r>
              <a:rPr lang="es-MX" sz="2800" b="0" i="1" dirty="0">
                <a:solidFill>
                  <a:srgbClr val="000000"/>
                </a:solidFill>
                <a:effectLst/>
                <a:latin typeface="KaTeX_Math"/>
              </a:rPr>
              <a:t> </a:t>
            </a:r>
            <a:r>
              <a:rPr lang="es-MX" sz="2800" b="0" i="0" dirty="0">
                <a:solidFill>
                  <a:srgbClr val="000000"/>
                </a:solidFill>
                <a:effectLst/>
                <a:latin typeface="KaTeX_Main"/>
              </a:rPr>
              <a:t>​=</a:t>
            </a:r>
            <a:r>
              <a:rPr lang="es-MX" sz="28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 la derivada de la función externa </a:t>
            </a:r>
            <a:r>
              <a:rPr lang="es-MX" sz="2800" b="0" i="1" dirty="0">
                <a:solidFill>
                  <a:srgbClr val="000000"/>
                </a:solidFill>
                <a:effectLst/>
                <a:latin typeface="KaTeX_Math"/>
              </a:rPr>
              <a:t>f</a:t>
            </a:r>
            <a:r>
              <a:rPr lang="es-MX" sz="2800" b="0" i="0" dirty="0">
                <a:solidFill>
                  <a:srgbClr val="000000"/>
                </a:solidFill>
                <a:effectLst/>
                <a:latin typeface="KaTeX_Main"/>
              </a:rPr>
              <a:t>(</a:t>
            </a:r>
            <a:r>
              <a:rPr lang="es-MX" sz="2800" b="0" i="1" dirty="0">
                <a:solidFill>
                  <a:srgbClr val="000000"/>
                </a:solidFill>
                <a:effectLst/>
                <a:latin typeface="KaTeX_Math"/>
              </a:rPr>
              <a:t>u</a:t>
            </a:r>
            <a:r>
              <a:rPr lang="es-MX" sz="2800" b="0" i="0" dirty="0">
                <a:solidFill>
                  <a:srgbClr val="000000"/>
                </a:solidFill>
                <a:effectLst/>
                <a:latin typeface="KaTeX_Main"/>
              </a:rPr>
              <a:t>)</a:t>
            </a:r>
            <a:r>
              <a:rPr lang="es-MX" sz="28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 en términos de </a:t>
            </a:r>
            <a:r>
              <a:rPr lang="es-MX" sz="2800" b="0" i="1" dirty="0">
                <a:solidFill>
                  <a:srgbClr val="000000"/>
                </a:solidFill>
                <a:effectLst/>
                <a:latin typeface="KaTeX_Math"/>
              </a:rPr>
              <a:t>u</a:t>
            </a:r>
            <a:endParaRPr lang="es-MX" sz="2800" b="0" i="0" dirty="0">
              <a:solidFill>
                <a:srgbClr val="2C2F35"/>
              </a:solidFill>
              <a:effectLst/>
              <a:latin typeface="Trebuchet MS" panose="020B0603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2800" dirty="0">
                <a:solidFill>
                  <a:srgbClr val="000000"/>
                </a:solidFill>
                <a:latin typeface="KaTeX_Main"/>
              </a:rPr>
              <a:t> </a:t>
            </a:r>
            <a:r>
              <a:rPr lang="es-MX" sz="2800" b="0" i="1" dirty="0" err="1">
                <a:solidFill>
                  <a:srgbClr val="000000"/>
                </a:solidFill>
                <a:effectLst/>
                <a:latin typeface="KaTeX_Math"/>
              </a:rPr>
              <a:t>dx</a:t>
            </a:r>
            <a:r>
              <a:rPr lang="es-MX" sz="2800" b="0" i="1" dirty="0">
                <a:solidFill>
                  <a:srgbClr val="000000"/>
                </a:solidFill>
                <a:effectLst/>
                <a:latin typeface="KaTeX_Math"/>
              </a:rPr>
              <a:t>/du</a:t>
            </a:r>
            <a:r>
              <a:rPr lang="es-MX" sz="2800" b="0" i="0" dirty="0">
                <a:solidFill>
                  <a:srgbClr val="000000"/>
                </a:solidFill>
                <a:effectLst/>
                <a:latin typeface="KaTeX_Main"/>
              </a:rPr>
              <a:t>​=</a:t>
            </a:r>
            <a:r>
              <a:rPr lang="es-MX" sz="28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 la derivada de la función interna </a:t>
            </a:r>
            <a:r>
              <a:rPr lang="es-MX" sz="2800" b="0" i="1" dirty="0">
                <a:solidFill>
                  <a:srgbClr val="000000"/>
                </a:solidFill>
                <a:effectLst/>
                <a:latin typeface="KaTeX_Math"/>
              </a:rPr>
              <a:t>g</a:t>
            </a:r>
            <a:r>
              <a:rPr lang="es-MX" sz="2800" b="0" i="0" dirty="0">
                <a:solidFill>
                  <a:srgbClr val="000000"/>
                </a:solidFill>
                <a:effectLst/>
                <a:latin typeface="KaTeX_Main"/>
              </a:rPr>
              <a:t>(</a:t>
            </a:r>
            <a:r>
              <a:rPr lang="es-MX" sz="2800" b="0" i="1" dirty="0">
                <a:solidFill>
                  <a:srgbClr val="000000"/>
                </a:solidFill>
                <a:effectLst/>
                <a:latin typeface="KaTeX_Math"/>
              </a:rPr>
              <a:t>x</a:t>
            </a:r>
            <a:r>
              <a:rPr lang="es-MX" sz="2800" b="0" i="0" dirty="0">
                <a:solidFill>
                  <a:srgbClr val="000000"/>
                </a:solidFill>
                <a:effectLst/>
                <a:latin typeface="KaTeX_Main"/>
              </a:rPr>
              <a:t>)</a:t>
            </a:r>
            <a:r>
              <a:rPr lang="es-MX" sz="28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 en términos de </a:t>
            </a:r>
            <a:r>
              <a:rPr lang="es-MX" sz="2800" b="0" i="1" dirty="0">
                <a:solidFill>
                  <a:srgbClr val="000000"/>
                </a:solidFill>
                <a:effectLst/>
                <a:latin typeface="KaTeX_Math"/>
              </a:rPr>
              <a:t>x</a:t>
            </a:r>
            <a:endParaRPr lang="es-MX" sz="2800" b="0" i="0" dirty="0">
              <a:solidFill>
                <a:srgbClr val="2C2F35"/>
              </a:solidFill>
              <a:effectLst/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63405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6C4B97-0C96-56F4-EAEB-5397C3D2D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9633BE1-7799-A908-6C98-32E86C59DA28}"/>
              </a:ext>
            </a:extLst>
          </p:cNvPr>
          <p:cNvSpPr txBox="1"/>
          <p:nvPr/>
        </p:nvSpPr>
        <p:spPr>
          <a:xfrm>
            <a:off x="1563757" y="2478156"/>
            <a:ext cx="7474226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28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derivar</a:t>
            </a:r>
          </a:p>
          <a:p>
            <a:pPr algn="ctr"/>
            <a:r>
              <a:rPr lang="es-MX" sz="3600" dirty="0">
                <a:solidFill>
                  <a:srgbClr val="000000"/>
                </a:solidFill>
                <a:latin typeface="KaTeX_Main"/>
              </a:rPr>
              <a:t>h</a:t>
            </a:r>
            <a:r>
              <a:rPr lang="es-MX" sz="3600" b="0" i="0" dirty="0">
                <a:solidFill>
                  <a:srgbClr val="000000"/>
                </a:solidFill>
                <a:effectLst/>
                <a:latin typeface="KaTeX_Main"/>
              </a:rPr>
              <a:t>(</a:t>
            </a:r>
            <a:r>
              <a:rPr lang="es-MX" sz="3600" b="0" i="1" dirty="0">
                <a:solidFill>
                  <a:srgbClr val="000000"/>
                </a:solidFill>
                <a:effectLst/>
                <a:latin typeface="KaTeX_Math"/>
              </a:rPr>
              <a:t>x</a:t>
            </a:r>
            <a:r>
              <a:rPr lang="es-MX" sz="3600" b="0" i="0" dirty="0">
                <a:solidFill>
                  <a:srgbClr val="000000"/>
                </a:solidFill>
                <a:effectLst/>
                <a:latin typeface="KaTeX_Main"/>
              </a:rPr>
              <a:t>)= sen(</a:t>
            </a:r>
            <a:r>
              <a:rPr lang="es-MX" sz="3600" b="0" i="1" dirty="0">
                <a:solidFill>
                  <a:srgbClr val="000000"/>
                </a:solidFill>
                <a:effectLst/>
                <a:latin typeface="KaTeX_Math"/>
              </a:rPr>
              <a:t>x </a:t>
            </a:r>
            <a:r>
              <a:rPr lang="es-MX" sz="3600" b="0" i="0" dirty="0">
                <a:solidFill>
                  <a:srgbClr val="000000"/>
                </a:solidFill>
                <a:effectLst/>
                <a:latin typeface="KaTeX_Main"/>
              </a:rPr>
              <a:t>)</a:t>
            </a:r>
            <a:endParaRPr lang="es-MX" sz="3600" b="0" i="0" dirty="0">
              <a:solidFill>
                <a:srgbClr val="2C2F35"/>
              </a:solidFill>
              <a:effectLst/>
              <a:latin typeface="Trebuchet MS" panose="020B0603020202020204" pitchFamily="34" charset="0"/>
            </a:endParaRPr>
          </a:p>
          <a:p>
            <a:pPr algn="l"/>
            <a:endParaRPr lang="es-MX" sz="2800" b="0" i="0" dirty="0">
              <a:solidFill>
                <a:srgbClr val="2C2F35"/>
              </a:solidFill>
              <a:effectLst/>
              <a:latin typeface="Trebuchet MS" panose="020B0603020202020204" pitchFamily="34" charset="0"/>
            </a:endParaRPr>
          </a:p>
          <a:p>
            <a:pPr algn="l"/>
            <a:r>
              <a:rPr lang="es-MX" sz="28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Como puedes observar, esta función dada puede considerarse una función compuesta. Por lo tanto, podemos usar la fórmula de la regla de la cadena para derivar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8316AC0D-F358-3FD3-86C0-0AB2693C8485}"/>
                  </a:ext>
                </a:extLst>
              </p14:cNvPr>
              <p14:cNvContentPartPr/>
              <p14:nvPr/>
            </p14:nvContentPartPr>
            <p14:xfrm>
              <a:off x="6148701" y="2913146"/>
              <a:ext cx="162000" cy="24264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8316AC0D-F358-3FD3-86C0-0AB2693C848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42581" y="2907026"/>
                <a:ext cx="174240" cy="25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72714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D303C5-64E9-119A-24AB-95F454CC8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39" y="982132"/>
            <a:ext cx="10353259" cy="1303867"/>
          </a:xfrm>
        </p:spPr>
        <p:txBody>
          <a:bodyPr>
            <a:normAutofit fontScale="90000"/>
          </a:bodyPr>
          <a:lstStyle/>
          <a:p>
            <a:r>
              <a:rPr lang="es-MX" b="1" i="0" dirty="0">
                <a:solidFill>
                  <a:srgbClr val="0849A5"/>
                </a:solidFill>
                <a:effectLst/>
                <a:latin typeface="Trebuchet MS" panose="020B0603020202020204" pitchFamily="34" charset="0"/>
              </a:rPr>
              <a:t>Identificar a las funciones externa e interna</a:t>
            </a:r>
            <a:endParaRPr lang="es-AR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FCD8936-3B10-17AB-1E18-669F2B21056E}"/>
              </a:ext>
            </a:extLst>
          </p:cNvPr>
          <p:cNvSpPr txBox="1"/>
          <p:nvPr/>
        </p:nvSpPr>
        <p:spPr>
          <a:xfrm>
            <a:off x="1007165" y="2557670"/>
            <a:ext cx="8136835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b="1" i="0" dirty="0">
                <a:solidFill>
                  <a:srgbClr val="0849A5"/>
                </a:solidFill>
                <a:effectLst/>
                <a:latin typeface="Trebuchet MS" panose="020B0603020202020204" pitchFamily="34" charset="0"/>
              </a:rPr>
              <a:t>.</a:t>
            </a:r>
          </a:p>
          <a:p>
            <a:pPr algn="l"/>
            <a:r>
              <a:rPr lang="es-MX" sz="40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Si  consideramos a la función interna como </a:t>
            </a:r>
            <a:r>
              <a:rPr lang="es-MX" sz="4000" b="0" i="1" dirty="0">
                <a:solidFill>
                  <a:srgbClr val="000000"/>
                </a:solidFill>
                <a:effectLst/>
                <a:latin typeface="KaTeX_Math"/>
              </a:rPr>
              <a:t>g</a:t>
            </a:r>
            <a:r>
              <a:rPr lang="es-MX" sz="4000" b="0" i="0" dirty="0">
                <a:solidFill>
                  <a:srgbClr val="000000"/>
                </a:solidFill>
                <a:effectLst/>
                <a:latin typeface="KaTeX_Main"/>
              </a:rPr>
              <a:t>(</a:t>
            </a:r>
            <a:r>
              <a:rPr lang="es-MX" sz="4000" b="0" i="1" dirty="0">
                <a:solidFill>
                  <a:srgbClr val="000000"/>
                </a:solidFill>
                <a:effectLst/>
                <a:latin typeface="KaTeX_Math"/>
              </a:rPr>
              <a:t>x</a:t>
            </a:r>
            <a:r>
              <a:rPr lang="es-MX" sz="4000" b="0" i="0" dirty="0">
                <a:solidFill>
                  <a:srgbClr val="000000"/>
                </a:solidFill>
                <a:effectLst/>
                <a:latin typeface="KaTeX_Main"/>
              </a:rPr>
              <a:t>) = </a:t>
            </a:r>
            <a:r>
              <a:rPr lang="es-MX" sz="4000" b="0" i="1" dirty="0">
                <a:solidFill>
                  <a:srgbClr val="000000"/>
                </a:solidFill>
                <a:effectLst/>
                <a:latin typeface="KaTeX_Math"/>
              </a:rPr>
              <a:t>u </a:t>
            </a:r>
            <a:r>
              <a:rPr lang="es-MX" sz="4000" b="0" i="0" dirty="0">
                <a:solidFill>
                  <a:srgbClr val="000000"/>
                </a:solidFill>
                <a:effectLst/>
                <a:latin typeface="KaTeX_Main"/>
              </a:rPr>
              <a:t>= </a:t>
            </a:r>
            <a:r>
              <a:rPr lang="es-MX" sz="4000" b="0" i="1" dirty="0">
                <a:solidFill>
                  <a:srgbClr val="000000"/>
                </a:solidFill>
                <a:effectLst/>
                <a:latin typeface="KaTeX_Math"/>
              </a:rPr>
              <a:t>x</a:t>
            </a:r>
            <a:r>
              <a:rPr lang="es-MX" sz="40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, entonces</a:t>
            </a:r>
          </a:p>
          <a:p>
            <a:pPr algn="ctr"/>
            <a:r>
              <a:rPr lang="es-MX" sz="4000" b="0" i="1" dirty="0">
                <a:solidFill>
                  <a:srgbClr val="000000"/>
                </a:solidFill>
                <a:effectLst/>
                <a:latin typeface="KaTeX_Math"/>
              </a:rPr>
              <a:t>f</a:t>
            </a:r>
            <a:r>
              <a:rPr lang="es-MX" sz="4000" b="0" i="0" dirty="0">
                <a:solidFill>
                  <a:srgbClr val="000000"/>
                </a:solidFill>
                <a:effectLst/>
                <a:latin typeface="KaTeX_Main"/>
              </a:rPr>
              <a:t>(</a:t>
            </a:r>
            <a:r>
              <a:rPr lang="es-MX" sz="4000" b="0" i="1" dirty="0">
                <a:solidFill>
                  <a:srgbClr val="000000"/>
                </a:solidFill>
                <a:effectLst/>
                <a:latin typeface="KaTeX_Math"/>
              </a:rPr>
              <a:t>g</a:t>
            </a:r>
            <a:r>
              <a:rPr lang="es-MX" sz="4000" b="0" i="0" dirty="0">
                <a:solidFill>
                  <a:srgbClr val="000000"/>
                </a:solidFill>
                <a:effectLst/>
                <a:latin typeface="KaTeX_Main"/>
              </a:rPr>
              <a:t>(</a:t>
            </a:r>
            <a:r>
              <a:rPr lang="es-MX" sz="4000" b="0" i="1" dirty="0">
                <a:solidFill>
                  <a:srgbClr val="000000"/>
                </a:solidFill>
                <a:effectLst/>
                <a:latin typeface="KaTeX_Math"/>
              </a:rPr>
              <a:t>x</a:t>
            </a:r>
            <a:r>
              <a:rPr lang="es-MX" sz="4000" b="0" i="0" dirty="0">
                <a:solidFill>
                  <a:srgbClr val="000000"/>
                </a:solidFill>
                <a:effectLst/>
                <a:latin typeface="KaTeX_Main"/>
              </a:rPr>
              <a:t>))=</a:t>
            </a:r>
            <a:r>
              <a:rPr lang="es-MX" sz="4000" b="0" i="1" dirty="0">
                <a:solidFill>
                  <a:srgbClr val="000000"/>
                </a:solidFill>
                <a:effectLst/>
                <a:latin typeface="KaTeX_Math"/>
              </a:rPr>
              <a:t>f</a:t>
            </a:r>
            <a:r>
              <a:rPr lang="es-MX" sz="4000" b="0" i="0" dirty="0">
                <a:solidFill>
                  <a:srgbClr val="000000"/>
                </a:solidFill>
                <a:effectLst/>
                <a:latin typeface="KaTeX_Main"/>
              </a:rPr>
              <a:t>(</a:t>
            </a:r>
            <a:r>
              <a:rPr lang="es-MX" sz="4000" b="0" i="1" dirty="0">
                <a:solidFill>
                  <a:srgbClr val="000000"/>
                </a:solidFill>
                <a:effectLst/>
                <a:latin typeface="KaTeX_Math"/>
              </a:rPr>
              <a:t>u</a:t>
            </a:r>
            <a:r>
              <a:rPr lang="es-MX" sz="4000" b="0" i="0" dirty="0">
                <a:solidFill>
                  <a:srgbClr val="000000"/>
                </a:solidFill>
                <a:effectLst/>
                <a:latin typeface="KaTeX_Main"/>
              </a:rPr>
              <a:t>)</a:t>
            </a:r>
            <a:endParaRPr lang="es-MX" sz="4000" b="0" i="0" dirty="0">
              <a:solidFill>
                <a:srgbClr val="2C2F35"/>
              </a:solidFill>
              <a:effectLst/>
              <a:latin typeface="Trebuchet MS" panose="020B0603020202020204" pitchFamily="34" charset="0"/>
            </a:endParaRPr>
          </a:p>
          <a:p>
            <a:pPr algn="ctr"/>
            <a:r>
              <a:rPr lang="es-MX" sz="4000" b="0" i="1" dirty="0">
                <a:solidFill>
                  <a:srgbClr val="000000"/>
                </a:solidFill>
                <a:effectLst/>
                <a:latin typeface="KaTeX_Math"/>
              </a:rPr>
              <a:t>f</a:t>
            </a:r>
            <a:r>
              <a:rPr lang="es-MX" sz="4000" b="0" i="0" dirty="0">
                <a:solidFill>
                  <a:srgbClr val="000000"/>
                </a:solidFill>
                <a:effectLst/>
                <a:latin typeface="KaTeX_Main"/>
              </a:rPr>
              <a:t>(</a:t>
            </a:r>
            <a:r>
              <a:rPr lang="es-MX" sz="4000" b="0" i="1" dirty="0">
                <a:solidFill>
                  <a:srgbClr val="000000"/>
                </a:solidFill>
                <a:effectLst/>
                <a:latin typeface="KaTeX_Math"/>
              </a:rPr>
              <a:t>u</a:t>
            </a:r>
            <a:r>
              <a:rPr lang="es-MX" sz="4000" b="0" i="0" dirty="0">
                <a:solidFill>
                  <a:srgbClr val="000000"/>
                </a:solidFill>
                <a:effectLst/>
                <a:latin typeface="KaTeX_Main"/>
              </a:rPr>
              <a:t>)=sen(</a:t>
            </a:r>
            <a:r>
              <a:rPr lang="es-MX" sz="4000" b="0" i="1" dirty="0">
                <a:solidFill>
                  <a:srgbClr val="000000"/>
                </a:solidFill>
                <a:effectLst/>
                <a:latin typeface="KaTeX_Math"/>
              </a:rPr>
              <a:t>u</a:t>
            </a:r>
            <a:r>
              <a:rPr lang="es-MX" sz="4000" b="0" i="0" dirty="0">
                <a:solidFill>
                  <a:srgbClr val="000000"/>
                </a:solidFill>
                <a:effectLst/>
                <a:latin typeface="KaTeX_Main"/>
              </a:rPr>
              <a:t>)</a:t>
            </a:r>
          </a:p>
          <a:p>
            <a:pPr algn="ctr"/>
            <a:r>
              <a:rPr lang="es-MX" sz="4000" dirty="0">
                <a:solidFill>
                  <a:srgbClr val="000000"/>
                </a:solidFill>
                <a:latin typeface="KaTeX_Main"/>
              </a:rPr>
              <a:t>Aplicando la regla de la cadena:</a:t>
            </a:r>
            <a:endParaRPr lang="es-MX" sz="4000" b="0" i="0" dirty="0">
              <a:solidFill>
                <a:srgbClr val="2C2F35"/>
              </a:solidFill>
              <a:effectLst/>
              <a:latin typeface="Trebuchet MS" panose="020B0603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Entrada de lápiz 15">
                <a:extLst>
                  <a:ext uri="{FF2B5EF4-FFF2-40B4-BE49-F238E27FC236}">
                    <a16:creationId xmlns:a16="http://schemas.microsoft.com/office/drawing/2014/main" id="{38B252B2-0B64-5B9E-B0A2-3BF842555FCA}"/>
                  </a:ext>
                </a:extLst>
              </p14:cNvPr>
              <p14:cNvContentPartPr/>
              <p14:nvPr/>
            </p14:nvContentPartPr>
            <p14:xfrm>
              <a:off x="6506181" y="3497426"/>
              <a:ext cx="188280" cy="254880"/>
            </p14:xfrm>
          </p:contentPart>
        </mc:Choice>
        <mc:Fallback xmlns="">
          <p:pic>
            <p:nvPicPr>
              <p:cNvPr id="16" name="Entrada de lápiz 15">
                <a:extLst>
                  <a:ext uri="{FF2B5EF4-FFF2-40B4-BE49-F238E27FC236}">
                    <a16:creationId xmlns:a16="http://schemas.microsoft.com/office/drawing/2014/main" id="{38B252B2-0B64-5B9E-B0A2-3BF842555FC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00061" y="3491306"/>
                <a:ext cx="200520" cy="26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upo 18">
            <a:extLst>
              <a:ext uri="{FF2B5EF4-FFF2-40B4-BE49-F238E27FC236}">
                <a16:creationId xmlns:a16="http://schemas.microsoft.com/office/drawing/2014/main" id="{A95D7663-09A4-6AE3-80CD-73E24B54EE1D}"/>
              </a:ext>
            </a:extLst>
          </p:cNvPr>
          <p:cNvGrpSpPr/>
          <p:nvPr/>
        </p:nvGrpSpPr>
        <p:grpSpPr>
          <a:xfrm>
            <a:off x="4783941" y="1285226"/>
            <a:ext cx="360" cy="360"/>
            <a:chOff x="4783941" y="1285226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96C14CAD-E24C-CA33-CE3C-5EB61A6A978F}"/>
                    </a:ext>
                  </a:extLst>
                </p14:cNvPr>
                <p14:cNvContentPartPr/>
                <p14:nvPr/>
              </p14:nvContentPartPr>
              <p14:xfrm>
                <a:off x="4783941" y="1285226"/>
                <a:ext cx="360" cy="360"/>
              </p14:xfrm>
            </p:contentPart>
          </mc:Choice>
          <mc:Fallback xmlns=""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96C14CAD-E24C-CA33-CE3C-5EB61A6A978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777821" y="127910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5AD8D42F-CF28-EFF0-4CEA-F89D034A6143}"/>
                    </a:ext>
                  </a:extLst>
                </p14:cNvPr>
                <p14:cNvContentPartPr/>
                <p14:nvPr/>
              </p14:nvContentPartPr>
              <p14:xfrm>
                <a:off x="4783941" y="1285226"/>
                <a:ext cx="360" cy="360"/>
              </p14:xfrm>
            </p:contentPart>
          </mc:Choice>
          <mc:Fallback xmlns=""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5AD8D42F-CF28-EFF0-4CEA-F89D034A614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777821" y="127910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0" name="Entrada de lápiz 19">
                <a:extLst>
                  <a:ext uri="{FF2B5EF4-FFF2-40B4-BE49-F238E27FC236}">
                    <a16:creationId xmlns:a16="http://schemas.microsoft.com/office/drawing/2014/main" id="{57A59A6C-C553-5DB1-D2FF-071665E48307}"/>
                  </a:ext>
                </a:extLst>
              </p14:cNvPr>
              <p14:cNvContentPartPr/>
              <p14:nvPr/>
            </p14:nvContentPartPr>
            <p14:xfrm>
              <a:off x="8163261" y="2067146"/>
              <a:ext cx="339840" cy="371520"/>
            </p14:xfrm>
          </p:contentPart>
        </mc:Choice>
        <mc:Fallback xmlns="">
          <p:pic>
            <p:nvPicPr>
              <p:cNvPr id="20" name="Entrada de lápiz 19">
                <a:extLst>
                  <a:ext uri="{FF2B5EF4-FFF2-40B4-BE49-F238E27FC236}">
                    <a16:creationId xmlns:a16="http://schemas.microsoft.com/office/drawing/2014/main" id="{57A59A6C-C553-5DB1-D2FF-071665E4830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127261" y="2031146"/>
                <a:ext cx="411480" cy="44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1" name="Entrada de lápiz 20">
                <a:extLst>
                  <a:ext uri="{FF2B5EF4-FFF2-40B4-BE49-F238E27FC236}">
                    <a16:creationId xmlns:a16="http://schemas.microsoft.com/office/drawing/2014/main" id="{7A370879-DC56-3264-1611-97A489D4BBD0}"/>
                  </a:ext>
                </a:extLst>
              </p14:cNvPr>
              <p14:cNvContentPartPr/>
              <p14:nvPr/>
            </p14:nvContentPartPr>
            <p14:xfrm>
              <a:off x="8825301" y="2385026"/>
              <a:ext cx="63720" cy="360"/>
            </p14:xfrm>
          </p:contentPart>
        </mc:Choice>
        <mc:Fallback xmlns="">
          <p:pic>
            <p:nvPicPr>
              <p:cNvPr id="21" name="Entrada de lápiz 20">
                <a:extLst>
                  <a:ext uri="{FF2B5EF4-FFF2-40B4-BE49-F238E27FC236}">
                    <a16:creationId xmlns:a16="http://schemas.microsoft.com/office/drawing/2014/main" id="{7A370879-DC56-3264-1611-97A489D4BBD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789661" y="2349386"/>
                <a:ext cx="13536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2" name="Entrada de lápiz 21">
                <a:extLst>
                  <a:ext uri="{FF2B5EF4-FFF2-40B4-BE49-F238E27FC236}">
                    <a16:creationId xmlns:a16="http://schemas.microsoft.com/office/drawing/2014/main" id="{02F3B43B-AD2D-563A-3236-D2C1BFC5266D}"/>
                  </a:ext>
                </a:extLst>
              </p14:cNvPr>
              <p14:cNvContentPartPr/>
              <p14:nvPr/>
            </p14:nvContentPartPr>
            <p14:xfrm>
              <a:off x="8759061" y="2239226"/>
              <a:ext cx="160920" cy="14040"/>
            </p14:xfrm>
          </p:contentPart>
        </mc:Choice>
        <mc:Fallback xmlns="">
          <p:pic>
            <p:nvPicPr>
              <p:cNvPr id="22" name="Entrada de lápiz 21">
                <a:extLst>
                  <a:ext uri="{FF2B5EF4-FFF2-40B4-BE49-F238E27FC236}">
                    <a16:creationId xmlns:a16="http://schemas.microsoft.com/office/drawing/2014/main" id="{02F3B43B-AD2D-563A-3236-D2C1BFC5266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723421" y="2203586"/>
                <a:ext cx="23256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3" name="Entrada de lápiz 22">
                <a:extLst>
                  <a:ext uri="{FF2B5EF4-FFF2-40B4-BE49-F238E27FC236}">
                    <a16:creationId xmlns:a16="http://schemas.microsoft.com/office/drawing/2014/main" id="{7336D7C2-725E-3221-5606-596EEFB7E221}"/>
                  </a:ext>
                </a:extLst>
              </p14:cNvPr>
              <p14:cNvContentPartPr/>
              <p14:nvPr/>
            </p14:nvContentPartPr>
            <p14:xfrm>
              <a:off x="9301221" y="2159666"/>
              <a:ext cx="603000" cy="371880"/>
            </p14:xfrm>
          </p:contentPart>
        </mc:Choice>
        <mc:Fallback xmlns="">
          <p:pic>
            <p:nvPicPr>
              <p:cNvPr id="23" name="Entrada de lápiz 22">
                <a:extLst>
                  <a:ext uri="{FF2B5EF4-FFF2-40B4-BE49-F238E27FC236}">
                    <a16:creationId xmlns:a16="http://schemas.microsoft.com/office/drawing/2014/main" id="{7336D7C2-725E-3221-5606-596EEFB7E22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265221" y="2123666"/>
                <a:ext cx="674640" cy="44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4" name="Entrada de lápiz 23">
                <a:extLst>
                  <a:ext uri="{FF2B5EF4-FFF2-40B4-BE49-F238E27FC236}">
                    <a16:creationId xmlns:a16="http://schemas.microsoft.com/office/drawing/2014/main" id="{AF5E59C8-229B-3465-DE0B-AC7EE0647FEF}"/>
                  </a:ext>
                </a:extLst>
              </p14:cNvPr>
              <p14:cNvContentPartPr/>
              <p14:nvPr/>
            </p14:nvContentPartPr>
            <p14:xfrm>
              <a:off x="10015101" y="2131946"/>
              <a:ext cx="256680" cy="307080"/>
            </p14:xfrm>
          </p:contentPart>
        </mc:Choice>
        <mc:Fallback xmlns="">
          <p:pic>
            <p:nvPicPr>
              <p:cNvPr id="24" name="Entrada de lápiz 23">
                <a:extLst>
                  <a:ext uri="{FF2B5EF4-FFF2-40B4-BE49-F238E27FC236}">
                    <a16:creationId xmlns:a16="http://schemas.microsoft.com/office/drawing/2014/main" id="{AF5E59C8-229B-3465-DE0B-AC7EE0647FE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979461" y="2095946"/>
                <a:ext cx="328320" cy="37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upo 33">
            <a:extLst>
              <a:ext uri="{FF2B5EF4-FFF2-40B4-BE49-F238E27FC236}">
                <a16:creationId xmlns:a16="http://schemas.microsoft.com/office/drawing/2014/main" id="{64ABB1DF-1CC2-4B8A-CDCC-0A14C436D237}"/>
              </a:ext>
            </a:extLst>
          </p:cNvPr>
          <p:cNvGrpSpPr/>
          <p:nvPr/>
        </p:nvGrpSpPr>
        <p:grpSpPr>
          <a:xfrm>
            <a:off x="10428021" y="1801466"/>
            <a:ext cx="853200" cy="772560"/>
            <a:chOff x="10428021" y="1801466"/>
            <a:chExt cx="853200" cy="77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100E26AF-FAD7-C68F-9A3F-10E566AB5085}"/>
                    </a:ext>
                  </a:extLst>
                </p14:cNvPr>
                <p14:cNvContentPartPr/>
                <p14:nvPr/>
              </p14:nvContentPartPr>
              <p14:xfrm>
                <a:off x="10428021" y="2101706"/>
                <a:ext cx="214560" cy="444600"/>
              </p14:xfrm>
            </p:contentPart>
          </mc:Choice>
          <mc:Fallback xmlns=""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100E26AF-FAD7-C68F-9A3F-10E566AB508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392021" y="2066066"/>
                  <a:ext cx="286200" cy="51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CAC56B7C-909A-C25A-413F-A9B556A25848}"/>
                    </a:ext>
                  </a:extLst>
                </p14:cNvPr>
                <p14:cNvContentPartPr/>
                <p14:nvPr/>
              </p14:nvContentPartPr>
              <p14:xfrm>
                <a:off x="10839861" y="2106386"/>
                <a:ext cx="111600" cy="349920"/>
              </p14:xfrm>
            </p:contentPart>
          </mc:Choice>
          <mc:Fallback xmlns=""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CAC56B7C-909A-C25A-413F-A9B556A2584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803861" y="2070746"/>
                  <a:ext cx="18324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C8F3791D-C0B7-AB18-8EB0-A1FEE26910E0}"/>
                    </a:ext>
                  </a:extLst>
                </p14:cNvPr>
                <p14:cNvContentPartPr/>
                <p14:nvPr/>
              </p14:nvContentPartPr>
              <p14:xfrm>
                <a:off x="10811781" y="2199266"/>
                <a:ext cx="147600" cy="241200"/>
              </p14:xfrm>
            </p:contentPart>
          </mc:Choice>
          <mc:Fallback xmlns=""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C8F3791D-C0B7-AB18-8EB0-A1FEE26910E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776141" y="2163266"/>
                  <a:ext cx="21924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0E46F765-E6F9-4065-F16E-B03D65A30F0D}"/>
                    </a:ext>
                  </a:extLst>
                </p14:cNvPr>
                <p14:cNvContentPartPr/>
                <p14:nvPr/>
              </p14:nvContentPartPr>
              <p14:xfrm>
                <a:off x="11118501" y="1801466"/>
                <a:ext cx="162720" cy="332280"/>
              </p14:xfrm>
            </p:contentPart>
          </mc:Choice>
          <mc:Fallback xmlns=""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0E46F765-E6F9-4065-F16E-B03D65A30F0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1082501" y="1765826"/>
                  <a:ext cx="23436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CC52D116-7A89-57CC-AAD6-9DF38FD3B61A}"/>
                    </a:ext>
                  </a:extLst>
                </p14:cNvPr>
                <p14:cNvContentPartPr/>
                <p14:nvPr/>
              </p14:nvContentPartPr>
              <p14:xfrm>
                <a:off x="10705221" y="1855106"/>
                <a:ext cx="118800" cy="718920"/>
              </p14:xfrm>
            </p:contentPart>
          </mc:Choice>
          <mc:Fallback xmlns=""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CC52D116-7A89-57CC-AAD6-9DF38FD3B61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669581" y="1819466"/>
                  <a:ext cx="190440" cy="790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5" name="Entrada de lápiz 34">
                <a:extLst>
                  <a:ext uri="{FF2B5EF4-FFF2-40B4-BE49-F238E27FC236}">
                    <a16:creationId xmlns:a16="http://schemas.microsoft.com/office/drawing/2014/main" id="{B3FA9AC6-6F55-F98F-AAAC-86D0636E55DC}"/>
                  </a:ext>
                </a:extLst>
              </p14:cNvPr>
              <p14:cNvContentPartPr/>
              <p14:nvPr/>
            </p14:nvContentPartPr>
            <p14:xfrm>
              <a:off x="11383461" y="1868066"/>
              <a:ext cx="93240" cy="559080"/>
            </p14:xfrm>
          </p:contentPart>
        </mc:Choice>
        <mc:Fallback xmlns="">
          <p:pic>
            <p:nvPicPr>
              <p:cNvPr id="35" name="Entrada de lápiz 34">
                <a:extLst>
                  <a:ext uri="{FF2B5EF4-FFF2-40B4-BE49-F238E27FC236}">
                    <a16:creationId xmlns:a16="http://schemas.microsoft.com/office/drawing/2014/main" id="{B3FA9AC6-6F55-F98F-AAAC-86D0636E55DC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1347461" y="1832426"/>
                <a:ext cx="164880" cy="630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upo 38">
            <a:extLst>
              <a:ext uri="{FF2B5EF4-FFF2-40B4-BE49-F238E27FC236}">
                <a16:creationId xmlns:a16="http://schemas.microsoft.com/office/drawing/2014/main" id="{D2447A43-EA3F-2FC5-A1B5-BD4E6A2A3494}"/>
              </a:ext>
            </a:extLst>
          </p:cNvPr>
          <p:cNvGrpSpPr/>
          <p:nvPr/>
        </p:nvGrpSpPr>
        <p:grpSpPr>
          <a:xfrm>
            <a:off x="9514701" y="2716226"/>
            <a:ext cx="912240" cy="757800"/>
            <a:chOff x="9514701" y="2716226"/>
            <a:chExt cx="912240" cy="75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174BB2AC-6392-8F08-5FC8-5759022F1802}"/>
                    </a:ext>
                  </a:extLst>
                </p14:cNvPr>
                <p14:cNvContentPartPr/>
                <p14:nvPr/>
              </p14:nvContentPartPr>
              <p14:xfrm>
                <a:off x="9514701" y="2716226"/>
                <a:ext cx="912240" cy="95760"/>
              </p14:xfrm>
            </p:contentPart>
          </mc:Choice>
          <mc:Fallback xmlns=""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174BB2AC-6392-8F08-5FC8-5759022F180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478701" y="2680226"/>
                  <a:ext cx="9838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888101C4-1D1C-872F-1355-B30F38B5811F}"/>
                    </a:ext>
                  </a:extLst>
                </p14:cNvPr>
                <p14:cNvContentPartPr/>
                <p14:nvPr/>
              </p14:nvContentPartPr>
              <p14:xfrm>
                <a:off x="10241901" y="2917466"/>
                <a:ext cx="122400" cy="556560"/>
              </p14:xfrm>
            </p:contentPart>
          </mc:Choice>
          <mc:Fallback xmlns=""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888101C4-1D1C-872F-1355-B30F38B5811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205901" y="2881466"/>
                  <a:ext cx="194040" cy="62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EBFE0DAC-A90F-6563-9231-5FC63AF68D33}"/>
                    </a:ext>
                  </a:extLst>
                </p14:cNvPr>
                <p14:cNvContentPartPr/>
                <p14:nvPr/>
              </p14:nvContentPartPr>
              <p14:xfrm>
                <a:off x="10256661" y="3314906"/>
                <a:ext cx="158040" cy="24840"/>
              </p14:xfrm>
            </p:contentPart>
          </mc:Choice>
          <mc:Fallback xmlns=""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EBFE0DAC-A90F-6563-9231-5FC63AF68D3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221021" y="3278906"/>
                  <a:ext cx="229680" cy="9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6B8E293E-866A-D480-BA60-63A01DE76B31}"/>
              </a:ext>
            </a:extLst>
          </p:cNvPr>
          <p:cNvGrpSpPr/>
          <p:nvPr/>
        </p:nvGrpSpPr>
        <p:grpSpPr>
          <a:xfrm>
            <a:off x="10760301" y="1016306"/>
            <a:ext cx="601200" cy="615240"/>
            <a:chOff x="10760301" y="1016306"/>
            <a:chExt cx="601200" cy="61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99493271-FA94-435B-87FB-1430D6133273}"/>
                    </a:ext>
                  </a:extLst>
                </p14:cNvPr>
                <p14:cNvContentPartPr/>
                <p14:nvPr/>
              </p14:nvContentPartPr>
              <p14:xfrm>
                <a:off x="10760301" y="1507706"/>
                <a:ext cx="601200" cy="82080"/>
              </p14:xfrm>
            </p:contentPart>
          </mc:Choice>
          <mc:Fallback xmlns=""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99493271-FA94-435B-87FB-1430D613327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724301" y="1472066"/>
                  <a:ext cx="6728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AAF72B2B-4703-DDD5-357D-AB808E758E18}"/>
                    </a:ext>
                  </a:extLst>
                </p14:cNvPr>
                <p14:cNvContentPartPr/>
                <p14:nvPr/>
              </p14:nvContentPartPr>
              <p14:xfrm>
                <a:off x="10782621" y="1016306"/>
                <a:ext cx="283680" cy="615240"/>
              </p14:xfrm>
            </p:contentPart>
          </mc:Choice>
          <mc:Fallback xmlns=""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AAF72B2B-4703-DDD5-357D-AB808E758E1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746621" y="980306"/>
                  <a:ext cx="355320" cy="68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9A33B9E7-C9D1-8AFB-47C4-04C00230CFEC}"/>
              </a:ext>
            </a:extLst>
          </p:cNvPr>
          <p:cNvGrpSpPr/>
          <p:nvPr/>
        </p:nvGrpSpPr>
        <p:grpSpPr>
          <a:xfrm>
            <a:off x="8149581" y="2865986"/>
            <a:ext cx="561960" cy="784440"/>
            <a:chOff x="8149581" y="2865986"/>
            <a:chExt cx="561960" cy="78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5EFF5B0D-7469-E698-AE2F-71BECFE7D99E}"/>
                    </a:ext>
                  </a:extLst>
                </p14:cNvPr>
                <p14:cNvContentPartPr/>
                <p14:nvPr/>
              </p14:nvContentPartPr>
              <p14:xfrm>
                <a:off x="8187741" y="2865986"/>
                <a:ext cx="165240" cy="784440"/>
              </p14:xfrm>
            </p:contentPart>
          </mc:Choice>
          <mc:Fallback xmlns=""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5EFF5B0D-7469-E698-AE2F-71BECFE7D99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151741" y="2830346"/>
                  <a:ext cx="236880" cy="85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1876C6C0-6EE3-FE68-8D5D-44328CBA57B2}"/>
                    </a:ext>
                  </a:extLst>
                </p14:cNvPr>
                <p14:cNvContentPartPr/>
                <p14:nvPr/>
              </p14:nvContentPartPr>
              <p14:xfrm>
                <a:off x="8149581" y="3392306"/>
                <a:ext cx="253800" cy="360"/>
              </p14:xfrm>
            </p:contentPart>
          </mc:Choice>
          <mc:Fallback xmlns=""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1876C6C0-6EE3-FE68-8D5D-44328CBA57B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113941" y="3356306"/>
                  <a:ext cx="3254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C0159C0E-5654-78FA-3FB0-8B9A549B53F1}"/>
                    </a:ext>
                  </a:extLst>
                </p14:cNvPr>
                <p14:cNvContentPartPr/>
                <p14:nvPr/>
              </p14:nvContentPartPr>
              <p14:xfrm>
                <a:off x="8664021" y="3193586"/>
                <a:ext cx="47520" cy="421920"/>
              </p14:xfrm>
            </p:contentPart>
          </mc:Choice>
          <mc:Fallback xmlns=""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C0159C0E-5654-78FA-3FB0-8B9A549B53F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628021" y="3157586"/>
                  <a:ext cx="119160" cy="49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B8D0D2D5-FC0B-3D6F-6928-68B849C6B4EE}"/>
              </a:ext>
            </a:extLst>
          </p:cNvPr>
          <p:cNvGrpSpPr/>
          <p:nvPr/>
        </p:nvGrpSpPr>
        <p:grpSpPr>
          <a:xfrm>
            <a:off x="8904501" y="3153266"/>
            <a:ext cx="360360" cy="508680"/>
            <a:chOff x="8904501" y="3153266"/>
            <a:chExt cx="360360" cy="50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0DE62F1E-5591-D324-F944-D033B01F4278}"/>
                    </a:ext>
                  </a:extLst>
                </p14:cNvPr>
                <p14:cNvContentPartPr/>
                <p14:nvPr/>
              </p14:nvContentPartPr>
              <p14:xfrm>
                <a:off x="8904501" y="3291146"/>
                <a:ext cx="303120" cy="247320"/>
              </p14:xfrm>
            </p:contentPart>
          </mc:Choice>
          <mc:Fallback xmlns=""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0DE62F1E-5591-D324-F944-D033B01F427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868861" y="3255506"/>
                  <a:ext cx="37476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585B0974-4D24-E89B-54F1-879C005E0ADB}"/>
                    </a:ext>
                  </a:extLst>
                </p14:cNvPr>
                <p14:cNvContentPartPr/>
                <p14:nvPr/>
              </p14:nvContentPartPr>
              <p14:xfrm>
                <a:off x="9210141" y="3153266"/>
                <a:ext cx="54720" cy="508680"/>
              </p14:xfrm>
            </p:contentPart>
          </mc:Choice>
          <mc:Fallback xmlns=""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585B0974-4D24-E89B-54F1-879C005E0AD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174141" y="3117626"/>
                  <a:ext cx="126360" cy="58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51" name="Entrada de lápiz 50">
                <a:extLst>
                  <a:ext uri="{FF2B5EF4-FFF2-40B4-BE49-F238E27FC236}">
                    <a16:creationId xmlns:a16="http://schemas.microsoft.com/office/drawing/2014/main" id="{E0D62988-5FA3-A460-419B-71D172E793BC}"/>
                  </a:ext>
                </a:extLst>
              </p14:cNvPr>
              <p14:cNvContentPartPr/>
              <p14:nvPr/>
            </p14:nvContentPartPr>
            <p14:xfrm>
              <a:off x="4174101" y="3470066"/>
              <a:ext cx="822960" cy="173880"/>
            </p14:xfrm>
          </p:contentPart>
        </mc:Choice>
        <mc:Fallback xmlns="">
          <p:pic>
            <p:nvPicPr>
              <p:cNvPr id="51" name="Entrada de lápiz 50">
                <a:extLst>
                  <a:ext uri="{FF2B5EF4-FFF2-40B4-BE49-F238E27FC236}">
                    <a16:creationId xmlns:a16="http://schemas.microsoft.com/office/drawing/2014/main" id="{E0D62988-5FA3-A460-419B-71D172E793BC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138461" y="3434426"/>
                <a:ext cx="89460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52" name="Entrada de lápiz 51">
                <a:extLst>
                  <a:ext uri="{FF2B5EF4-FFF2-40B4-BE49-F238E27FC236}">
                    <a16:creationId xmlns:a16="http://schemas.microsoft.com/office/drawing/2014/main" id="{13315E8C-7B55-F928-B63B-B46B997202F5}"/>
                  </a:ext>
                </a:extLst>
              </p14:cNvPr>
              <p14:cNvContentPartPr/>
              <p14:nvPr/>
            </p14:nvContentPartPr>
            <p14:xfrm>
              <a:off x="5578821" y="3657266"/>
              <a:ext cx="174600" cy="360"/>
            </p14:xfrm>
          </p:contentPart>
        </mc:Choice>
        <mc:Fallback xmlns="">
          <p:pic>
            <p:nvPicPr>
              <p:cNvPr id="52" name="Entrada de lápiz 51">
                <a:extLst>
                  <a:ext uri="{FF2B5EF4-FFF2-40B4-BE49-F238E27FC236}">
                    <a16:creationId xmlns:a16="http://schemas.microsoft.com/office/drawing/2014/main" id="{13315E8C-7B55-F928-B63B-B46B997202F5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5542821" y="3621266"/>
                <a:ext cx="24624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upo 57">
            <a:extLst>
              <a:ext uri="{FF2B5EF4-FFF2-40B4-BE49-F238E27FC236}">
                <a16:creationId xmlns:a16="http://schemas.microsoft.com/office/drawing/2014/main" id="{D792B916-9F5C-7F2B-62F0-DDFF9A5B3386}"/>
              </a:ext>
            </a:extLst>
          </p:cNvPr>
          <p:cNvGrpSpPr/>
          <p:nvPr/>
        </p:nvGrpSpPr>
        <p:grpSpPr>
          <a:xfrm>
            <a:off x="5910381" y="5194466"/>
            <a:ext cx="411120" cy="276480"/>
            <a:chOff x="5910381" y="5194466"/>
            <a:chExt cx="411120" cy="27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D46A2878-A757-0D1F-0848-BC19CB803817}"/>
                    </a:ext>
                  </a:extLst>
                </p14:cNvPr>
                <p14:cNvContentPartPr/>
                <p14:nvPr/>
              </p14:nvContentPartPr>
              <p14:xfrm>
                <a:off x="5910381" y="5340266"/>
                <a:ext cx="123480" cy="104400"/>
              </p14:xfrm>
            </p:contentPart>
          </mc:Choice>
          <mc:Fallback xmlns=""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D46A2878-A757-0D1F-0848-BC19CB80381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874381" y="5304266"/>
                  <a:ext cx="1951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4D5EC6AD-D3FE-AD84-3466-346AA731A653}"/>
                    </a:ext>
                  </a:extLst>
                </p14:cNvPr>
                <p14:cNvContentPartPr/>
                <p14:nvPr/>
              </p14:nvContentPartPr>
              <p14:xfrm>
                <a:off x="5930901" y="5313626"/>
                <a:ext cx="99000" cy="157320"/>
              </p14:xfrm>
            </p:contentPart>
          </mc:Choice>
          <mc:Fallback xmlns=""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4D5EC6AD-D3FE-AD84-3466-346AA731A65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894901" y="5277986"/>
                  <a:ext cx="1706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B1CC2342-3577-AB70-A892-8E493343C83D}"/>
                    </a:ext>
                  </a:extLst>
                </p14:cNvPr>
                <p14:cNvContentPartPr/>
                <p14:nvPr/>
              </p14:nvContentPartPr>
              <p14:xfrm>
                <a:off x="6122061" y="5194466"/>
                <a:ext cx="82440" cy="65160"/>
              </p14:xfrm>
            </p:contentPart>
          </mc:Choice>
          <mc:Fallback xmlns=""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B1CC2342-3577-AB70-A892-8E493343C83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086421" y="5158466"/>
                  <a:ext cx="1540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5333F740-8794-A049-9A98-42E287D38669}"/>
                    </a:ext>
                  </a:extLst>
                </p14:cNvPr>
                <p14:cNvContentPartPr/>
                <p14:nvPr/>
              </p14:nvContentPartPr>
              <p14:xfrm>
                <a:off x="6256341" y="5286986"/>
                <a:ext cx="65160" cy="82440"/>
              </p14:xfrm>
            </p:contentPart>
          </mc:Choice>
          <mc:Fallback xmlns=""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5333F740-8794-A049-9A98-42E287D3866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220341" y="5251346"/>
                  <a:ext cx="136800" cy="154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700546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256035-1C85-178C-F15D-63B2C6627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8FB5EA3-A278-B20E-54FB-49C93690671C}"/>
              </a:ext>
            </a:extLst>
          </p:cNvPr>
          <p:cNvSpPr txBox="1"/>
          <p:nvPr/>
        </p:nvSpPr>
        <p:spPr>
          <a:xfrm>
            <a:off x="384313" y="2435880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s-AR" sz="2800" b="1" i="0" dirty="0">
              <a:solidFill>
                <a:srgbClr val="0849A5"/>
              </a:solidFill>
              <a:effectLst/>
              <a:latin typeface="Trebuchet MS" panose="020B0603020202020204" pitchFamily="34" charset="0"/>
            </a:endParaRPr>
          </a:p>
          <a:p>
            <a:pPr algn="ctr"/>
            <a:r>
              <a:rPr lang="es-AR" sz="2800" i="1" dirty="0" err="1">
                <a:solidFill>
                  <a:srgbClr val="000000"/>
                </a:solidFill>
                <a:latin typeface="KaTeX_Math"/>
              </a:rPr>
              <a:t>d</a:t>
            </a:r>
            <a:r>
              <a:rPr lang="es-AR" sz="2800" b="0" i="1" dirty="0" err="1">
                <a:solidFill>
                  <a:srgbClr val="000000"/>
                </a:solidFill>
                <a:effectLst/>
                <a:latin typeface="KaTeX_Math"/>
              </a:rPr>
              <a:t>x</a:t>
            </a:r>
            <a:r>
              <a:rPr lang="es-AR" sz="2800" b="0" i="1" dirty="0">
                <a:solidFill>
                  <a:srgbClr val="000000"/>
                </a:solidFill>
                <a:effectLst/>
                <a:latin typeface="KaTeX_Math"/>
              </a:rPr>
              <a:t>/d  h </a:t>
            </a:r>
            <a:r>
              <a:rPr lang="es-AR" sz="2800" b="0" i="0" dirty="0">
                <a:solidFill>
                  <a:srgbClr val="000000"/>
                </a:solidFill>
                <a:effectLst/>
                <a:latin typeface="KaTeX_Main"/>
              </a:rPr>
              <a:t>(</a:t>
            </a:r>
            <a:r>
              <a:rPr lang="es-AR" sz="2800" b="0" i="1" dirty="0">
                <a:solidFill>
                  <a:srgbClr val="000000"/>
                </a:solidFill>
                <a:effectLst/>
                <a:latin typeface="KaTeX_Math"/>
              </a:rPr>
              <a:t>x</a:t>
            </a:r>
            <a:r>
              <a:rPr lang="es-AR" sz="2800" b="0" i="0" dirty="0">
                <a:solidFill>
                  <a:srgbClr val="000000"/>
                </a:solidFill>
                <a:effectLst/>
                <a:latin typeface="KaTeX_Main"/>
              </a:rPr>
              <a:t>)= </a:t>
            </a:r>
            <a:r>
              <a:rPr lang="es-AR" sz="2800" b="0" i="1" dirty="0">
                <a:solidFill>
                  <a:srgbClr val="000000"/>
                </a:solidFill>
                <a:effectLst/>
                <a:latin typeface="KaTeX_Math"/>
              </a:rPr>
              <a:t>du /d </a:t>
            </a:r>
            <a:r>
              <a:rPr lang="es-AR" sz="2800" b="0" i="0" dirty="0">
                <a:solidFill>
                  <a:srgbClr val="000000"/>
                </a:solidFill>
                <a:effectLst/>
                <a:latin typeface="KaTeX_Main"/>
              </a:rPr>
              <a:t>​(</a:t>
            </a:r>
            <a:r>
              <a:rPr lang="es-AR" sz="2800" b="0" i="1" dirty="0">
                <a:solidFill>
                  <a:srgbClr val="000000"/>
                </a:solidFill>
                <a:effectLst/>
                <a:latin typeface="KaTeX_Math"/>
              </a:rPr>
              <a:t>f</a:t>
            </a:r>
            <a:r>
              <a:rPr lang="es-AR" sz="2800" b="0" i="0" dirty="0">
                <a:solidFill>
                  <a:srgbClr val="000000"/>
                </a:solidFill>
                <a:effectLst/>
                <a:latin typeface="KaTeX_Main"/>
              </a:rPr>
              <a:t>(</a:t>
            </a:r>
            <a:r>
              <a:rPr lang="es-AR" sz="2800" b="0" i="1" dirty="0">
                <a:solidFill>
                  <a:srgbClr val="000000"/>
                </a:solidFill>
                <a:effectLst/>
                <a:latin typeface="KaTeX_Math"/>
              </a:rPr>
              <a:t>u</a:t>
            </a:r>
            <a:r>
              <a:rPr lang="es-AR" sz="2800" b="0" i="0" dirty="0">
                <a:solidFill>
                  <a:srgbClr val="000000"/>
                </a:solidFill>
                <a:effectLst/>
                <a:latin typeface="KaTeX_Main"/>
              </a:rPr>
              <a:t>))⋅</a:t>
            </a:r>
            <a:r>
              <a:rPr lang="es-AR" sz="2800" b="0" i="1" dirty="0" err="1">
                <a:solidFill>
                  <a:srgbClr val="000000"/>
                </a:solidFill>
                <a:effectLst/>
                <a:latin typeface="KaTeX_Math"/>
              </a:rPr>
              <a:t>dx</a:t>
            </a:r>
            <a:r>
              <a:rPr lang="es-AR" sz="2800" b="0" i="1" dirty="0">
                <a:solidFill>
                  <a:srgbClr val="000000"/>
                </a:solidFill>
                <a:effectLst/>
                <a:latin typeface="KaTeX_Math"/>
              </a:rPr>
              <a:t> / d</a:t>
            </a:r>
            <a:r>
              <a:rPr lang="es-AR" sz="2800" b="0" i="0" dirty="0">
                <a:solidFill>
                  <a:srgbClr val="000000"/>
                </a:solidFill>
                <a:effectLst/>
                <a:latin typeface="KaTeX_Main"/>
              </a:rPr>
              <a:t>​(</a:t>
            </a:r>
            <a:r>
              <a:rPr lang="es-AR" sz="2800" b="0" i="1" dirty="0">
                <a:solidFill>
                  <a:srgbClr val="000000"/>
                </a:solidFill>
                <a:effectLst/>
                <a:latin typeface="KaTeX_Math"/>
              </a:rPr>
              <a:t>g</a:t>
            </a:r>
            <a:r>
              <a:rPr lang="es-AR" sz="2800" b="0" i="0" dirty="0">
                <a:solidFill>
                  <a:srgbClr val="000000"/>
                </a:solidFill>
                <a:effectLst/>
                <a:latin typeface="KaTeX_Main"/>
              </a:rPr>
              <a:t>(</a:t>
            </a:r>
            <a:r>
              <a:rPr lang="es-AR" sz="2800" b="0" i="1" dirty="0">
                <a:solidFill>
                  <a:srgbClr val="000000"/>
                </a:solidFill>
                <a:effectLst/>
                <a:latin typeface="KaTeX_Math"/>
              </a:rPr>
              <a:t>x</a:t>
            </a:r>
            <a:r>
              <a:rPr lang="es-AR" sz="2800" b="0" i="0" dirty="0">
                <a:solidFill>
                  <a:srgbClr val="000000"/>
                </a:solidFill>
                <a:effectLst/>
                <a:latin typeface="KaTeX_Main"/>
              </a:rPr>
              <a:t>))</a:t>
            </a:r>
            <a:endParaRPr lang="es-AR" sz="2800" b="0" i="0" dirty="0">
              <a:solidFill>
                <a:srgbClr val="2C2F35"/>
              </a:solidFill>
              <a:effectLst/>
              <a:latin typeface="Trebuchet MS" panose="020B0603020202020204" pitchFamily="34" charset="0"/>
            </a:endParaRPr>
          </a:p>
          <a:p>
            <a:pPr algn="ctr"/>
            <a:endParaRPr lang="es-AR" sz="2800" dirty="0">
              <a:solidFill>
                <a:srgbClr val="000000"/>
              </a:solidFill>
              <a:latin typeface="KaTeX_Main"/>
            </a:endParaRPr>
          </a:p>
          <a:p>
            <a:pPr algn="ctr"/>
            <a:r>
              <a:rPr lang="es-AR" sz="2800" i="1" dirty="0" err="1">
                <a:solidFill>
                  <a:srgbClr val="000000"/>
                </a:solidFill>
                <a:latin typeface="KaTeX_Math"/>
              </a:rPr>
              <a:t>d</a:t>
            </a:r>
            <a:r>
              <a:rPr lang="es-AR" sz="2800" b="0" i="1" dirty="0" err="1">
                <a:solidFill>
                  <a:srgbClr val="000000"/>
                </a:solidFill>
                <a:effectLst/>
                <a:latin typeface="KaTeX_Math"/>
              </a:rPr>
              <a:t>x</a:t>
            </a:r>
            <a:r>
              <a:rPr lang="es-AR" sz="2800" b="0" i="1" dirty="0">
                <a:solidFill>
                  <a:srgbClr val="000000"/>
                </a:solidFill>
                <a:effectLst/>
                <a:latin typeface="KaTeX_Math"/>
              </a:rPr>
              <a:t>/d</a:t>
            </a:r>
            <a:r>
              <a:rPr lang="es-AR" sz="2800" b="0" i="0" dirty="0">
                <a:solidFill>
                  <a:srgbClr val="000000"/>
                </a:solidFill>
                <a:effectLst/>
                <a:latin typeface="KaTeX_Main"/>
              </a:rPr>
              <a:t>​ h(</a:t>
            </a:r>
            <a:r>
              <a:rPr lang="es-AR" sz="2800" b="0" i="1" dirty="0">
                <a:solidFill>
                  <a:srgbClr val="000000"/>
                </a:solidFill>
                <a:effectLst/>
                <a:latin typeface="KaTeX_Math"/>
              </a:rPr>
              <a:t>x</a:t>
            </a:r>
            <a:r>
              <a:rPr lang="es-AR" sz="2800" b="0" i="0" dirty="0">
                <a:solidFill>
                  <a:srgbClr val="000000"/>
                </a:solidFill>
                <a:effectLst/>
                <a:latin typeface="KaTeX_Main"/>
              </a:rPr>
              <a:t>) = </a:t>
            </a:r>
            <a:r>
              <a:rPr lang="es-AR" sz="2800" b="0" i="1" dirty="0">
                <a:solidFill>
                  <a:srgbClr val="000000"/>
                </a:solidFill>
                <a:effectLst/>
                <a:latin typeface="KaTeX_Math"/>
              </a:rPr>
              <a:t>du/d </a:t>
            </a:r>
            <a:r>
              <a:rPr lang="es-AR" sz="2800" b="0" i="0" dirty="0">
                <a:solidFill>
                  <a:srgbClr val="000000"/>
                </a:solidFill>
                <a:effectLst/>
                <a:latin typeface="KaTeX_Main"/>
              </a:rPr>
              <a:t>​(sen(</a:t>
            </a:r>
            <a:r>
              <a:rPr lang="es-AR" sz="2800" b="0" i="1" dirty="0">
                <a:solidFill>
                  <a:srgbClr val="000000"/>
                </a:solidFill>
                <a:effectLst/>
                <a:latin typeface="KaTeX_Math"/>
              </a:rPr>
              <a:t>u</a:t>
            </a:r>
            <a:r>
              <a:rPr lang="es-AR" sz="2800" b="0" i="0" dirty="0">
                <a:solidFill>
                  <a:srgbClr val="000000"/>
                </a:solidFill>
                <a:effectLst/>
                <a:latin typeface="KaTeX_Main"/>
              </a:rPr>
              <a:t>))⋅</a:t>
            </a:r>
            <a:r>
              <a:rPr lang="es-AR" sz="2800" b="0" i="1" dirty="0" err="1">
                <a:solidFill>
                  <a:srgbClr val="000000"/>
                </a:solidFill>
                <a:effectLst/>
                <a:latin typeface="KaTeX_Math"/>
              </a:rPr>
              <a:t>dx</a:t>
            </a:r>
            <a:r>
              <a:rPr lang="es-AR" sz="2800" b="0" i="1" dirty="0">
                <a:solidFill>
                  <a:srgbClr val="000000"/>
                </a:solidFill>
                <a:effectLst/>
                <a:latin typeface="KaTeX_Math"/>
              </a:rPr>
              <a:t>/d</a:t>
            </a:r>
            <a:r>
              <a:rPr lang="es-AR" sz="2800" b="0" i="0" dirty="0">
                <a:solidFill>
                  <a:srgbClr val="000000"/>
                </a:solidFill>
                <a:effectLst/>
                <a:latin typeface="KaTeX_Main"/>
              </a:rPr>
              <a:t>​ (</a:t>
            </a:r>
            <a:r>
              <a:rPr lang="es-AR" sz="2800" b="0" i="1" dirty="0">
                <a:solidFill>
                  <a:srgbClr val="000000"/>
                </a:solidFill>
                <a:effectLst/>
                <a:latin typeface="KaTeX_Math"/>
              </a:rPr>
              <a:t>x  </a:t>
            </a:r>
            <a:r>
              <a:rPr lang="es-AR" sz="2800" b="0" i="0" dirty="0">
                <a:solidFill>
                  <a:srgbClr val="000000"/>
                </a:solidFill>
                <a:effectLst/>
                <a:latin typeface="KaTeX_Main"/>
              </a:rPr>
              <a:t>)</a:t>
            </a:r>
            <a:endParaRPr lang="es-AR" sz="2800" b="0" i="0" dirty="0">
              <a:solidFill>
                <a:srgbClr val="2C2F35"/>
              </a:solidFill>
              <a:effectLst/>
              <a:latin typeface="Trebuchet MS" panose="020B0603020202020204" pitchFamily="34" charset="0"/>
            </a:endParaRPr>
          </a:p>
          <a:p>
            <a:pPr algn="ctr"/>
            <a:endParaRPr lang="es-AR" sz="2800" dirty="0">
              <a:solidFill>
                <a:srgbClr val="000000"/>
              </a:solidFill>
              <a:latin typeface="KaTeX_Main"/>
            </a:endParaRPr>
          </a:p>
          <a:p>
            <a:pPr algn="ctr"/>
            <a:r>
              <a:rPr lang="es-AR" sz="2800" i="1" dirty="0" err="1">
                <a:solidFill>
                  <a:srgbClr val="000000"/>
                </a:solidFill>
                <a:latin typeface="KaTeX_Math"/>
              </a:rPr>
              <a:t>d</a:t>
            </a:r>
            <a:r>
              <a:rPr lang="es-AR" sz="2800" b="0" i="1" dirty="0" err="1">
                <a:solidFill>
                  <a:srgbClr val="000000"/>
                </a:solidFill>
                <a:effectLst/>
                <a:latin typeface="KaTeX_Math"/>
              </a:rPr>
              <a:t>x</a:t>
            </a:r>
            <a:r>
              <a:rPr lang="es-AR" sz="2800" b="0" i="1" dirty="0">
                <a:solidFill>
                  <a:srgbClr val="000000"/>
                </a:solidFill>
                <a:effectLst/>
                <a:latin typeface="KaTeX_Math"/>
              </a:rPr>
              <a:t>/d</a:t>
            </a:r>
            <a:r>
              <a:rPr lang="es-AR" sz="2800" b="0" i="0" dirty="0">
                <a:solidFill>
                  <a:srgbClr val="000000"/>
                </a:solidFill>
                <a:effectLst/>
                <a:latin typeface="KaTeX_Main"/>
              </a:rPr>
              <a:t>​ h(</a:t>
            </a:r>
            <a:r>
              <a:rPr lang="es-AR" sz="2800" b="0" i="1" dirty="0">
                <a:solidFill>
                  <a:srgbClr val="000000"/>
                </a:solidFill>
                <a:effectLst/>
                <a:latin typeface="KaTeX_Math"/>
              </a:rPr>
              <a:t>x</a:t>
            </a:r>
            <a:r>
              <a:rPr lang="es-AR" sz="2800" b="0" i="0" dirty="0">
                <a:solidFill>
                  <a:srgbClr val="000000"/>
                </a:solidFill>
                <a:effectLst/>
                <a:latin typeface="KaTeX_Main"/>
              </a:rPr>
              <a:t>)=(cos(</a:t>
            </a:r>
            <a:r>
              <a:rPr lang="es-AR" sz="2800" b="0" i="1" dirty="0">
                <a:solidFill>
                  <a:srgbClr val="000000"/>
                </a:solidFill>
                <a:effectLst/>
                <a:latin typeface="KaTeX_Math"/>
              </a:rPr>
              <a:t>u</a:t>
            </a:r>
            <a:r>
              <a:rPr lang="es-AR" sz="2800" b="0" i="0" dirty="0">
                <a:solidFill>
                  <a:srgbClr val="000000"/>
                </a:solidFill>
                <a:effectLst/>
                <a:latin typeface="KaTeX_Main"/>
              </a:rPr>
              <a:t>))⋅(3</a:t>
            </a:r>
            <a:r>
              <a:rPr lang="es-AR" sz="2800" b="0" i="1" dirty="0">
                <a:solidFill>
                  <a:srgbClr val="000000"/>
                </a:solidFill>
                <a:effectLst/>
                <a:latin typeface="KaTeX_Math"/>
              </a:rPr>
              <a:t>x </a:t>
            </a:r>
            <a:r>
              <a:rPr lang="es-AR" sz="2800" b="0" i="0" dirty="0">
                <a:solidFill>
                  <a:srgbClr val="000000"/>
                </a:solidFill>
                <a:effectLst/>
                <a:latin typeface="KaTeX_Main"/>
              </a:rPr>
              <a:t>)</a:t>
            </a:r>
          </a:p>
          <a:p>
            <a:pPr algn="l"/>
            <a:r>
              <a:rPr lang="es-MX" sz="2800" b="1" i="1" dirty="0">
                <a:solidFill>
                  <a:srgbClr val="000000"/>
                </a:solidFill>
                <a:effectLst/>
                <a:latin typeface="KaTeX_Math"/>
              </a:rPr>
              <a:t>                    g</a:t>
            </a:r>
            <a:r>
              <a:rPr lang="es-MX" sz="2800" b="1" i="0" dirty="0">
                <a:solidFill>
                  <a:srgbClr val="000000"/>
                </a:solidFill>
                <a:effectLst/>
                <a:latin typeface="KaTeX_Main"/>
              </a:rPr>
              <a:t>(</a:t>
            </a:r>
            <a:r>
              <a:rPr lang="es-MX" sz="2800" b="1" i="1" dirty="0">
                <a:solidFill>
                  <a:srgbClr val="000000"/>
                </a:solidFill>
                <a:effectLst/>
                <a:latin typeface="KaTeX_Math"/>
              </a:rPr>
              <a:t>x</a:t>
            </a:r>
            <a:r>
              <a:rPr lang="es-MX" sz="2800" b="1" i="0" dirty="0">
                <a:solidFill>
                  <a:srgbClr val="000000"/>
                </a:solidFill>
                <a:effectLst/>
                <a:latin typeface="KaTeX_Main"/>
              </a:rPr>
              <a:t>)=</a:t>
            </a:r>
            <a:r>
              <a:rPr lang="es-MX" sz="2800" b="1" i="1" dirty="0">
                <a:solidFill>
                  <a:srgbClr val="000000"/>
                </a:solidFill>
                <a:effectLst/>
                <a:latin typeface="KaTeX_Math"/>
              </a:rPr>
              <a:t>u</a:t>
            </a:r>
            <a:r>
              <a:rPr lang="es-MX" sz="2800" b="1" i="0" dirty="0">
                <a:solidFill>
                  <a:srgbClr val="000000"/>
                </a:solidFill>
                <a:effectLst/>
                <a:latin typeface="KaTeX_Main"/>
              </a:rPr>
              <a:t>=</a:t>
            </a:r>
            <a:r>
              <a:rPr lang="es-MX" sz="2800" b="1" i="1" dirty="0">
                <a:solidFill>
                  <a:srgbClr val="000000"/>
                </a:solidFill>
                <a:effectLst/>
                <a:latin typeface="KaTeX_Math"/>
              </a:rPr>
              <a:t>x</a:t>
            </a:r>
            <a:r>
              <a:rPr lang="es-MX" sz="2800" b="1" i="0" dirty="0">
                <a:solidFill>
                  <a:srgbClr val="0849A5"/>
                </a:solidFill>
                <a:effectLst/>
                <a:latin typeface="Trebuchet MS" panose="020B0603020202020204" pitchFamily="34" charset="0"/>
              </a:rPr>
              <a:t> </a:t>
            </a:r>
          </a:p>
          <a:p>
            <a:pPr algn="ctr"/>
            <a:r>
              <a:rPr lang="es-MX" sz="2800" i="1" dirty="0" err="1">
                <a:solidFill>
                  <a:srgbClr val="000000"/>
                </a:solidFill>
                <a:latin typeface="KaTeX_Math"/>
              </a:rPr>
              <a:t>d</a:t>
            </a:r>
            <a:r>
              <a:rPr lang="es-MX" sz="2800" b="0" i="1" dirty="0" err="1">
                <a:solidFill>
                  <a:srgbClr val="000000"/>
                </a:solidFill>
                <a:effectLst/>
                <a:latin typeface="KaTeX_Math"/>
              </a:rPr>
              <a:t>x</a:t>
            </a:r>
            <a:r>
              <a:rPr lang="es-MX" sz="2800" b="0" i="1" dirty="0">
                <a:solidFill>
                  <a:srgbClr val="000000"/>
                </a:solidFill>
                <a:effectLst/>
                <a:latin typeface="KaTeX_Math"/>
              </a:rPr>
              <a:t>/d</a:t>
            </a:r>
            <a:r>
              <a:rPr lang="es-MX" sz="2800" b="0" i="0" dirty="0">
                <a:solidFill>
                  <a:srgbClr val="000000"/>
                </a:solidFill>
                <a:effectLst/>
                <a:latin typeface="KaTeX_Main"/>
              </a:rPr>
              <a:t>​ </a:t>
            </a:r>
            <a:r>
              <a:rPr lang="es-MX" sz="2800" i="1" dirty="0">
                <a:solidFill>
                  <a:srgbClr val="000000"/>
                </a:solidFill>
                <a:latin typeface="KaTeX_Math"/>
              </a:rPr>
              <a:t>h</a:t>
            </a:r>
            <a:r>
              <a:rPr lang="es-MX" sz="2800" b="0" i="0" dirty="0">
                <a:solidFill>
                  <a:srgbClr val="000000"/>
                </a:solidFill>
                <a:effectLst/>
                <a:latin typeface="KaTeX_Main"/>
              </a:rPr>
              <a:t>(</a:t>
            </a:r>
            <a:r>
              <a:rPr lang="es-MX" sz="2800" b="0" i="1" dirty="0">
                <a:solidFill>
                  <a:srgbClr val="000000"/>
                </a:solidFill>
                <a:effectLst/>
                <a:latin typeface="KaTeX_Math"/>
              </a:rPr>
              <a:t>x</a:t>
            </a:r>
            <a:r>
              <a:rPr lang="es-MX" sz="2800" b="0" i="0" dirty="0">
                <a:solidFill>
                  <a:srgbClr val="000000"/>
                </a:solidFill>
                <a:effectLst/>
                <a:latin typeface="KaTeX_Main"/>
              </a:rPr>
              <a:t>) = (cos (</a:t>
            </a:r>
            <a:r>
              <a:rPr lang="es-MX" sz="2800" b="0" i="1" dirty="0">
                <a:solidFill>
                  <a:srgbClr val="000000"/>
                </a:solidFill>
                <a:effectLst/>
                <a:latin typeface="KaTeX_Math"/>
              </a:rPr>
              <a:t>x</a:t>
            </a:r>
            <a:r>
              <a:rPr lang="es-MX" sz="2800" b="0" i="0" dirty="0">
                <a:solidFill>
                  <a:srgbClr val="000000"/>
                </a:solidFill>
                <a:effectLst/>
                <a:latin typeface="KaTeX_Main"/>
              </a:rPr>
              <a:t>3)) ⋅ (3</a:t>
            </a:r>
            <a:r>
              <a:rPr lang="es-MX" sz="2800" b="0" i="1" dirty="0">
                <a:solidFill>
                  <a:srgbClr val="000000"/>
                </a:solidFill>
                <a:effectLst/>
                <a:latin typeface="KaTeX_Math"/>
              </a:rPr>
              <a:t>x</a:t>
            </a:r>
            <a:r>
              <a:rPr lang="es-MX" sz="2800" dirty="0">
                <a:solidFill>
                  <a:srgbClr val="000000"/>
                </a:solidFill>
                <a:latin typeface="KaTeX_Main"/>
              </a:rPr>
              <a:t>  </a:t>
            </a:r>
            <a:r>
              <a:rPr lang="es-MX" sz="2800" b="0" i="0" dirty="0">
                <a:solidFill>
                  <a:srgbClr val="000000"/>
                </a:solidFill>
                <a:effectLst/>
                <a:latin typeface="KaTeX_Main"/>
              </a:rPr>
              <a:t>)</a:t>
            </a:r>
            <a:endParaRPr lang="es-MX" sz="2800" b="0" i="0" dirty="0">
              <a:solidFill>
                <a:srgbClr val="2C2F35"/>
              </a:solidFill>
              <a:effectLst/>
              <a:latin typeface="Trebuchet MS" panose="020B0603020202020204" pitchFamily="34" charset="0"/>
            </a:endParaRPr>
          </a:p>
          <a:p>
            <a:pPr algn="ctr"/>
            <a:endParaRPr lang="es-AR" sz="2800" b="0" i="0" dirty="0">
              <a:solidFill>
                <a:srgbClr val="2C2F35"/>
              </a:solidFill>
              <a:effectLst/>
              <a:latin typeface="Trebuchet MS" panose="020B0603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9F95110E-916B-1778-FCF3-2A92146EB89F}"/>
                  </a:ext>
                </a:extLst>
              </p14:cNvPr>
              <p14:cNvContentPartPr/>
              <p14:nvPr/>
            </p14:nvContentPartPr>
            <p14:xfrm>
              <a:off x="5433391" y="3604132"/>
              <a:ext cx="331305" cy="354255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9F95110E-916B-1778-FCF3-2A92146EB8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27269" y="3598006"/>
                <a:ext cx="343549" cy="3665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6453CF64-5464-EE94-78B9-8A382FBC0AAC}"/>
                  </a:ext>
                </a:extLst>
              </p14:cNvPr>
              <p14:cNvContentPartPr/>
              <p14:nvPr/>
            </p14:nvContentPartPr>
            <p14:xfrm>
              <a:off x="4849910" y="4534299"/>
              <a:ext cx="115560" cy="17172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6453CF64-5464-EE94-78B9-8A382FBC0AA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43790" y="4528179"/>
                <a:ext cx="12780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611CCFAB-7DDB-74B0-C7C9-C5C22B46AA22}"/>
                  </a:ext>
                </a:extLst>
              </p14:cNvPr>
              <p14:cNvContentPartPr/>
              <p14:nvPr/>
            </p14:nvContentPartPr>
            <p14:xfrm>
              <a:off x="6016581" y="2397986"/>
              <a:ext cx="65520" cy="2629800"/>
            </p14:xfrm>
          </p:contentPart>
        </mc:Choice>
        <mc:Fallback xmlns=""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611CCFAB-7DDB-74B0-C7C9-C5C22B46AA2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80941" y="2362346"/>
                <a:ext cx="137160" cy="270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B418CEDD-E318-DF02-88F4-75676FC0A709}"/>
                  </a:ext>
                </a:extLst>
              </p14:cNvPr>
              <p14:cNvContentPartPr/>
              <p14:nvPr/>
            </p14:nvContentPartPr>
            <p14:xfrm>
              <a:off x="6718581" y="2491226"/>
              <a:ext cx="201240" cy="38016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B418CEDD-E318-DF02-88F4-75676FC0A70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712461" y="2485106"/>
                <a:ext cx="213480" cy="39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upo 12">
            <a:extLst>
              <a:ext uri="{FF2B5EF4-FFF2-40B4-BE49-F238E27FC236}">
                <a16:creationId xmlns:a16="http://schemas.microsoft.com/office/drawing/2014/main" id="{F2B1C04B-E9C3-EF72-A026-19C6373D49FB}"/>
              </a:ext>
            </a:extLst>
          </p:cNvPr>
          <p:cNvGrpSpPr/>
          <p:nvPr/>
        </p:nvGrpSpPr>
        <p:grpSpPr>
          <a:xfrm>
            <a:off x="7126101" y="2517146"/>
            <a:ext cx="415440" cy="514080"/>
            <a:chOff x="7126101" y="2517146"/>
            <a:chExt cx="415440" cy="51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895E97AF-8E08-140E-58EF-4F1045F494EB}"/>
                    </a:ext>
                  </a:extLst>
                </p14:cNvPr>
                <p14:cNvContentPartPr/>
                <p14:nvPr/>
              </p14:nvContentPartPr>
              <p14:xfrm>
                <a:off x="7126101" y="2517146"/>
                <a:ext cx="98640" cy="514080"/>
              </p14:xfrm>
            </p:contentPart>
          </mc:Choice>
          <mc:Fallback xmlns=""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895E97AF-8E08-140E-58EF-4F1045F494E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119981" y="2511026"/>
                  <a:ext cx="110880" cy="52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22548F75-7427-197B-1AEA-5D0B8ED11934}"/>
                    </a:ext>
                  </a:extLst>
                </p14:cNvPr>
                <p14:cNvContentPartPr/>
                <p14:nvPr/>
              </p14:nvContentPartPr>
              <p14:xfrm>
                <a:off x="7288101" y="2716226"/>
                <a:ext cx="109440" cy="16848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22548F75-7427-197B-1AEA-5D0B8ED1193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281981" y="2710106"/>
                  <a:ext cx="1216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C155D4B2-F020-6C03-A205-D16686FD6043}"/>
                    </a:ext>
                  </a:extLst>
                </p14:cNvPr>
                <p14:cNvContentPartPr/>
                <p14:nvPr/>
              </p14:nvContentPartPr>
              <p14:xfrm>
                <a:off x="7236981" y="2681306"/>
                <a:ext cx="172800" cy="220680"/>
              </p14:xfrm>
            </p:contentPart>
          </mc:Choice>
          <mc:Fallback xmlns=""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C155D4B2-F020-6C03-A205-D16686FD604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230861" y="2675186"/>
                  <a:ext cx="1850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AA45BF69-7183-569B-25A7-DC40983B790C}"/>
                    </a:ext>
                  </a:extLst>
                </p14:cNvPr>
                <p14:cNvContentPartPr/>
                <p14:nvPr/>
              </p14:nvContentPartPr>
              <p14:xfrm>
                <a:off x="7473861" y="2517146"/>
                <a:ext cx="67680" cy="508320"/>
              </p14:xfrm>
            </p:contentPart>
          </mc:Choice>
          <mc:Fallback xmlns=""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AA45BF69-7183-569B-25A7-DC40983B790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467741" y="2511026"/>
                  <a:ext cx="79920" cy="52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8F5AEB4F-ED18-6D66-13C3-1F87E2DE4F6F}"/>
              </a:ext>
            </a:extLst>
          </p:cNvPr>
          <p:cNvGrpSpPr/>
          <p:nvPr/>
        </p:nvGrpSpPr>
        <p:grpSpPr>
          <a:xfrm>
            <a:off x="7738821" y="2822066"/>
            <a:ext cx="213480" cy="93240"/>
            <a:chOff x="7738821" y="2822066"/>
            <a:chExt cx="213480" cy="9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0CBE4B47-F7AF-D24B-E228-0C23AA651FE8}"/>
                    </a:ext>
                  </a:extLst>
                </p14:cNvPr>
                <p14:cNvContentPartPr/>
                <p14:nvPr/>
              </p14:nvContentPartPr>
              <p14:xfrm>
                <a:off x="7738821" y="2914946"/>
                <a:ext cx="213480" cy="360"/>
              </p14:xfrm>
            </p:contentPart>
          </mc:Choice>
          <mc:Fallback xmlns=""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0CBE4B47-F7AF-D24B-E228-0C23AA651FE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732701" y="2908826"/>
                  <a:ext cx="2257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7AF3AA3F-7E94-9FAF-1FD1-DAB729128B59}"/>
                    </a:ext>
                  </a:extLst>
                </p14:cNvPr>
                <p14:cNvContentPartPr/>
                <p14:nvPr/>
              </p14:nvContentPartPr>
              <p14:xfrm>
                <a:off x="7752141" y="2822066"/>
                <a:ext cx="198360" cy="13680"/>
              </p14:xfrm>
            </p:contentPart>
          </mc:Choice>
          <mc:Fallback xmlns=""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7AF3AA3F-7E94-9FAF-1FD1-DAB729128B5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746021" y="2815946"/>
                  <a:ext cx="210600" cy="2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" name="Entrada de lápiz 16">
                <a:extLst>
                  <a:ext uri="{FF2B5EF4-FFF2-40B4-BE49-F238E27FC236}">
                    <a16:creationId xmlns:a16="http://schemas.microsoft.com/office/drawing/2014/main" id="{7866DC90-4F79-5908-651D-3670285E2112}"/>
                  </a:ext>
                </a:extLst>
              </p14:cNvPr>
              <p14:cNvContentPartPr/>
              <p14:nvPr/>
            </p14:nvContentPartPr>
            <p14:xfrm>
              <a:off x="8154981" y="2623346"/>
              <a:ext cx="223560" cy="348840"/>
            </p14:xfrm>
          </p:contentPart>
        </mc:Choice>
        <mc:Fallback xmlns="">
          <p:pic>
            <p:nvPicPr>
              <p:cNvPr id="17" name="Entrada de lápiz 16">
                <a:extLst>
                  <a:ext uri="{FF2B5EF4-FFF2-40B4-BE49-F238E27FC236}">
                    <a16:creationId xmlns:a16="http://schemas.microsoft.com/office/drawing/2014/main" id="{7866DC90-4F79-5908-651D-3670285E211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148861" y="2617226"/>
                <a:ext cx="235800" cy="36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8" name="Entrada de lápiz 17">
                <a:extLst>
                  <a:ext uri="{FF2B5EF4-FFF2-40B4-BE49-F238E27FC236}">
                    <a16:creationId xmlns:a16="http://schemas.microsoft.com/office/drawing/2014/main" id="{2AE9B71E-AA13-D11F-DFD8-B8134DBD3C5D}"/>
                  </a:ext>
                </a:extLst>
              </p14:cNvPr>
              <p14:cNvContentPartPr/>
              <p14:nvPr/>
            </p14:nvContentPartPr>
            <p14:xfrm>
              <a:off x="8481141" y="2794706"/>
              <a:ext cx="226800" cy="203040"/>
            </p14:xfrm>
          </p:contentPart>
        </mc:Choice>
        <mc:Fallback xmlns="">
          <p:pic>
            <p:nvPicPr>
              <p:cNvPr id="18" name="Entrada de lápiz 17">
                <a:extLst>
                  <a:ext uri="{FF2B5EF4-FFF2-40B4-BE49-F238E27FC236}">
                    <a16:creationId xmlns:a16="http://schemas.microsoft.com/office/drawing/2014/main" id="{2AE9B71E-AA13-D11F-DFD8-B8134DBD3C5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475021" y="2788586"/>
                <a:ext cx="23904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9" name="Entrada de lápiz 18">
                <a:extLst>
                  <a:ext uri="{FF2B5EF4-FFF2-40B4-BE49-F238E27FC236}">
                    <a16:creationId xmlns:a16="http://schemas.microsoft.com/office/drawing/2014/main" id="{B0B6C8CF-F75C-C825-EABB-277B24A7DEFE}"/>
                  </a:ext>
                </a:extLst>
              </p14:cNvPr>
              <p14:cNvContentPartPr/>
              <p14:nvPr/>
            </p14:nvContentPartPr>
            <p14:xfrm>
              <a:off x="8799381" y="2727746"/>
              <a:ext cx="199800" cy="226080"/>
            </p14:xfrm>
          </p:contentPart>
        </mc:Choice>
        <mc:Fallback xmlns="">
          <p:pic>
            <p:nvPicPr>
              <p:cNvPr id="19" name="Entrada de lápiz 18">
                <a:extLst>
                  <a:ext uri="{FF2B5EF4-FFF2-40B4-BE49-F238E27FC236}">
                    <a16:creationId xmlns:a16="http://schemas.microsoft.com/office/drawing/2014/main" id="{B0B6C8CF-F75C-C825-EABB-277B24A7DEF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793261" y="2721626"/>
                <a:ext cx="212040" cy="23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upo 30">
            <a:extLst>
              <a:ext uri="{FF2B5EF4-FFF2-40B4-BE49-F238E27FC236}">
                <a16:creationId xmlns:a16="http://schemas.microsoft.com/office/drawing/2014/main" id="{BA6D827E-162C-1D12-85DF-EFACC74F1E23}"/>
              </a:ext>
            </a:extLst>
          </p:cNvPr>
          <p:cNvGrpSpPr/>
          <p:nvPr/>
        </p:nvGrpSpPr>
        <p:grpSpPr>
          <a:xfrm>
            <a:off x="9130221" y="2813786"/>
            <a:ext cx="563760" cy="247320"/>
            <a:chOff x="9130221" y="2813786"/>
            <a:chExt cx="563760" cy="24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113DC172-8DA1-F056-EE7B-4863A62D1910}"/>
                    </a:ext>
                  </a:extLst>
                </p14:cNvPr>
                <p14:cNvContentPartPr/>
                <p14:nvPr/>
              </p14:nvContentPartPr>
              <p14:xfrm>
                <a:off x="9130221" y="2813786"/>
                <a:ext cx="387360" cy="247320"/>
              </p14:xfrm>
            </p:contentPart>
          </mc:Choice>
          <mc:Fallback xmlns=""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113DC172-8DA1-F056-EE7B-4863A62D191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124101" y="2807666"/>
                  <a:ext cx="3996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D5CAE398-3312-1C32-E8DE-F1A561BB43DF}"/>
                    </a:ext>
                  </a:extLst>
                </p14:cNvPr>
                <p14:cNvContentPartPr/>
                <p14:nvPr/>
              </p14:nvContentPartPr>
              <p14:xfrm>
                <a:off x="9686781" y="2954906"/>
                <a:ext cx="360" cy="360"/>
              </p14:xfrm>
            </p:contentPart>
          </mc:Choice>
          <mc:Fallback xmlns=""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D5CAE398-3312-1C32-E8DE-F1A561BB43D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680661" y="294878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F03A8EE8-4DE5-EB90-089F-00937441A6FF}"/>
                    </a:ext>
                  </a:extLst>
                </p14:cNvPr>
                <p14:cNvContentPartPr/>
                <p14:nvPr/>
              </p14:nvContentPartPr>
              <p14:xfrm>
                <a:off x="9632061" y="2944106"/>
                <a:ext cx="61920" cy="43560"/>
              </p14:xfrm>
            </p:contentPart>
          </mc:Choice>
          <mc:Fallback xmlns=""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F03A8EE8-4DE5-EB90-089F-00937441A6F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625941" y="2937986"/>
                  <a:ext cx="74160" cy="5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29298D73-0283-E309-3A33-0F0C417372D5}"/>
              </a:ext>
            </a:extLst>
          </p:cNvPr>
          <p:cNvGrpSpPr/>
          <p:nvPr/>
        </p:nvGrpSpPr>
        <p:grpSpPr>
          <a:xfrm>
            <a:off x="6797781" y="3352346"/>
            <a:ext cx="490680" cy="523800"/>
            <a:chOff x="6797781" y="3352346"/>
            <a:chExt cx="490680" cy="52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E06A1491-B0E5-6194-8E7D-CDFA46C02A05}"/>
                    </a:ext>
                  </a:extLst>
                </p14:cNvPr>
                <p14:cNvContentPartPr/>
                <p14:nvPr/>
              </p14:nvContentPartPr>
              <p14:xfrm>
                <a:off x="6797781" y="3458546"/>
                <a:ext cx="240120" cy="369720"/>
              </p14:xfrm>
            </p:contentPart>
          </mc:Choice>
          <mc:Fallback xmlns=""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E06A1491-B0E5-6194-8E7D-CDFA46C02A0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791661" y="3452426"/>
                  <a:ext cx="25236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C907C2A0-78E7-E2B9-9776-FF7267946070}"/>
                    </a:ext>
                  </a:extLst>
                </p14:cNvPr>
                <p14:cNvContentPartPr/>
                <p14:nvPr/>
              </p14:nvContentPartPr>
              <p14:xfrm>
                <a:off x="7023141" y="3352346"/>
                <a:ext cx="360" cy="118080"/>
              </p14:xfrm>
            </p:contentPart>
          </mc:Choice>
          <mc:Fallback xmlns=""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C907C2A0-78E7-E2B9-9776-FF726794607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017021" y="3346226"/>
                  <a:ext cx="126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9547C9CB-B37A-F25C-9EF7-8411254EFE00}"/>
                    </a:ext>
                  </a:extLst>
                </p14:cNvPr>
                <p14:cNvContentPartPr/>
                <p14:nvPr/>
              </p14:nvContentPartPr>
              <p14:xfrm>
                <a:off x="7141581" y="3431906"/>
                <a:ext cx="146880" cy="444240"/>
              </p14:xfrm>
            </p:contentPart>
          </mc:Choice>
          <mc:Fallback xmlns=""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9547C9CB-B37A-F25C-9EF7-8411254EFE0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135461" y="3425786"/>
                  <a:ext cx="159120" cy="45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C777ACEA-12FF-696A-FA12-225CA4B2E6C2}"/>
              </a:ext>
            </a:extLst>
          </p:cNvPr>
          <p:cNvGrpSpPr/>
          <p:nvPr/>
        </p:nvGrpSpPr>
        <p:grpSpPr>
          <a:xfrm>
            <a:off x="7260381" y="3431906"/>
            <a:ext cx="533520" cy="560160"/>
            <a:chOff x="7260381" y="3431906"/>
            <a:chExt cx="533520" cy="56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BF25E27D-7487-2547-AC38-58ED43D8A9A4}"/>
                    </a:ext>
                  </a:extLst>
                </p14:cNvPr>
                <p14:cNvContentPartPr/>
                <p14:nvPr/>
              </p14:nvContentPartPr>
              <p14:xfrm>
                <a:off x="7394301" y="3524426"/>
                <a:ext cx="154080" cy="276480"/>
              </p14:xfrm>
            </p:contentPart>
          </mc:Choice>
          <mc:Fallback xmlns=""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BF25E27D-7487-2547-AC38-58ED43D8A9A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388181" y="3518306"/>
                  <a:ext cx="16632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4E562DFA-E8BB-DF9D-D169-EF35FC82471A}"/>
                    </a:ext>
                  </a:extLst>
                </p14:cNvPr>
                <p14:cNvContentPartPr/>
                <p14:nvPr/>
              </p14:nvContentPartPr>
              <p14:xfrm>
                <a:off x="7260381" y="3484826"/>
                <a:ext cx="293400" cy="507240"/>
              </p14:xfrm>
            </p:contentPart>
          </mc:Choice>
          <mc:Fallback xmlns=""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4E562DFA-E8BB-DF9D-D169-EF35FC82471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254261" y="3478706"/>
                  <a:ext cx="305640" cy="51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43D81597-468F-5D46-8402-B90AC5CEC9C4}"/>
                    </a:ext>
                  </a:extLst>
                </p14:cNvPr>
                <p14:cNvContentPartPr/>
                <p14:nvPr/>
              </p14:nvContentPartPr>
              <p14:xfrm>
                <a:off x="7672941" y="3431906"/>
                <a:ext cx="120960" cy="426960"/>
              </p14:xfrm>
            </p:contentPart>
          </mc:Choice>
          <mc:Fallback xmlns=""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43D81597-468F-5D46-8402-B90AC5CEC9C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666821" y="3425786"/>
                  <a:ext cx="133200" cy="43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D17EC5DE-2DBA-A87F-5000-EF7889351304}"/>
              </a:ext>
            </a:extLst>
          </p:cNvPr>
          <p:cNvGrpSpPr/>
          <p:nvPr/>
        </p:nvGrpSpPr>
        <p:grpSpPr>
          <a:xfrm>
            <a:off x="8030421" y="3638906"/>
            <a:ext cx="129240" cy="111240"/>
            <a:chOff x="8030421" y="3638906"/>
            <a:chExt cx="129240" cy="11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29E8D38F-BE1F-5C0F-59B1-1549033A247F}"/>
                    </a:ext>
                  </a:extLst>
                </p14:cNvPr>
                <p14:cNvContentPartPr/>
                <p14:nvPr/>
              </p14:nvContentPartPr>
              <p14:xfrm>
                <a:off x="8043381" y="3725666"/>
                <a:ext cx="116280" cy="24480"/>
              </p14:xfrm>
            </p:contentPart>
          </mc:Choice>
          <mc:Fallback xmlns=""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29E8D38F-BE1F-5C0F-59B1-1549033A247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037261" y="3719546"/>
                  <a:ext cx="128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7C69E454-9AFF-5358-86BC-8A99F56CC181}"/>
                    </a:ext>
                  </a:extLst>
                </p14:cNvPr>
                <p14:cNvContentPartPr/>
                <p14:nvPr/>
              </p14:nvContentPartPr>
              <p14:xfrm>
                <a:off x="8030421" y="3638906"/>
                <a:ext cx="104400" cy="18720"/>
              </p14:xfrm>
            </p:contentPart>
          </mc:Choice>
          <mc:Fallback xmlns=""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7C69E454-9AFF-5358-86BC-8A99F56CC18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024301" y="3632786"/>
                  <a:ext cx="11664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79FB94EC-8183-0D39-AF34-A1CD9092E95C}"/>
              </a:ext>
            </a:extLst>
          </p:cNvPr>
          <p:cNvGrpSpPr/>
          <p:nvPr/>
        </p:nvGrpSpPr>
        <p:grpSpPr>
          <a:xfrm>
            <a:off x="8360181" y="3471506"/>
            <a:ext cx="866520" cy="360360"/>
            <a:chOff x="8360181" y="3471506"/>
            <a:chExt cx="866520" cy="36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01C6DA93-1EAF-D7E6-4E1E-23FDF9C6291E}"/>
                    </a:ext>
                  </a:extLst>
                </p14:cNvPr>
                <p14:cNvContentPartPr/>
                <p14:nvPr/>
              </p14:nvContentPartPr>
              <p14:xfrm>
                <a:off x="8360181" y="3471506"/>
                <a:ext cx="267120" cy="319320"/>
              </p14:xfrm>
            </p:contentPart>
          </mc:Choice>
          <mc:Fallback xmlns=""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01C6DA93-1EAF-D7E6-4E1E-23FDF9C6291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354061" y="3465386"/>
                  <a:ext cx="27936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75D61D16-FBCA-0DFF-40C8-BA74B35F254C}"/>
                    </a:ext>
                  </a:extLst>
                </p14:cNvPr>
                <p14:cNvContentPartPr/>
                <p14:nvPr/>
              </p14:nvContentPartPr>
              <p14:xfrm>
                <a:off x="8710101" y="3602546"/>
                <a:ext cx="225360" cy="216000"/>
              </p14:xfrm>
            </p:contentPart>
          </mc:Choice>
          <mc:Fallback xmlns=""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75D61D16-FBCA-0DFF-40C8-BA74B35F254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703981" y="3596426"/>
                  <a:ext cx="2376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F5D16C12-2D23-1FC3-D671-C20619E02B4E}"/>
                    </a:ext>
                  </a:extLst>
                </p14:cNvPr>
                <p14:cNvContentPartPr/>
                <p14:nvPr/>
              </p14:nvContentPartPr>
              <p14:xfrm>
                <a:off x="9056781" y="3551066"/>
                <a:ext cx="169920" cy="280800"/>
              </p14:xfrm>
            </p:contentPart>
          </mc:Choice>
          <mc:Fallback xmlns=""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F5D16C12-2D23-1FC3-D671-C20619E02B4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050661" y="3544946"/>
                  <a:ext cx="182160" cy="29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upo 55">
            <a:extLst>
              <a:ext uri="{FF2B5EF4-FFF2-40B4-BE49-F238E27FC236}">
                <a16:creationId xmlns:a16="http://schemas.microsoft.com/office/drawing/2014/main" id="{80F2E918-BE81-92B7-05F7-BA925ADA1E57}"/>
              </a:ext>
            </a:extLst>
          </p:cNvPr>
          <p:cNvGrpSpPr/>
          <p:nvPr/>
        </p:nvGrpSpPr>
        <p:grpSpPr>
          <a:xfrm>
            <a:off x="9435501" y="3690746"/>
            <a:ext cx="637200" cy="203400"/>
            <a:chOff x="9435501" y="3690746"/>
            <a:chExt cx="637200" cy="20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14B72687-A914-D59E-0642-3DE878F0CF57}"/>
                    </a:ext>
                  </a:extLst>
                </p14:cNvPr>
                <p14:cNvContentPartPr/>
                <p14:nvPr/>
              </p14:nvContentPartPr>
              <p14:xfrm>
                <a:off x="9435501" y="3690746"/>
                <a:ext cx="294120" cy="152280"/>
              </p14:xfrm>
            </p:contentPart>
          </mc:Choice>
          <mc:Fallback xmlns=""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14B72687-A914-D59E-0642-3DE878F0CF5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429381" y="3684626"/>
                  <a:ext cx="3063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A414FB7C-8BFD-9346-2DAC-89E91E7F72B4}"/>
                    </a:ext>
                  </a:extLst>
                </p14:cNvPr>
                <p14:cNvContentPartPr/>
                <p14:nvPr/>
              </p14:nvContentPartPr>
              <p14:xfrm>
                <a:off x="10057941" y="3829706"/>
                <a:ext cx="360" cy="360"/>
              </p14:xfrm>
            </p:contentPart>
          </mc:Choice>
          <mc:Fallback xmlns=""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A414FB7C-8BFD-9346-2DAC-89E91E7F72B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051821" y="382358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29774B04-F6D0-2E15-8FF5-A5D7E50F2A0E}"/>
                    </a:ext>
                  </a:extLst>
                </p14:cNvPr>
                <p14:cNvContentPartPr/>
                <p14:nvPr/>
              </p14:nvContentPartPr>
              <p14:xfrm>
                <a:off x="9925101" y="3746906"/>
                <a:ext cx="147600" cy="147240"/>
              </p14:xfrm>
            </p:contentPart>
          </mc:Choice>
          <mc:Fallback xmlns=""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29774B04-F6D0-2E15-8FF5-A5D7E50F2A0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918981" y="3740786"/>
                  <a:ext cx="159840" cy="15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upo 61">
            <a:extLst>
              <a:ext uri="{FF2B5EF4-FFF2-40B4-BE49-F238E27FC236}">
                <a16:creationId xmlns:a16="http://schemas.microsoft.com/office/drawing/2014/main" id="{32BD8B21-AF30-7D9A-8F28-BDA688EF64FB}"/>
              </a:ext>
            </a:extLst>
          </p:cNvPr>
          <p:cNvGrpSpPr/>
          <p:nvPr/>
        </p:nvGrpSpPr>
        <p:grpSpPr>
          <a:xfrm>
            <a:off x="10256661" y="3284666"/>
            <a:ext cx="861840" cy="588240"/>
            <a:chOff x="10256661" y="3284666"/>
            <a:chExt cx="861840" cy="58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92275EBA-51D1-35D9-3008-9B8FCE332967}"/>
                    </a:ext>
                  </a:extLst>
                </p14:cNvPr>
                <p14:cNvContentPartPr/>
                <p14:nvPr/>
              </p14:nvContentPartPr>
              <p14:xfrm>
                <a:off x="10256661" y="3522626"/>
                <a:ext cx="269280" cy="350280"/>
              </p14:xfrm>
            </p:contentPart>
          </mc:Choice>
          <mc:Fallback xmlns=""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92275EBA-51D1-35D9-3008-9B8FCE33296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250541" y="3516506"/>
                  <a:ext cx="28152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E157C8FA-776E-E582-40DE-1DC52C245887}"/>
                    </a:ext>
                  </a:extLst>
                </p14:cNvPr>
                <p14:cNvContentPartPr/>
                <p14:nvPr/>
              </p14:nvContentPartPr>
              <p14:xfrm>
                <a:off x="10694061" y="3484826"/>
                <a:ext cx="184320" cy="291600"/>
              </p14:xfrm>
            </p:contentPart>
          </mc:Choice>
          <mc:Fallback xmlns=""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E157C8FA-776E-E582-40DE-1DC52C24588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687941" y="3478706"/>
                  <a:ext cx="19656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4475B256-AD26-5390-B829-37421DB49A83}"/>
                    </a:ext>
                  </a:extLst>
                </p14:cNvPr>
                <p14:cNvContentPartPr/>
                <p14:nvPr/>
              </p14:nvContentPartPr>
              <p14:xfrm>
                <a:off x="10761741" y="3524426"/>
                <a:ext cx="118080" cy="316800"/>
              </p14:xfrm>
            </p:contentPart>
          </mc:Choice>
          <mc:Fallback xmlns=""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4475B256-AD26-5390-B829-37421DB49A8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755621" y="3518306"/>
                  <a:ext cx="13032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3B8D2436-A3DF-8D29-FC4E-EB4E3FC73992}"/>
                    </a:ext>
                  </a:extLst>
                </p14:cNvPr>
                <p14:cNvContentPartPr/>
                <p14:nvPr/>
              </p14:nvContentPartPr>
              <p14:xfrm>
                <a:off x="10932381" y="3284666"/>
                <a:ext cx="186120" cy="189720"/>
              </p14:xfrm>
            </p:contentPart>
          </mc:Choice>
          <mc:Fallback xmlns=""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3B8D2436-A3DF-8D29-FC4E-EB4E3FC7399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926261" y="3278546"/>
                  <a:ext cx="19836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upo 64">
            <a:extLst>
              <a:ext uri="{FF2B5EF4-FFF2-40B4-BE49-F238E27FC236}">
                <a16:creationId xmlns:a16="http://schemas.microsoft.com/office/drawing/2014/main" id="{E9481F26-3B1B-62CF-3532-A2DB3D66EE8F}"/>
              </a:ext>
            </a:extLst>
          </p:cNvPr>
          <p:cNvGrpSpPr/>
          <p:nvPr/>
        </p:nvGrpSpPr>
        <p:grpSpPr>
          <a:xfrm>
            <a:off x="6891021" y="4055066"/>
            <a:ext cx="317160" cy="675360"/>
            <a:chOff x="6891021" y="4055066"/>
            <a:chExt cx="317160" cy="67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ECC4129D-E6DD-8361-35DE-E99177A8EB3E}"/>
                    </a:ext>
                  </a:extLst>
                </p14:cNvPr>
                <p14:cNvContentPartPr/>
                <p14:nvPr/>
              </p14:nvContentPartPr>
              <p14:xfrm>
                <a:off x="6891021" y="4200866"/>
                <a:ext cx="305640" cy="529560"/>
              </p14:xfrm>
            </p:contentPart>
          </mc:Choice>
          <mc:Fallback xmlns=""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ECC4129D-E6DD-8361-35DE-E99177A8EB3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884901" y="4194746"/>
                  <a:ext cx="31788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A1671402-D845-98DC-D90B-FA33736BA693}"/>
                    </a:ext>
                  </a:extLst>
                </p14:cNvPr>
                <p14:cNvContentPartPr/>
                <p14:nvPr/>
              </p14:nvContentPartPr>
              <p14:xfrm>
                <a:off x="7195581" y="4055066"/>
                <a:ext cx="12600" cy="160200"/>
              </p14:xfrm>
            </p:contentPart>
          </mc:Choice>
          <mc:Fallback xmlns=""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A1671402-D845-98DC-D90B-FA33736BA69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189461" y="4048946"/>
                  <a:ext cx="24840" cy="17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upo 75">
            <a:extLst>
              <a:ext uri="{FF2B5EF4-FFF2-40B4-BE49-F238E27FC236}">
                <a16:creationId xmlns:a16="http://schemas.microsoft.com/office/drawing/2014/main" id="{2E690A26-C47A-A958-4C6C-D1DE9B6AA38C}"/>
              </a:ext>
            </a:extLst>
          </p:cNvPr>
          <p:cNvGrpSpPr/>
          <p:nvPr/>
        </p:nvGrpSpPr>
        <p:grpSpPr>
          <a:xfrm>
            <a:off x="7510581" y="4253426"/>
            <a:ext cx="574920" cy="547920"/>
            <a:chOff x="7510581" y="4253426"/>
            <a:chExt cx="574920" cy="54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112C1563-28D8-E4B2-6B1D-B776824FBC2F}"/>
                    </a:ext>
                  </a:extLst>
                </p14:cNvPr>
                <p14:cNvContentPartPr/>
                <p14:nvPr/>
              </p14:nvContentPartPr>
              <p14:xfrm>
                <a:off x="7510581" y="4332986"/>
                <a:ext cx="96120" cy="424080"/>
              </p14:xfrm>
            </p:contentPart>
          </mc:Choice>
          <mc:Fallback xmlns=""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112C1563-28D8-E4B2-6B1D-B776824FBC2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504461" y="4326866"/>
                  <a:ext cx="10836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FB18425C-4B9E-DE3E-3ED6-8B499A761615}"/>
                    </a:ext>
                  </a:extLst>
                </p14:cNvPr>
                <p14:cNvContentPartPr/>
                <p14:nvPr/>
              </p14:nvContentPartPr>
              <p14:xfrm>
                <a:off x="7725501" y="4399586"/>
                <a:ext cx="97200" cy="265320"/>
              </p14:xfrm>
            </p:contentPart>
          </mc:Choice>
          <mc:Fallback xmlns=""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FB18425C-4B9E-DE3E-3ED6-8B499A76161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719381" y="4393466"/>
                  <a:ext cx="10944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B05142EE-2839-7952-D535-941B59275EA3}"/>
                    </a:ext>
                  </a:extLst>
                </p14:cNvPr>
                <p14:cNvContentPartPr/>
                <p14:nvPr/>
              </p14:nvContentPartPr>
              <p14:xfrm>
                <a:off x="7632621" y="4356386"/>
                <a:ext cx="234360" cy="308520"/>
              </p14:xfrm>
            </p:contentPart>
          </mc:Choice>
          <mc:Fallback xmlns=""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B05142EE-2839-7952-D535-941B59275EA3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626501" y="4350266"/>
                  <a:ext cx="24660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1FD917FD-9472-AC67-F066-2ACE7E2A477F}"/>
                    </a:ext>
                  </a:extLst>
                </p14:cNvPr>
                <p14:cNvContentPartPr/>
                <p14:nvPr/>
              </p14:nvContentPartPr>
              <p14:xfrm>
                <a:off x="7911261" y="4253426"/>
                <a:ext cx="174240" cy="547920"/>
              </p14:xfrm>
            </p:contentPart>
          </mc:Choice>
          <mc:Fallback xmlns=""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1FD917FD-9472-AC67-F066-2ACE7E2A477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905141" y="4247306"/>
                  <a:ext cx="186480" cy="56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upo 88">
            <a:extLst>
              <a:ext uri="{FF2B5EF4-FFF2-40B4-BE49-F238E27FC236}">
                <a16:creationId xmlns:a16="http://schemas.microsoft.com/office/drawing/2014/main" id="{5B1F9675-8FC7-5125-9519-ED997CB30210}"/>
              </a:ext>
            </a:extLst>
          </p:cNvPr>
          <p:cNvGrpSpPr/>
          <p:nvPr/>
        </p:nvGrpSpPr>
        <p:grpSpPr>
          <a:xfrm>
            <a:off x="8387901" y="4332266"/>
            <a:ext cx="1607040" cy="519120"/>
            <a:chOff x="8387901" y="4332266"/>
            <a:chExt cx="1607040" cy="51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2F442B2F-7827-384B-6B0C-B6CBB98B96DE}"/>
                    </a:ext>
                  </a:extLst>
                </p14:cNvPr>
                <p14:cNvContentPartPr/>
                <p14:nvPr/>
              </p14:nvContentPartPr>
              <p14:xfrm>
                <a:off x="8387901" y="4505066"/>
                <a:ext cx="144720" cy="360"/>
              </p14:xfrm>
            </p:contentPart>
          </mc:Choice>
          <mc:Fallback xmlns=""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2F442B2F-7827-384B-6B0C-B6CBB98B96D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381781" y="4498946"/>
                  <a:ext cx="1569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4FC7F41F-A775-842D-3720-FF2E41716B80}"/>
                    </a:ext>
                  </a:extLst>
                </p14:cNvPr>
                <p14:cNvContentPartPr/>
                <p14:nvPr/>
              </p14:nvContentPartPr>
              <p14:xfrm>
                <a:off x="8387901" y="4717466"/>
                <a:ext cx="158760" cy="360"/>
              </p14:xfrm>
            </p:contentPart>
          </mc:Choice>
          <mc:Fallback xmlns=""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4FC7F41F-A775-842D-3720-FF2E41716B8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381781" y="4711346"/>
                  <a:ext cx="1710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B90E401A-B222-B310-8B53-2304625AE906}"/>
                    </a:ext>
                  </a:extLst>
                </p14:cNvPr>
                <p14:cNvContentPartPr/>
                <p14:nvPr/>
              </p14:nvContentPartPr>
              <p14:xfrm>
                <a:off x="8692461" y="4478426"/>
                <a:ext cx="173520" cy="319320"/>
              </p14:xfrm>
            </p:contentPart>
          </mc:Choice>
          <mc:Fallback xmlns=""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B90E401A-B222-B310-8B53-2304625AE906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686341" y="4472306"/>
                  <a:ext cx="18576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2DC07E54-7D0F-8B0A-D81B-36D04253A70F}"/>
                    </a:ext>
                  </a:extLst>
                </p14:cNvPr>
                <p14:cNvContentPartPr/>
                <p14:nvPr/>
              </p14:nvContentPartPr>
              <p14:xfrm>
                <a:off x="8958141" y="4584986"/>
                <a:ext cx="201960" cy="229320"/>
              </p14:xfrm>
            </p:contentPart>
          </mc:Choice>
          <mc:Fallback xmlns=""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2DC07E54-7D0F-8B0A-D81B-36D04253A70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952021" y="4578866"/>
                  <a:ext cx="2142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08AC3D96-8D78-59FB-7C44-DDB30A7F724E}"/>
                    </a:ext>
                  </a:extLst>
                </p14:cNvPr>
                <p14:cNvContentPartPr/>
                <p14:nvPr/>
              </p14:nvContentPartPr>
              <p14:xfrm>
                <a:off x="9118341" y="4570586"/>
                <a:ext cx="320400" cy="267120"/>
              </p14:xfrm>
            </p:contentPart>
          </mc:Choice>
          <mc:Fallback xmlns=""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08AC3D96-8D78-59FB-7C44-DDB30A7F724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112221" y="4564466"/>
                  <a:ext cx="33264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538C8946-DCF0-9307-78CF-8B707EC2219E}"/>
                    </a:ext>
                  </a:extLst>
                </p14:cNvPr>
                <p14:cNvContentPartPr/>
                <p14:nvPr/>
              </p14:nvContentPartPr>
              <p14:xfrm>
                <a:off x="9581301" y="4531706"/>
                <a:ext cx="210240" cy="319320"/>
              </p14:xfrm>
            </p:contentPart>
          </mc:Choice>
          <mc:Fallback xmlns=""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538C8946-DCF0-9307-78CF-8B707EC2219E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575181" y="4525586"/>
                  <a:ext cx="22248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E80FECD6-FCBD-96C2-EEF2-1DF1DDB5D42F}"/>
                    </a:ext>
                  </a:extLst>
                </p14:cNvPr>
                <p14:cNvContentPartPr/>
                <p14:nvPr/>
              </p14:nvContentPartPr>
              <p14:xfrm>
                <a:off x="9609021" y="4584986"/>
                <a:ext cx="144720" cy="266400"/>
              </p14:xfrm>
            </p:contentPart>
          </mc:Choice>
          <mc:Fallback xmlns=""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E80FECD6-FCBD-96C2-EEF2-1DF1DDB5D42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602901" y="4578866"/>
                  <a:ext cx="1569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DE2546DD-574E-4DC5-3E77-AD18F5148DCA}"/>
                    </a:ext>
                  </a:extLst>
                </p14:cNvPr>
                <p14:cNvContentPartPr/>
                <p14:nvPr/>
              </p14:nvContentPartPr>
              <p14:xfrm>
                <a:off x="9888021" y="4332266"/>
                <a:ext cx="106920" cy="281160"/>
              </p14:xfrm>
            </p:contentPart>
          </mc:Choice>
          <mc:Fallback xmlns=""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DE2546DD-574E-4DC5-3E77-AD18F5148DC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881901" y="4326146"/>
                  <a:ext cx="119160" cy="29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upo 91">
            <a:extLst>
              <a:ext uri="{FF2B5EF4-FFF2-40B4-BE49-F238E27FC236}">
                <a16:creationId xmlns:a16="http://schemas.microsoft.com/office/drawing/2014/main" id="{E1497424-080E-588A-12D6-1403A0525414}"/>
              </a:ext>
            </a:extLst>
          </p:cNvPr>
          <p:cNvGrpSpPr/>
          <p:nvPr/>
        </p:nvGrpSpPr>
        <p:grpSpPr>
          <a:xfrm>
            <a:off x="10071621" y="4862906"/>
            <a:ext cx="132480" cy="83880"/>
            <a:chOff x="10071621" y="4862906"/>
            <a:chExt cx="132480" cy="8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61D63A95-129E-82B3-D27F-EEDBDB1E2045}"/>
                    </a:ext>
                  </a:extLst>
                </p14:cNvPr>
                <p14:cNvContentPartPr/>
                <p14:nvPr/>
              </p14:nvContentPartPr>
              <p14:xfrm>
                <a:off x="10071621" y="4863266"/>
                <a:ext cx="360" cy="360"/>
              </p14:xfrm>
            </p:contentPart>
          </mc:Choice>
          <mc:Fallback xmlns=""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61D63A95-129E-82B3-D27F-EEDBDB1E204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065501" y="485714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99142A57-5A8E-B067-CA88-5737CE9577A4}"/>
                    </a:ext>
                  </a:extLst>
                </p14:cNvPr>
                <p14:cNvContentPartPr/>
                <p14:nvPr/>
              </p14:nvContentPartPr>
              <p14:xfrm>
                <a:off x="10100781" y="4862906"/>
                <a:ext cx="103320" cy="83880"/>
              </p14:xfrm>
            </p:contentPart>
          </mc:Choice>
          <mc:Fallback xmlns=""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99142A57-5A8E-B067-CA88-5737CE9577A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094661" y="4856786"/>
                  <a:ext cx="115560" cy="9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upo 96">
            <a:extLst>
              <a:ext uri="{FF2B5EF4-FFF2-40B4-BE49-F238E27FC236}">
                <a16:creationId xmlns:a16="http://schemas.microsoft.com/office/drawing/2014/main" id="{D586F322-720F-45BD-8E81-C79E933A762D}"/>
              </a:ext>
            </a:extLst>
          </p:cNvPr>
          <p:cNvGrpSpPr/>
          <p:nvPr/>
        </p:nvGrpSpPr>
        <p:grpSpPr>
          <a:xfrm>
            <a:off x="10455741" y="4240106"/>
            <a:ext cx="1149840" cy="691920"/>
            <a:chOff x="10455741" y="4240106"/>
            <a:chExt cx="1149840" cy="69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1C147692-561B-CA06-6034-2A8B29A79C81}"/>
                    </a:ext>
                  </a:extLst>
                </p14:cNvPr>
                <p14:cNvContentPartPr/>
                <p14:nvPr/>
              </p14:nvContentPartPr>
              <p14:xfrm>
                <a:off x="10455741" y="4556546"/>
                <a:ext cx="333360" cy="375480"/>
              </p14:xfrm>
            </p:contentPart>
          </mc:Choice>
          <mc:Fallback xmlns=""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1C147692-561B-CA06-6034-2A8B29A79C8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449621" y="4550426"/>
                  <a:ext cx="34560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93720054-5466-A4F8-4585-3C908B627C9C}"/>
                    </a:ext>
                  </a:extLst>
                </p14:cNvPr>
                <p14:cNvContentPartPr/>
                <p14:nvPr/>
              </p14:nvContentPartPr>
              <p14:xfrm>
                <a:off x="10946061" y="4518746"/>
                <a:ext cx="114480" cy="276480"/>
              </p14:xfrm>
            </p:contentPart>
          </mc:Choice>
          <mc:Fallback xmlns=""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93720054-5466-A4F8-4585-3C908B627C9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939941" y="4512626"/>
                  <a:ext cx="12672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EFBD0F78-3E74-CEE0-BAAB-C4AF3A36855B}"/>
                    </a:ext>
                  </a:extLst>
                </p14:cNvPr>
                <p14:cNvContentPartPr/>
                <p14:nvPr/>
              </p14:nvContentPartPr>
              <p14:xfrm>
                <a:off x="10912581" y="4505066"/>
                <a:ext cx="165960" cy="306360"/>
              </p14:xfrm>
            </p:contentPart>
          </mc:Choice>
          <mc:Fallback xmlns=""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EFBD0F78-3E74-CEE0-BAAB-C4AF3A36855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906461" y="4498946"/>
                  <a:ext cx="17820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1092F7C9-D763-DDDA-28B7-8C64BAF564CE}"/>
                    </a:ext>
                  </a:extLst>
                </p14:cNvPr>
                <p14:cNvContentPartPr/>
                <p14:nvPr/>
              </p14:nvContentPartPr>
              <p14:xfrm>
                <a:off x="11228661" y="4240106"/>
                <a:ext cx="376920" cy="188280"/>
              </p14:xfrm>
            </p:contentPart>
          </mc:Choice>
          <mc:Fallback xmlns=""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1092F7C9-D763-DDDA-28B7-8C64BAF564C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222541" y="4233986"/>
                  <a:ext cx="389160" cy="20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98" name="Entrada de lápiz 97">
                <a:extLst>
                  <a:ext uri="{FF2B5EF4-FFF2-40B4-BE49-F238E27FC236}">
                    <a16:creationId xmlns:a16="http://schemas.microsoft.com/office/drawing/2014/main" id="{8C7F8465-BD3B-8BA4-C8B3-0827D1628689}"/>
                  </a:ext>
                </a:extLst>
              </p14:cNvPr>
              <p14:cNvContentPartPr/>
              <p14:nvPr/>
            </p14:nvContentPartPr>
            <p14:xfrm>
              <a:off x="3445101" y="5034986"/>
              <a:ext cx="203040" cy="226800"/>
            </p14:xfrm>
          </p:contentPart>
        </mc:Choice>
        <mc:Fallback xmlns="">
          <p:pic>
            <p:nvPicPr>
              <p:cNvPr id="98" name="Entrada de lápiz 97">
                <a:extLst>
                  <a:ext uri="{FF2B5EF4-FFF2-40B4-BE49-F238E27FC236}">
                    <a16:creationId xmlns:a16="http://schemas.microsoft.com/office/drawing/2014/main" id="{8C7F8465-BD3B-8BA4-C8B3-0827D162868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438981" y="5028866"/>
                <a:ext cx="21528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99" name="Entrada de lápiz 98">
                <a:extLst>
                  <a:ext uri="{FF2B5EF4-FFF2-40B4-BE49-F238E27FC236}">
                    <a16:creationId xmlns:a16="http://schemas.microsoft.com/office/drawing/2014/main" id="{B6E9D6ED-75B9-A7A5-AAD1-AB698048A31F}"/>
                  </a:ext>
                </a:extLst>
              </p14:cNvPr>
              <p14:cNvContentPartPr/>
              <p14:nvPr/>
            </p14:nvContentPartPr>
            <p14:xfrm>
              <a:off x="6121701" y="4982426"/>
              <a:ext cx="28440" cy="980280"/>
            </p14:xfrm>
          </p:contentPart>
        </mc:Choice>
        <mc:Fallback xmlns="">
          <p:pic>
            <p:nvPicPr>
              <p:cNvPr id="99" name="Entrada de lápiz 98">
                <a:extLst>
                  <a:ext uri="{FF2B5EF4-FFF2-40B4-BE49-F238E27FC236}">
                    <a16:creationId xmlns:a16="http://schemas.microsoft.com/office/drawing/2014/main" id="{B6E9D6ED-75B9-A7A5-AAD1-AB698048A31F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085701" y="4946786"/>
                <a:ext cx="100080" cy="10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0" name="Entrada de lápiz 99">
                <a:extLst>
                  <a:ext uri="{FF2B5EF4-FFF2-40B4-BE49-F238E27FC236}">
                    <a16:creationId xmlns:a16="http://schemas.microsoft.com/office/drawing/2014/main" id="{C53709FC-17C2-95D3-CB5D-8D4FBDE8266F}"/>
                  </a:ext>
                </a:extLst>
              </p14:cNvPr>
              <p14:cNvContentPartPr/>
              <p14:nvPr/>
            </p14:nvContentPartPr>
            <p14:xfrm>
              <a:off x="8759061" y="6479666"/>
              <a:ext cx="360" cy="360"/>
            </p14:xfrm>
          </p:contentPart>
        </mc:Choice>
        <mc:Fallback xmlns="">
          <p:pic>
            <p:nvPicPr>
              <p:cNvPr id="100" name="Entrada de lápiz 99">
                <a:extLst>
                  <a:ext uri="{FF2B5EF4-FFF2-40B4-BE49-F238E27FC236}">
                    <a16:creationId xmlns:a16="http://schemas.microsoft.com/office/drawing/2014/main" id="{C53709FC-17C2-95D3-CB5D-8D4FBDE8266F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8723421" y="6443666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1" name="Entrada de lápiz 100">
                <a:extLst>
                  <a:ext uri="{FF2B5EF4-FFF2-40B4-BE49-F238E27FC236}">
                    <a16:creationId xmlns:a16="http://schemas.microsoft.com/office/drawing/2014/main" id="{FEA4D322-6E47-2B1C-A6AE-7E22136D485A}"/>
                  </a:ext>
                </a:extLst>
              </p14:cNvPr>
              <p14:cNvContentPartPr/>
              <p14:nvPr/>
            </p14:nvContentPartPr>
            <p14:xfrm>
              <a:off x="5101821" y="5485706"/>
              <a:ext cx="227520" cy="182880"/>
            </p14:xfrm>
          </p:contentPart>
        </mc:Choice>
        <mc:Fallback xmlns="">
          <p:pic>
            <p:nvPicPr>
              <p:cNvPr id="101" name="Entrada de lápiz 100">
                <a:extLst>
                  <a:ext uri="{FF2B5EF4-FFF2-40B4-BE49-F238E27FC236}">
                    <a16:creationId xmlns:a16="http://schemas.microsoft.com/office/drawing/2014/main" id="{FEA4D322-6E47-2B1C-A6AE-7E22136D485A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095701" y="5479586"/>
                <a:ext cx="239760" cy="195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upo 103">
            <a:extLst>
              <a:ext uri="{FF2B5EF4-FFF2-40B4-BE49-F238E27FC236}">
                <a16:creationId xmlns:a16="http://schemas.microsoft.com/office/drawing/2014/main" id="{88E2F12A-BBF7-945B-91BB-EA7064F35511}"/>
              </a:ext>
            </a:extLst>
          </p:cNvPr>
          <p:cNvGrpSpPr/>
          <p:nvPr/>
        </p:nvGrpSpPr>
        <p:grpSpPr>
          <a:xfrm>
            <a:off x="7062741" y="4915826"/>
            <a:ext cx="294120" cy="729000"/>
            <a:chOff x="7062741" y="4915826"/>
            <a:chExt cx="294120" cy="72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D3CBB327-D9A7-6BCF-E910-AE14B654FA4A}"/>
                    </a:ext>
                  </a:extLst>
                </p14:cNvPr>
                <p14:cNvContentPartPr/>
                <p14:nvPr/>
              </p14:nvContentPartPr>
              <p14:xfrm>
                <a:off x="7062741" y="5088266"/>
                <a:ext cx="294120" cy="556560"/>
              </p14:xfrm>
            </p:contentPart>
          </mc:Choice>
          <mc:Fallback xmlns=""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D3CBB327-D9A7-6BCF-E910-AE14B654FA4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056621" y="5082146"/>
                  <a:ext cx="306360" cy="56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7254886B-C7B2-15CD-A320-050C96AEC99C}"/>
                    </a:ext>
                  </a:extLst>
                </p14:cNvPr>
                <p14:cNvContentPartPr/>
                <p14:nvPr/>
              </p14:nvContentPartPr>
              <p14:xfrm>
                <a:off x="7354701" y="4915826"/>
                <a:ext cx="360" cy="158760"/>
              </p14:xfrm>
            </p:contentPart>
          </mc:Choice>
          <mc:Fallback xmlns=""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7254886B-C7B2-15CD-A320-050C96AEC99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348581" y="4909706"/>
                  <a:ext cx="12600" cy="17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upo 111">
            <a:extLst>
              <a:ext uri="{FF2B5EF4-FFF2-40B4-BE49-F238E27FC236}">
                <a16:creationId xmlns:a16="http://schemas.microsoft.com/office/drawing/2014/main" id="{8A35EFCE-0F15-EBB6-3DC6-3A327838FC66}"/>
              </a:ext>
            </a:extLst>
          </p:cNvPr>
          <p:cNvGrpSpPr/>
          <p:nvPr/>
        </p:nvGrpSpPr>
        <p:grpSpPr>
          <a:xfrm>
            <a:off x="7591221" y="5128226"/>
            <a:ext cx="808560" cy="592560"/>
            <a:chOff x="7591221" y="5128226"/>
            <a:chExt cx="808560" cy="59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040E0534-EB2A-9B90-871A-3B94B56C314D}"/>
                    </a:ext>
                  </a:extLst>
                </p14:cNvPr>
                <p14:cNvContentPartPr/>
                <p14:nvPr/>
              </p14:nvContentPartPr>
              <p14:xfrm>
                <a:off x="7591221" y="5234066"/>
                <a:ext cx="58320" cy="486720"/>
              </p14:xfrm>
            </p:contentPart>
          </mc:Choice>
          <mc:Fallback xmlns=""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040E0534-EB2A-9B90-871A-3B94B56C314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585101" y="5227946"/>
                  <a:ext cx="70560" cy="49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96E4F155-1572-29FE-C974-D61511895381}"/>
                    </a:ext>
                  </a:extLst>
                </p14:cNvPr>
                <p14:cNvContentPartPr/>
                <p14:nvPr/>
              </p14:nvContentPartPr>
              <p14:xfrm>
                <a:off x="7845021" y="5260706"/>
                <a:ext cx="127440" cy="267120"/>
              </p14:xfrm>
            </p:contentPart>
          </mc:Choice>
          <mc:Fallback xmlns=""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96E4F155-1572-29FE-C974-D6151189538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838901" y="5254586"/>
                  <a:ext cx="1396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D95374C8-47D0-695C-1EDB-4AF13E082ACF}"/>
                    </a:ext>
                  </a:extLst>
                </p14:cNvPr>
                <p14:cNvContentPartPr/>
                <p14:nvPr/>
              </p14:nvContentPartPr>
              <p14:xfrm>
                <a:off x="7842141" y="5286986"/>
                <a:ext cx="175320" cy="285120"/>
              </p14:xfrm>
            </p:contentPart>
          </mc:Choice>
          <mc:Fallback xmlns=""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D95374C8-47D0-695C-1EDB-4AF13E082AC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836021" y="5280866"/>
                  <a:ext cx="18756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8518E98C-1E2E-C413-AECF-6D025BB8E5A2}"/>
                    </a:ext>
                  </a:extLst>
                </p14:cNvPr>
                <p14:cNvContentPartPr/>
                <p14:nvPr/>
              </p14:nvContentPartPr>
              <p14:xfrm>
                <a:off x="8122941" y="5128226"/>
                <a:ext cx="94320" cy="520560"/>
              </p14:xfrm>
            </p:contentPart>
          </mc:Choice>
          <mc:Fallback xmlns=""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8518E98C-1E2E-C413-AECF-6D025BB8E5A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116821" y="5122106"/>
                  <a:ext cx="106560" cy="53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E57DA293-21D8-5CB8-18AD-8BC7CDED066E}"/>
                    </a:ext>
                  </a:extLst>
                </p14:cNvPr>
                <p14:cNvContentPartPr/>
                <p14:nvPr/>
              </p14:nvContentPartPr>
              <p14:xfrm>
                <a:off x="8295381" y="5512346"/>
                <a:ext cx="104400" cy="360"/>
              </p14:xfrm>
            </p:contentPart>
          </mc:Choice>
          <mc:Fallback xmlns=""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E57DA293-21D8-5CB8-18AD-8BC7CDED066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289261" y="5506226"/>
                  <a:ext cx="1166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576E9B90-F7F6-DD1D-9C65-E5CA8965A42E}"/>
                    </a:ext>
                  </a:extLst>
                </p14:cNvPr>
                <p14:cNvContentPartPr/>
                <p14:nvPr/>
              </p14:nvContentPartPr>
              <p14:xfrm>
                <a:off x="8334981" y="5393546"/>
                <a:ext cx="49320" cy="13320"/>
              </p14:xfrm>
            </p:contentPart>
          </mc:Choice>
          <mc:Fallback xmlns=""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576E9B90-F7F6-DD1D-9C65-E5CA8965A42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328861" y="5387426"/>
                  <a:ext cx="6156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upo 118">
            <a:extLst>
              <a:ext uri="{FF2B5EF4-FFF2-40B4-BE49-F238E27FC236}">
                <a16:creationId xmlns:a16="http://schemas.microsoft.com/office/drawing/2014/main" id="{B9F84DF1-A624-7572-4BA6-78EF56A8BE7C}"/>
              </a:ext>
            </a:extLst>
          </p:cNvPr>
          <p:cNvGrpSpPr/>
          <p:nvPr/>
        </p:nvGrpSpPr>
        <p:grpSpPr>
          <a:xfrm>
            <a:off x="8666541" y="5072786"/>
            <a:ext cx="966240" cy="457560"/>
            <a:chOff x="8666541" y="5072786"/>
            <a:chExt cx="966240" cy="45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171524EA-4A75-E4A3-EC1B-0446B6DA536E}"/>
                    </a:ext>
                  </a:extLst>
                </p14:cNvPr>
                <p14:cNvContentPartPr/>
                <p14:nvPr/>
              </p14:nvContentPartPr>
              <p14:xfrm>
                <a:off x="8666541" y="5273666"/>
                <a:ext cx="242640" cy="253800"/>
              </p14:xfrm>
            </p:contentPart>
          </mc:Choice>
          <mc:Fallback xmlns=""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171524EA-4A75-E4A3-EC1B-0446B6DA536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660421" y="5267546"/>
                  <a:ext cx="25488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52B3337B-025A-FF93-DFD9-90D31D959E43}"/>
                    </a:ext>
                  </a:extLst>
                </p14:cNvPr>
                <p14:cNvContentPartPr/>
                <p14:nvPr/>
              </p14:nvContentPartPr>
              <p14:xfrm>
                <a:off x="8984781" y="5194466"/>
                <a:ext cx="249480" cy="270000"/>
              </p14:xfrm>
            </p:contentPart>
          </mc:Choice>
          <mc:Fallback xmlns=""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52B3337B-025A-FF93-DFD9-90D31D959E4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978661" y="5188346"/>
                  <a:ext cx="2617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FD92BD48-C7B4-ADAD-DC9D-528E6E331D8C}"/>
                    </a:ext>
                  </a:extLst>
                </p14:cNvPr>
                <p14:cNvContentPartPr/>
                <p14:nvPr/>
              </p14:nvContentPartPr>
              <p14:xfrm>
                <a:off x="9016101" y="5181506"/>
                <a:ext cx="207360" cy="348840"/>
              </p14:xfrm>
            </p:contentPart>
          </mc:Choice>
          <mc:Fallback xmlns=""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FD92BD48-C7B4-ADAD-DC9D-528E6E331D8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009981" y="5175386"/>
                  <a:ext cx="21960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25A0662C-A3C6-9516-514A-C008E58F9AAE}"/>
                    </a:ext>
                  </a:extLst>
                </p14:cNvPr>
                <p14:cNvContentPartPr/>
                <p14:nvPr/>
              </p14:nvContentPartPr>
              <p14:xfrm>
                <a:off x="9382221" y="5072786"/>
                <a:ext cx="250560" cy="258120"/>
              </p14:xfrm>
            </p:contentPart>
          </mc:Choice>
          <mc:Fallback xmlns=""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25A0662C-A3C6-9516-514A-C008E58F9AA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376101" y="5066666"/>
                  <a:ext cx="262800" cy="27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upo 123">
            <a:extLst>
              <a:ext uri="{FF2B5EF4-FFF2-40B4-BE49-F238E27FC236}">
                <a16:creationId xmlns:a16="http://schemas.microsoft.com/office/drawing/2014/main" id="{8FF167F7-7A3F-45C6-14E7-2481B4DA5DC5}"/>
              </a:ext>
            </a:extLst>
          </p:cNvPr>
          <p:cNvGrpSpPr/>
          <p:nvPr/>
        </p:nvGrpSpPr>
        <p:grpSpPr>
          <a:xfrm>
            <a:off x="9766341" y="5599466"/>
            <a:ext cx="53640" cy="70200"/>
            <a:chOff x="9766341" y="5599466"/>
            <a:chExt cx="53640" cy="7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FD51B161-11AA-03CE-D636-D0251E6C8E6C}"/>
                    </a:ext>
                  </a:extLst>
                </p14:cNvPr>
                <p14:cNvContentPartPr/>
                <p14:nvPr/>
              </p14:nvContentPartPr>
              <p14:xfrm>
                <a:off x="9766341" y="5631506"/>
                <a:ext cx="360" cy="360"/>
              </p14:xfrm>
            </p:contentPart>
          </mc:Choice>
          <mc:Fallback xmlns=""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FD51B161-11AA-03CE-D636-D0251E6C8E6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760221" y="562538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D0F0F14E-87E3-0E25-A4C3-D9551C00C99D}"/>
                    </a:ext>
                  </a:extLst>
                </p14:cNvPr>
                <p14:cNvContentPartPr/>
                <p14:nvPr/>
              </p14:nvContentPartPr>
              <p14:xfrm>
                <a:off x="9766341" y="5631506"/>
                <a:ext cx="360" cy="360"/>
              </p14:xfrm>
            </p:contentPart>
          </mc:Choice>
          <mc:Fallback xmlns=""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D0F0F14E-87E3-0E25-A4C3-D9551C00C99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760221" y="562538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9D230E41-C9EA-12F0-8AF3-E5398842A565}"/>
                    </a:ext>
                  </a:extLst>
                </p14:cNvPr>
                <p14:cNvContentPartPr/>
                <p14:nvPr/>
              </p14:nvContentPartPr>
              <p14:xfrm>
                <a:off x="9778581" y="5599466"/>
                <a:ext cx="41400" cy="70200"/>
              </p14:xfrm>
            </p:contentPart>
          </mc:Choice>
          <mc:Fallback xmlns=""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9D230E41-C9EA-12F0-8AF3-E5398842A56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772461" y="5593346"/>
                  <a:ext cx="53640" cy="8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EBADFF8B-7C0B-A173-602B-58BE023BE491}"/>
              </a:ext>
            </a:extLst>
          </p:cNvPr>
          <p:cNvGrpSpPr/>
          <p:nvPr/>
        </p:nvGrpSpPr>
        <p:grpSpPr>
          <a:xfrm>
            <a:off x="10055421" y="5074586"/>
            <a:ext cx="1344240" cy="606240"/>
            <a:chOff x="10055421" y="5074586"/>
            <a:chExt cx="1344240" cy="60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A158CB3D-937E-963B-4C59-819C2E5F0092}"/>
                    </a:ext>
                  </a:extLst>
                </p14:cNvPr>
                <p14:cNvContentPartPr/>
                <p14:nvPr/>
              </p14:nvContentPartPr>
              <p14:xfrm>
                <a:off x="10055421" y="5379506"/>
                <a:ext cx="160560" cy="240840"/>
              </p14:xfrm>
            </p:contentPart>
          </mc:Choice>
          <mc:Fallback xmlns=""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A158CB3D-937E-963B-4C59-819C2E5F009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049301" y="5373386"/>
                  <a:ext cx="1728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CEA272B7-00E2-5A2E-60A5-D82C1F735DA3}"/>
                    </a:ext>
                  </a:extLst>
                </p14:cNvPr>
                <p14:cNvContentPartPr/>
                <p14:nvPr/>
              </p14:nvContentPartPr>
              <p14:xfrm>
                <a:off x="10313181" y="5473826"/>
                <a:ext cx="91800" cy="131400"/>
              </p14:xfrm>
            </p:contentPart>
          </mc:Choice>
          <mc:Fallback xmlns=""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CEA272B7-00E2-5A2E-60A5-D82C1F735DA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307061" y="5467706"/>
                  <a:ext cx="1040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09E800D4-DB85-EC06-B63B-5A1172BA5232}"/>
                    </a:ext>
                  </a:extLst>
                </p14:cNvPr>
                <p14:cNvContentPartPr/>
                <p14:nvPr/>
              </p14:nvContentPartPr>
              <p14:xfrm>
                <a:off x="10526301" y="5446106"/>
                <a:ext cx="228240" cy="175320"/>
              </p14:xfrm>
            </p:contentPart>
          </mc:Choice>
          <mc:Fallback xmlns=""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09E800D4-DB85-EC06-B63B-5A1172BA523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520181" y="5439986"/>
                  <a:ext cx="2404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A084F192-D4C9-C184-F3DE-BFC7B179EC70}"/>
                    </a:ext>
                  </a:extLst>
                </p14:cNvPr>
                <p14:cNvContentPartPr/>
                <p14:nvPr/>
              </p14:nvContentPartPr>
              <p14:xfrm>
                <a:off x="10602981" y="5618546"/>
                <a:ext cx="118080" cy="27720"/>
              </p14:xfrm>
            </p:contentPart>
          </mc:Choice>
          <mc:Fallback xmlns=""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A084F192-D4C9-C184-F3DE-BFC7B179EC7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596861" y="5612426"/>
                  <a:ext cx="1303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2D369D6A-486D-D33A-E633-2AC314F6AA4F}"/>
                    </a:ext>
                  </a:extLst>
                </p14:cNvPr>
                <p14:cNvContentPartPr/>
                <p14:nvPr/>
              </p14:nvContentPartPr>
              <p14:xfrm>
                <a:off x="10919421" y="5340266"/>
                <a:ext cx="113760" cy="335520"/>
              </p14:xfrm>
            </p:contentPart>
          </mc:Choice>
          <mc:Fallback xmlns=""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2D369D6A-486D-D33A-E633-2AC314F6AA4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913301" y="5334146"/>
                  <a:ext cx="12600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56F28156-4392-EC1E-EBBC-7AB858CB4ABA}"/>
                    </a:ext>
                  </a:extLst>
                </p14:cNvPr>
                <p14:cNvContentPartPr/>
                <p14:nvPr/>
              </p14:nvContentPartPr>
              <p14:xfrm>
                <a:off x="10863621" y="5406146"/>
                <a:ext cx="188280" cy="274680"/>
              </p14:xfrm>
            </p:contentPart>
          </mc:Choice>
          <mc:Fallback xmlns=""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56F28156-4392-EC1E-EBBC-7AB858CB4AB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857501" y="5400026"/>
                  <a:ext cx="20052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3A4B7418-5F30-BCA6-81CC-3885DF4D1CDC}"/>
                    </a:ext>
                  </a:extLst>
                </p14:cNvPr>
                <p14:cNvContentPartPr/>
                <p14:nvPr/>
              </p14:nvContentPartPr>
              <p14:xfrm>
                <a:off x="11211021" y="5074586"/>
                <a:ext cx="188640" cy="319680"/>
              </p14:xfrm>
            </p:contentPart>
          </mc:Choice>
          <mc:Fallback xmlns=""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3A4B7418-5F30-BCA6-81CC-3885DF4D1CD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204901" y="5068466"/>
                  <a:ext cx="200880" cy="33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37" name="Entrada de lápiz 136">
                <a:extLst>
                  <a:ext uri="{FF2B5EF4-FFF2-40B4-BE49-F238E27FC236}">
                    <a16:creationId xmlns:a16="http://schemas.microsoft.com/office/drawing/2014/main" id="{3C4DE131-4309-EBFA-28C4-5B0F8088C2DC}"/>
                  </a:ext>
                </a:extLst>
              </p14:cNvPr>
              <p14:cNvContentPartPr/>
              <p14:nvPr/>
            </p14:nvContentPartPr>
            <p14:xfrm>
              <a:off x="967221" y="3524426"/>
              <a:ext cx="5060520" cy="161280"/>
            </p14:xfrm>
          </p:contentPart>
        </mc:Choice>
        <mc:Fallback xmlns="">
          <p:pic>
            <p:nvPicPr>
              <p:cNvPr id="137" name="Entrada de lápiz 136">
                <a:extLst>
                  <a:ext uri="{FF2B5EF4-FFF2-40B4-BE49-F238E27FC236}">
                    <a16:creationId xmlns:a16="http://schemas.microsoft.com/office/drawing/2014/main" id="{3C4DE131-4309-EBFA-28C4-5B0F8088C2DC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931221" y="3488786"/>
                <a:ext cx="5132160" cy="23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Grupo 142">
            <a:extLst>
              <a:ext uri="{FF2B5EF4-FFF2-40B4-BE49-F238E27FC236}">
                <a16:creationId xmlns:a16="http://schemas.microsoft.com/office/drawing/2014/main" id="{B226F683-323A-75FA-3FDF-89A84669BAF1}"/>
              </a:ext>
            </a:extLst>
          </p:cNvPr>
          <p:cNvGrpSpPr/>
          <p:nvPr/>
        </p:nvGrpSpPr>
        <p:grpSpPr>
          <a:xfrm>
            <a:off x="7222221" y="955826"/>
            <a:ext cx="831960" cy="749520"/>
            <a:chOff x="7222221" y="955826"/>
            <a:chExt cx="831960" cy="74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BEBD9AD4-A9C0-8947-D979-49D0D08354D4}"/>
                    </a:ext>
                  </a:extLst>
                </p14:cNvPr>
                <p14:cNvContentPartPr/>
                <p14:nvPr/>
              </p14:nvContentPartPr>
              <p14:xfrm>
                <a:off x="7261461" y="955826"/>
                <a:ext cx="134280" cy="482760"/>
              </p14:xfrm>
            </p:contentPart>
          </mc:Choice>
          <mc:Fallback xmlns=""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BEBD9AD4-A9C0-8947-D979-49D0D08354D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225821" y="920186"/>
                  <a:ext cx="205920" cy="55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2B541BC5-309B-7BF2-B7C1-344CDDF9E14F}"/>
                    </a:ext>
                  </a:extLst>
                </p14:cNvPr>
                <p14:cNvContentPartPr/>
                <p14:nvPr/>
              </p14:nvContentPartPr>
              <p14:xfrm>
                <a:off x="7222221" y="1390706"/>
                <a:ext cx="266040" cy="360"/>
              </p14:xfrm>
            </p:contentPart>
          </mc:Choice>
          <mc:Fallback xmlns=""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2B541BC5-309B-7BF2-B7C1-344CDDF9E14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186221" y="1355066"/>
                  <a:ext cx="3376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93D7B6DD-8364-D1C8-4445-2B113795D4BF}"/>
                    </a:ext>
                  </a:extLst>
                </p14:cNvPr>
                <p14:cNvContentPartPr/>
                <p14:nvPr/>
              </p14:nvContentPartPr>
              <p14:xfrm>
                <a:off x="7685901" y="1184066"/>
                <a:ext cx="368280" cy="326520"/>
              </p14:xfrm>
            </p:contentPart>
          </mc:Choice>
          <mc:Fallback xmlns=""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93D7B6DD-8364-D1C8-4445-2B113795D4B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649901" y="1148426"/>
                  <a:ext cx="43992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128BC810-3481-9C7A-542D-DD5AD6686AEF}"/>
                    </a:ext>
                  </a:extLst>
                </p14:cNvPr>
                <p14:cNvContentPartPr/>
                <p14:nvPr/>
              </p14:nvContentPartPr>
              <p14:xfrm>
                <a:off x="7551621" y="1086146"/>
                <a:ext cx="120960" cy="619200"/>
              </p14:xfrm>
            </p:contentPart>
          </mc:Choice>
          <mc:Fallback xmlns=""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128BC810-3481-9C7A-542D-DD5AD6686AE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515621" y="1050506"/>
                  <a:ext cx="192600" cy="69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44" name="Entrada de lápiz 143">
                <a:extLst>
                  <a:ext uri="{FF2B5EF4-FFF2-40B4-BE49-F238E27FC236}">
                    <a16:creationId xmlns:a16="http://schemas.microsoft.com/office/drawing/2014/main" id="{77014F1D-0C6C-952D-5AFA-B0B52BFFF1D9}"/>
                  </a:ext>
                </a:extLst>
              </p14:cNvPr>
              <p14:cNvContentPartPr/>
              <p14:nvPr/>
            </p14:nvContentPartPr>
            <p14:xfrm>
              <a:off x="8295021" y="979946"/>
              <a:ext cx="121680" cy="598680"/>
            </p14:xfrm>
          </p:contentPart>
        </mc:Choice>
        <mc:Fallback xmlns="">
          <p:pic>
            <p:nvPicPr>
              <p:cNvPr id="144" name="Entrada de lápiz 143">
                <a:extLst>
                  <a:ext uri="{FF2B5EF4-FFF2-40B4-BE49-F238E27FC236}">
                    <a16:creationId xmlns:a16="http://schemas.microsoft.com/office/drawing/2014/main" id="{77014F1D-0C6C-952D-5AFA-B0B52BFFF1D9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8259021" y="944306"/>
                <a:ext cx="193320" cy="67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0" name="Grupo 149">
            <a:extLst>
              <a:ext uri="{FF2B5EF4-FFF2-40B4-BE49-F238E27FC236}">
                <a16:creationId xmlns:a16="http://schemas.microsoft.com/office/drawing/2014/main" id="{9AAA6793-4269-4CFC-6A90-11FC9818F682}"/>
              </a:ext>
            </a:extLst>
          </p:cNvPr>
          <p:cNvGrpSpPr/>
          <p:nvPr/>
        </p:nvGrpSpPr>
        <p:grpSpPr>
          <a:xfrm>
            <a:off x="8652861" y="1244906"/>
            <a:ext cx="2207520" cy="505080"/>
            <a:chOff x="8652861" y="1244906"/>
            <a:chExt cx="2207520" cy="50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FB5AADB7-B4E2-77BB-D3EB-5D048B744E70}"/>
                    </a:ext>
                  </a:extLst>
                </p14:cNvPr>
                <p14:cNvContentPartPr/>
                <p14:nvPr/>
              </p14:nvContentPartPr>
              <p14:xfrm>
                <a:off x="8652861" y="1523546"/>
                <a:ext cx="415800" cy="360"/>
              </p14:xfrm>
            </p:contentPart>
          </mc:Choice>
          <mc:Fallback xmlns=""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FB5AADB7-B4E2-77BB-D3EB-5D048B744E70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617221" y="1487906"/>
                  <a:ext cx="4874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210C852E-A7B9-F65F-0D33-5A494CB3E896}"/>
                    </a:ext>
                  </a:extLst>
                </p14:cNvPr>
                <p14:cNvContentPartPr/>
                <p14:nvPr/>
              </p14:nvContentPartPr>
              <p14:xfrm>
                <a:off x="8759061" y="1364786"/>
                <a:ext cx="213840" cy="2520"/>
              </p14:xfrm>
            </p:contentPart>
          </mc:Choice>
          <mc:Fallback xmlns=""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210C852E-A7B9-F65F-0D33-5A494CB3E89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723421" y="1328786"/>
                  <a:ext cx="2854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77DA84A6-E1CB-EBA6-C262-9C16F373516F}"/>
                    </a:ext>
                  </a:extLst>
                </p14:cNvPr>
                <p14:cNvContentPartPr/>
                <p14:nvPr/>
              </p14:nvContentPartPr>
              <p14:xfrm>
                <a:off x="9263781" y="1244906"/>
                <a:ext cx="147960" cy="334080"/>
              </p14:xfrm>
            </p:contentPart>
          </mc:Choice>
          <mc:Fallback xmlns=""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77DA84A6-E1CB-EBA6-C262-9C16F373516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227781" y="1209266"/>
                  <a:ext cx="2196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48" name="Entrada de lápiz 147">
                  <a:extLst>
                    <a:ext uri="{FF2B5EF4-FFF2-40B4-BE49-F238E27FC236}">
                      <a16:creationId xmlns:a16="http://schemas.microsoft.com/office/drawing/2014/main" id="{E6FBA3E6-53D9-01C3-436D-0CBED2F9D684}"/>
                    </a:ext>
                  </a:extLst>
                </p14:cNvPr>
                <p14:cNvContentPartPr/>
                <p14:nvPr/>
              </p14:nvContentPartPr>
              <p14:xfrm>
                <a:off x="9511821" y="1393226"/>
                <a:ext cx="491040" cy="279000"/>
              </p14:xfrm>
            </p:contentPart>
          </mc:Choice>
          <mc:Fallback xmlns="">
            <p:pic>
              <p:nvPicPr>
                <p:cNvPr id="148" name="Entrada de lápiz 147">
                  <a:extLst>
                    <a:ext uri="{FF2B5EF4-FFF2-40B4-BE49-F238E27FC236}">
                      <a16:creationId xmlns:a16="http://schemas.microsoft.com/office/drawing/2014/main" id="{E6FBA3E6-53D9-01C3-436D-0CBED2F9D68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476181" y="1357586"/>
                  <a:ext cx="56268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345DD206-894A-5D4C-19FF-70BBBD262FB7}"/>
                    </a:ext>
                  </a:extLst>
                </p14:cNvPr>
                <p14:cNvContentPartPr/>
                <p14:nvPr/>
              </p14:nvContentPartPr>
              <p14:xfrm>
                <a:off x="10076301" y="1479986"/>
                <a:ext cx="784080" cy="270000"/>
              </p14:xfrm>
            </p:contentPart>
          </mc:Choice>
          <mc:Fallback xmlns=""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345DD206-894A-5D4C-19FF-70BBBD262FB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040301" y="1444346"/>
                  <a:ext cx="855720" cy="34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51" name="Entrada de lápiz 150">
                <a:extLst>
                  <a:ext uri="{FF2B5EF4-FFF2-40B4-BE49-F238E27FC236}">
                    <a16:creationId xmlns:a16="http://schemas.microsoft.com/office/drawing/2014/main" id="{79B97F5F-6CD6-F187-9C76-1477AB19AA81}"/>
                  </a:ext>
                </a:extLst>
              </p14:cNvPr>
              <p14:cNvContentPartPr/>
              <p14:nvPr/>
            </p14:nvContentPartPr>
            <p14:xfrm>
              <a:off x="10972701" y="1356146"/>
              <a:ext cx="906480" cy="257040"/>
            </p14:xfrm>
          </p:contentPart>
        </mc:Choice>
        <mc:Fallback xmlns="">
          <p:pic>
            <p:nvPicPr>
              <p:cNvPr id="151" name="Entrada de lápiz 150">
                <a:extLst>
                  <a:ext uri="{FF2B5EF4-FFF2-40B4-BE49-F238E27FC236}">
                    <a16:creationId xmlns:a16="http://schemas.microsoft.com/office/drawing/2014/main" id="{79B97F5F-6CD6-F187-9C76-1477AB19AA81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0936701" y="1320506"/>
                <a:ext cx="978120" cy="32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9" name="Grupo 158">
            <a:extLst>
              <a:ext uri="{FF2B5EF4-FFF2-40B4-BE49-F238E27FC236}">
                <a16:creationId xmlns:a16="http://schemas.microsoft.com/office/drawing/2014/main" id="{9563DF4F-BF09-89DB-B663-70DA92B276A3}"/>
              </a:ext>
            </a:extLst>
          </p:cNvPr>
          <p:cNvGrpSpPr/>
          <p:nvPr/>
        </p:nvGrpSpPr>
        <p:grpSpPr>
          <a:xfrm>
            <a:off x="11131461" y="1734506"/>
            <a:ext cx="1329120" cy="996120"/>
            <a:chOff x="11131461" y="1734506"/>
            <a:chExt cx="1329120" cy="99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AD6CF6A0-39A1-556B-BA0F-D1BC81A8A726}"/>
                    </a:ext>
                  </a:extLst>
                </p14:cNvPr>
                <p14:cNvContentPartPr/>
                <p14:nvPr/>
              </p14:nvContentPartPr>
              <p14:xfrm>
                <a:off x="11131461" y="2144906"/>
                <a:ext cx="270360" cy="342360"/>
              </p14:xfrm>
            </p:contentPart>
          </mc:Choice>
          <mc:Fallback xmlns=""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AD6CF6A0-39A1-556B-BA0F-D1BC81A8A72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095461" y="2108906"/>
                  <a:ext cx="34200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82123878-4A8E-6B5D-0012-04078804C6C6}"/>
                    </a:ext>
                  </a:extLst>
                </p14:cNvPr>
                <p14:cNvContentPartPr/>
                <p14:nvPr/>
              </p14:nvContentPartPr>
              <p14:xfrm>
                <a:off x="11555541" y="2371346"/>
                <a:ext cx="119880" cy="360"/>
              </p14:xfrm>
            </p:contentPart>
          </mc:Choice>
          <mc:Fallback xmlns=""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82123878-4A8E-6B5D-0012-04078804C6C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519901" y="2335706"/>
                  <a:ext cx="1915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CC9C510C-D73D-AF29-3690-865D6BDAD84A}"/>
                    </a:ext>
                  </a:extLst>
                </p14:cNvPr>
                <p14:cNvContentPartPr/>
                <p14:nvPr/>
              </p14:nvContentPartPr>
              <p14:xfrm>
                <a:off x="11568501" y="2530826"/>
                <a:ext cx="160200" cy="360"/>
              </p14:xfrm>
            </p:contentPart>
          </mc:Choice>
          <mc:Fallback xmlns=""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CC9C510C-D73D-AF29-3690-865D6BDAD84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532861" y="2494826"/>
                  <a:ext cx="2318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55" name="Entrada de lápiz 154">
                  <a:extLst>
                    <a:ext uri="{FF2B5EF4-FFF2-40B4-BE49-F238E27FC236}">
                      <a16:creationId xmlns:a16="http://schemas.microsoft.com/office/drawing/2014/main" id="{4CF31413-E07E-9753-80D9-F9CBB64A8AD4}"/>
                    </a:ext>
                  </a:extLst>
                </p14:cNvPr>
                <p14:cNvContentPartPr/>
                <p14:nvPr/>
              </p14:nvContentPartPr>
              <p14:xfrm>
                <a:off x="11767581" y="2292506"/>
                <a:ext cx="334440" cy="241920"/>
              </p14:xfrm>
            </p:contentPart>
          </mc:Choice>
          <mc:Fallback xmlns="">
            <p:pic>
              <p:nvPicPr>
                <p:cNvPr id="155" name="Entrada de lápiz 154">
                  <a:extLst>
                    <a:ext uri="{FF2B5EF4-FFF2-40B4-BE49-F238E27FC236}">
                      <a16:creationId xmlns:a16="http://schemas.microsoft.com/office/drawing/2014/main" id="{4CF31413-E07E-9753-80D9-F9CBB64A8AD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731581" y="2256506"/>
                  <a:ext cx="40608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DFE2CA0F-CC03-F323-93D7-3039ADD1EEB8}"/>
                    </a:ext>
                  </a:extLst>
                </p14:cNvPr>
                <p14:cNvContentPartPr/>
                <p14:nvPr/>
              </p14:nvContentPartPr>
              <p14:xfrm>
                <a:off x="11838861" y="2239226"/>
                <a:ext cx="234000" cy="491400"/>
              </p14:xfrm>
            </p:contentPart>
          </mc:Choice>
          <mc:Fallback xmlns=""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DFE2CA0F-CC03-F323-93D7-3039ADD1EEB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803221" y="2203586"/>
                  <a:ext cx="305640" cy="56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8A97B850-5B18-C0CC-CE25-3938E66CC0C9}"/>
                    </a:ext>
                  </a:extLst>
                </p14:cNvPr>
                <p14:cNvContentPartPr/>
                <p14:nvPr/>
              </p14:nvContentPartPr>
              <p14:xfrm>
                <a:off x="12218301" y="1734506"/>
                <a:ext cx="242280" cy="395280"/>
              </p14:xfrm>
            </p:contentPart>
          </mc:Choice>
          <mc:Fallback xmlns=""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8A97B850-5B18-C0CC-CE25-3938E66CC0C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2182301" y="1698506"/>
                  <a:ext cx="313920" cy="46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60" name="Entrada de lápiz 159">
                <a:extLst>
                  <a:ext uri="{FF2B5EF4-FFF2-40B4-BE49-F238E27FC236}">
                    <a16:creationId xmlns:a16="http://schemas.microsoft.com/office/drawing/2014/main" id="{47CD7727-7C0A-DB01-841C-64DD261D69A8}"/>
                  </a:ext>
                </a:extLst>
              </p14:cNvPr>
              <p14:cNvContentPartPr/>
              <p14:nvPr/>
            </p14:nvContentPartPr>
            <p14:xfrm>
              <a:off x="10641141" y="3829706"/>
              <a:ext cx="360" cy="360"/>
            </p14:xfrm>
          </p:contentPart>
        </mc:Choice>
        <mc:Fallback xmlns="">
          <p:pic>
            <p:nvPicPr>
              <p:cNvPr id="160" name="Entrada de lápiz 159">
                <a:extLst>
                  <a:ext uri="{FF2B5EF4-FFF2-40B4-BE49-F238E27FC236}">
                    <a16:creationId xmlns:a16="http://schemas.microsoft.com/office/drawing/2014/main" id="{47CD7727-7C0A-DB01-841C-64DD261D69A8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0605141" y="3793706"/>
                <a:ext cx="7200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27990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A501B2-8E7B-981B-F6EB-334F3F09E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485" y="629801"/>
            <a:ext cx="9601196" cy="1303867"/>
          </a:xfrm>
        </p:spPr>
        <p:txBody>
          <a:bodyPr/>
          <a:lstStyle/>
          <a:p>
            <a:r>
              <a:rPr lang="es-MX" dirty="0"/>
              <a:t>Derivar </a:t>
            </a:r>
            <a:endParaRPr lang="es-AR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4256222-4E9D-BD2B-86A3-D40457F1A54B}"/>
              </a:ext>
            </a:extLst>
          </p:cNvPr>
          <p:cNvSpPr txBox="1"/>
          <p:nvPr/>
        </p:nvSpPr>
        <p:spPr>
          <a:xfrm>
            <a:off x="979005" y="2109507"/>
            <a:ext cx="1023398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800" i="1" dirty="0">
                <a:solidFill>
                  <a:srgbClr val="000000"/>
                </a:solidFill>
                <a:latin typeface="KaTeX_Math"/>
              </a:rPr>
              <a:t>h</a:t>
            </a:r>
            <a:r>
              <a:rPr lang="es-AR" sz="2800" b="0" i="0" dirty="0">
                <a:solidFill>
                  <a:srgbClr val="000000"/>
                </a:solidFill>
                <a:effectLst/>
                <a:latin typeface="KaTeX_Main"/>
              </a:rPr>
              <a:t>(</a:t>
            </a:r>
            <a:r>
              <a:rPr lang="es-AR" sz="2800" b="0" i="1" dirty="0">
                <a:solidFill>
                  <a:srgbClr val="000000"/>
                </a:solidFill>
                <a:effectLst/>
                <a:latin typeface="KaTeX_Math"/>
              </a:rPr>
              <a:t>x</a:t>
            </a:r>
            <a:r>
              <a:rPr lang="es-AR" sz="2800" b="0" i="0" dirty="0">
                <a:solidFill>
                  <a:srgbClr val="000000"/>
                </a:solidFill>
                <a:effectLst/>
                <a:latin typeface="KaTeX_Main"/>
              </a:rPr>
              <a:t>)=(12</a:t>
            </a:r>
            <a:r>
              <a:rPr lang="es-AR" sz="2800" b="0" i="1" dirty="0">
                <a:solidFill>
                  <a:srgbClr val="000000"/>
                </a:solidFill>
                <a:effectLst/>
                <a:latin typeface="KaTeX_Math"/>
              </a:rPr>
              <a:t>x</a:t>
            </a:r>
            <a:r>
              <a:rPr lang="es-AR" sz="2800" b="0" i="0" dirty="0">
                <a:solidFill>
                  <a:srgbClr val="000000"/>
                </a:solidFill>
                <a:effectLst/>
                <a:latin typeface="KaTeX_Main"/>
              </a:rPr>
              <a:t>+6)               </a:t>
            </a:r>
            <a:r>
              <a:rPr lang="es-AR" sz="28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reconocer las dos funciones</a:t>
            </a:r>
            <a:endParaRPr lang="es-AR" sz="2800" dirty="0">
              <a:solidFill>
                <a:srgbClr val="000000"/>
              </a:solidFill>
              <a:latin typeface="KaTeX_Main"/>
            </a:endParaRPr>
          </a:p>
          <a:p>
            <a:endParaRPr lang="es-AR" sz="2800" b="0" i="1" dirty="0">
              <a:solidFill>
                <a:srgbClr val="000000"/>
              </a:solidFill>
              <a:effectLst/>
              <a:latin typeface="KaTeX_Main"/>
            </a:endParaRPr>
          </a:p>
          <a:p>
            <a:r>
              <a:rPr lang="es-MX" sz="2800" b="0" i="1" dirty="0">
                <a:solidFill>
                  <a:srgbClr val="000000"/>
                </a:solidFill>
                <a:effectLst/>
                <a:latin typeface="KaTeX_Math"/>
              </a:rPr>
              <a:t>u</a:t>
            </a:r>
            <a:r>
              <a:rPr lang="es-MX" sz="2800" b="0" i="0" dirty="0">
                <a:solidFill>
                  <a:srgbClr val="000000"/>
                </a:solidFill>
                <a:effectLst/>
                <a:latin typeface="KaTeX_Main"/>
              </a:rPr>
              <a:t>=12</a:t>
            </a:r>
            <a:r>
              <a:rPr lang="es-MX" sz="2800" b="0" i="1" dirty="0">
                <a:solidFill>
                  <a:srgbClr val="000000"/>
                </a:solidFill>
                <a:effectLst/>
                <a:latin typeface="KaTeX_Math"/>
              </a:rPr>
              <a:t>x</a:t>
            </a:r>
            <a:r>
              <a:rPr lang="es-MX" sz="2800" b="0" i="0" dirty="0">
                <a:solidFill>
                  <a:srgbClr val="000000"/>
                </a:solidFill>
                <a:effectLst/>
                <a:latin typeface="KaTeX_Main"/>
              </a:rPr>
              <a:t>+6</a:t>
            </a:r>
            <a:r>
              <a:rPr lang="es-MX" sz="28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, entonces </a:t>
            </a:r>
            <a:r>
              <a:rPr lang="pl-PL" sz="2800" b="0" i="1" dirty="0">
                <a:solidFill>
                  <a:srgbClr val="000000"/>
                </a:solidFill>
                <a:effectLst/>
                <a:latin typeface="KaTeX_Math"/>
              </a:rPr>
              <a:t>f</a:t>
            </a:r>
            <a:r>
              <a:rPr lang="pl-PL" sz="2800" b="0" i="0" dirty="0">
                <a:solidFill>
                  <a:srgbClr val="000000"/>
                </a:solidFill>
                <a:effectLst/>
                <a:latin typeface="KaTeX_Main"/>
              </a:rPr>
              <a:t>(</a:t>
            </a:r>
            <a:r>
              <a:rPr lang="pl-PL" sz="2800" b="0" i="1" dirty="0">
                <a:solidFill>
                  <a:srgbClr val="000000"/>
                </a:solidFill>
                <a:effectLst/>
                <a:latin typeface="KaTeX_Math"/>
              </a:rPr>
              <a:t>g</a:t>
            </a:r>
            <a:r>
              <a:rPr lang="pl-PL" sz="2800" b="0" i="0" dirty="0">
                <a:solidFill>
                  <a:srgbClr val="000000"/>
                </a:solidFill>
                <a:effectLst/>
                <a:latin typeface="KaTeX_Main"/>
              </a:rPr>
              <a:t>(</a:t>
            </a:r>
            <a:r>
              <a:rPr lang="pl-PL" sz="2800" b="0" i="1" dirty="0">
                <a:solidFill>
                  <a:srgbClr val="000000"/>
                </a:solidFill>
                <a:effectLst/>
                <a:latin typeface="KaTeX_Math"/>
              </a:rPr>
              <a:t>x</a:t>
            </a:r>
            <a:r>
              <a:rPr lang="pl-PL" sz="2800" b="0" i="0" dirty="0">
                <a:solidFill>
                  <a:srgbClr val="000000"/>
                </a:solidFill>
                <a:effectLst/>
                <a:latin typeface="KaTeX_Main"/>
              </a:rPr>
              <a:t>))</a:t>
            </a:r>
            <a:r>
              <a:rPr lang="es-MX" sz="2800" b="0" i="0" dirty="0">
                <a:solidFill>
                  <a:srgbClr val="000000"/>
                </a:solidFill>
                <a:effectLst/>
                <a:latin typeface="KaTeX_Main"/>
              </a:rPr>
              <a:t> </a:t>
            </a:r>
            <a:r>
              <a:rPr lang="pl-PL" sz="2800" b="0" i="0" dirty="0">
                <a:solidFill>
                  <a:srgbClr val="000000"/>
                </a:solidFill>
                <a:effectLst/>
                <a:latin typeface="KaTeX_Main"/>
              </a:rPr>
              <a:t>=</a:t>
            </a:r>
            <a:r>
              <a:rPr lang="es-MX" sz="2800" b="0" i="0" dirty="0">
                <a:solidFill>
                  <a:srgbClr val="000000"/>
                </a:solidFill>
                <a:effectLst/>
                <a:latin typeface="KaTeX_Main"/>
              </a:rPr>
              <a:t> </a:t>
            </a:r>
            <a:r>
              <a:rPr lang="pl-PL" sz="2800" b="0" i="1" dirty="0">
                <a:solidFill>
                  <a:srgbClr val="000000"/>
                </a:solidFill>
                <a:effectLst/>
                <a:latin typeface="KaTeX_Math"/>
              </a:rPr>
              <a:t>f</a:t>
            </a:r>
            <a:r>
              <a:rPr lang="pl-PL" sz="2800" b="0" i="0" dirty="0">
                <a:solidFill>
                  <a:srgbClr val="000000"/>
                </a:solidFill>
                <a:effectLst/>
                <a:latin typeface="KaTeX_Main"/>
              </a:rPr>
              <a:t>(</a:t>
            </a:r>
            <a:r>
              <a:rPr lang="pl-PL" sz="2800" b="0" i="1" dirty="0">
                <a:solidFill>
                  <a:srgbClr val="000000"/>
                </a:solidFill>
                <a:effectLst/>
                <a:latin typeface="KaTeX_Math"/>
              </a:rPr>
              <a:t>u</a:t>
            </a:r>
            <a:r>
              <a:rPr lang="pl-PL" sz="2800" b="0" i="0" dirty="0">
                <a:solidFill>
                  <a:srgbClr val="000000"/>
                </a:solidFill>
                <a:effectLst/>
                <a:latin typeface="KaTeX_Main"/>
              </a:rPr>
              <a:t>)</a:t>
            </a:r>
            <a:endParaRPr lang="es-MX" sz="2800" b="0" i="0" dirty="0">
              <a:solidFill>
                <a:srgbClr val="000000"/>
              </a:solidFill>
              <a:effectLst/>
              <a:latin typeface="KaTeX_Main"/>
            </a:endParaRPr>
          </a:p>
          <a:p>
            <a:endParaRPr lang="es-MX" sz="2800" dirty="0">
              <a:solidFill>
                <a:srgbClr val="000000"/>
              </a:solidFill>
              <a:latin typeface="KaTeX_Main"/>
            </a:endParaRPr>
          </a:p>
          <a:p>
            <a:r>
              <a:rPr lang="es-AR" sz="2800" b="0" i="1" dirty="0">
                <a:solidFill>
                  <a:srgbClr val="000000"/>
                </a:solidFill>
                <a:effectLst/>
                <a:latin typeface="KaTeX_Math"/>
              </a:rPr>
              <a:t>f</a:t>
            </a:r>
            <a:r>
              <a:rPr lang="es-AR" sz="2800" b="0" i="0" dirty="0">
                <a:solidFill>
                  <a:srgbClr val="000000"/>
                </a:solidFill>
                <a:effectLst/>
                <a:latin typeface="KaTeX_Main"/>
              </a:rPr>
              <a:t>(</a:t>
            </a:r>
            <a:r>
              <a:rPr lang="es-AR" sz="2800" b="0" i="1" dirty="0">
                <a:solidFill>
                  <a:srgbClr val="000000"/>
                </a:solidFill>
                <a:effectLst/>
                <a:latin typeface="KaTeX_Math"/>
              </a:rPr>
              <a:t>u</a:t>
            </a:r>
            <a:r>
              <a:rPr lang="es-AR" sz="2800" b="0" i="0" dirty="0">
                <a:solidFill>
                  <a:srgbClr val="000000"/>
                </a:solidFill>
                <a:effectLst/>
                <a:latin typeface="KaTeX_Main"/>
              </a:rPr>
              <a:t>)=</a:t>
            </a:r>
            <a:r>
              <a:rPr lang="es-AR" sz="2800" b="0" i="1" dirty="0">
                <a:solidFill>
                  <a:srgbClr val="000000"/>
                </a:solidFill>
                <a:effectLst/>
                <a:latin typeface="KaTeX_Math"/>
              </a:rPr>
              <a:t>u          </a:t>
            </a:r>
            <a:r>
              <a:rPr lang="es-MX" sz="2800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Apliquemos ahora la fórmula de la regla de la cadena:   </a:t>
            </a:r>
            <a:endParaRPr lang="es-AR" sz="2800" b="0" i="1" dirty="0">
              <a:solidFill>
                <a:srgbClr val="000000"/>
              </a:solidFill>
              <a:effectLst/>
              <a:latin typeface="KaTeX_Math"/>
            </a:endParaRPr>
          </a:p>
          <a:p>
            <a:endParaRPr lang="es-AR" sz="2800" i="1" dirty="0">
              <a:solidFill>
                <a:srgbClr val="000000"/>
              </a:solidFill>
              <a:latin typeface="KaTeX_Math"/>
            </a:endParaRPr>
          </a:p>
          <a:p>
            <a:endParaRPr lang="pl-PL" sz="2800" b="0" i="0" dirty="0">
              <a:solidFill>
                <a:srgbClr val="2C2F35"/>
              </a:solidFill>
              <a:effectLst/>
              <a:latin typeface="Trebuchet MS" panose="020B0603020202020204" pitchFamily="34" charset="0"/>
            </a:endParaRPr>
          </a:p>
          <a:p>
            <a:endParaRPr lang="es-AR" sz="2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103B1DE5-7D7E-F870-87CD-30DBE99D7A56}"/>
                  </a:ext>
                </a:extLst>
              </p14:cNvPr>
              <p14:cNvContentPartPr/>
              <p14:nvPr/>
            </p14:nvContentPartPr>
            <p14:xfrm>
              <a:off x="2888797" y="2109507"/>
              <a:ext cx="226440" cy="13788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103B1DE5-7D7E-F870-87CD-30DBE99D7A5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82677" y="2103387"/>
                <a:ext cx="23868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ED936E9C-A6C2-5D25-E706-FE9A2F47C349}"/>
                  </a:ext>
                </a:extLst>
              </p14:cNvPr>
              <p14:cNvContentPartPr/>
              <p14:nvPr/>
            </p14:nvContentPartPr>
            <p14:xfrm>
              <a:off x="3115237" y="1970727"/>
              <a:ext cx="108720" cy="27756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ED936E9C-A6C2-5D25-E706-FE9A2F47C34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09117" y="1964607"/>
                <a:ext cx="120960" cy="28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upo 8">
            <a:extLst>
              <a:ext uri="{FF2B5EF4-FFF2-40B4-BE49-F238E27FC236}">
                <a16:creationId xmlns:a16="http://schemas.microsoft.com/office/drawing/2014/main" id="{889ECCE3-13BA-D681-AA04-1C4C24B0EBF4}"/>
              </a:ext>
            </a:extLst>
          </p:cNvPr>
          <p:cNvGrpSpPr/>
          <p:nvPr/>
        </p:nvGrpSpPr>
        <p:grpSpPr>
          <a:xfrm>
            <a:off x="1934280" y="3763362"/>
            <a:ext cx="267480" cy="224280"/>
            <a:chOff x="2305341" y="4094666"/>
            <a:chExt cx="267480" cy="22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0ACC80F9-F5AA-32F0-9F68-F6BEDF8B6793}"/>
                    </a:ext>
                  </a:extLst>
                </p14:cNvPr>
                <p14:cNvContentPartPr/>
                <p14:nvPr/>
              </p14:nvContentPartPr>
              <p14:xfrm>
                <a:off x="2305341" y="4131746"/>
                <a:ext cx="144360" cy="183600"/>
              </p14:xfrm>
            </p:contentPart>
          </mc:Choice>
          <mc:Fallback xmlns=""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0ACC80F9-F5AA-32F0-9F68-F6BEDF8B679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99221" y="4125626"/>
                  <a:ext cx="1566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E9ACA24F-51EB-6BD1-8268-7FE409F1E7EA}"/>
                    </a:ext>
                  </a:extLst>
                </p14:cNvPr>
                <p14:cNvContentPartPr/>
                <p14:nvPr/>
              </p14:nvContentPartPr>
              <p14:xfrm>
                <a:off x="2477421" y="4094666"/>
                <a:ext cx="95400" cy="224280"/>
              </p14:xfrm>
            </p:contentPart>
          </mc:Choice>
          <mc:Fallback xmlns=""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E9ACA24F-51EB-6BD1-8268-7FE409F1E7E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471301" y="4088546"/>
                  <a:ext cx="107640" cy="23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B280DA3B-9CDF-DA21-7DFF-26EF450F2543}"/>
                  </a:ext>
                </a:extLst>
              </p14:cNvPr>
              <p14:cNvContentPartPr/>
              <p14:nvPr/>
            </p14:nvContentPartPr>
            <p14:xfrm>
              <a:off x="2928141" y="4412546"/>
              <a:ext cx="201600" cy="422640"/>
            </p14:xfrm>
          </p:contentPart>
        </mc:Choice>
        <mc:Fallback xmlns=""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B280DA3B-9CDF-DA21-7DFF-26EF450F254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922021" y="4406426"/>
                <a:ext cx="213840" cy="43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upo 18">
            <a:extLst>
              <a:ext uri="{FF2B5EF4-FFF2-40B4-BE49-F238E27FC236}">
                <a16:creationId xmlns:a16="http://schemas.microsoft.com/office/drawing/2014/main" id="{05732A16-F252-3B54-1A6D-2669668A73DD}"/>
              </a:ext>
            </a:extLst>
          </p:cNvPr>
          <p:cNvGrpSpPr/>
          <p:nvPr/>
        </p:nvGrpSpPr>
        <p:grpSpPr>
          <a:xfrm>
            <a:off x="3284901" y="4531706"/>
            <a:ext cx="468000" cy="330840"/>
            <a:chOff x="3284901" y="4531706"/>
            <a:chExt cx="468000" cy="33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5A84F13B-C607-3D3F-379C-FA2116C66074}"/>
                    </a:ext>
                  </a:extLst>
                </p14:cNvPr>
                <p14:cNvContentPartPr/>
                <p14:nvPr/>
              </p14:nvContentPartPr>
              <p14:xfrm>
                <a:off x="3284901" y="4571306"/>
                <a:ext cx="81720" cy="291240"/>
              </p14:xfrm>
            </p:contentPart>
          </mc:Choice>
          <mc:Fallback xmlns=""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5A84F13B-C607-3D3F-379C-FA2116C6607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78781" y="4565186"/>
                  <a:ext cx="9396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9AE9AB7B-F2A9-5C09-9597-9F33B26D3135}"/>
                    </a:ext>
                  </a:extLst>
                </p14:cNvPr>
                <p14:cNvContentPartPr/>
                <p14:nvPr/>
              </p14:nvContentPartPr>
              <p14:xfrm>
                <a:off x="3670461" y="4531706"/>
                <a:ext cx="82440" cy="319680"/>
              </p14:xfrm>
            </p:contentPart>
          </mc:Choice>
          <mc:Fallback xmlns=""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9AE9AB7B-F2A9-5C09-9597-9F33B26D313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664341" y="4525586"/>
                  <a:ext cx="94680" cy="33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804AFBD0-3A94-7928-8308-36290C3839DB}"/>
              </a:ext>
            </a:extLst>
          </p:cNvPr>
          <p:cNvGrpSpPr/>
          <p:nvPr/>
        </p:nvGrpSpPr>
        <p:grpSpPr>
          <a:xfrm>
            <a:off x="3988341" y="4680386"/>
            <a:ext cx="144720" cy="77040"/>
            <a:chOff x="3988341" y="4680386"/>
            <a:chExt cx="144720" cy="7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78172198-C926-3F2A-C90A-A22232504F7E}"/>
                    </a:ext>
                  </a:extLst>
                </p14:cNvPr>
                <p14:cNvContentPartPr/>
                <p14:nvPr/>
              </p14:nvContentPartPr>
              <p14:xfrm>
                <a:off x="3988341" y="4757066"/>
                <a:ext cx="144720" cy="360"/>
              </p14:xfrm>
            </p:contentPart>
          </mc:Choice>
          <mc:Fallback xmlns=""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78172198-C926-3F2A-C90A-A22232504F7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82221" y="4750946"/>
                  <a:ext cx="1569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9FFEBB3E-8F33-475A-4C8F-C618D4730D5C}"/>
                    </a:ext>
                  </a:extLst>
                </p14:cNvPr>
                <p14:cNvContentPartPr/>
                <p14:nvPr/>
              </p14:nvContentPartPr>
              <p14:xfrm>
                <a:off x="3988341" y="4680386"/>
                <a:ext cx="121320" cy="11160"/>
              </p14:xfrm>
            </p:contentPart>
          </mc:Choice>
          <mc:Fallback xmlns=""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9FFEBB3E-8F33-475A-4C8F-C618D4730D5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982221" y="4674266"/>
                  <a:ext cx="13356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39C65E3F-E7A9-D15D-9A38-E9214D2B4555}"/>
              </a:ext>
            </a:extLst>
          </p:cNvPr>
          <p:cNvGrpSpPr/>
          <p:nvPr/>
        </p:nvGrpSpPr>
        <p:grpSpPr>
          <a:xfrm>
            <a:off x="4319901" y="4293386"/>
            <a:ext cx="546480" cy="450720"/>
            <a:chOff x="4319901" y="4293386"/>
            <a:chExt cx="546480" cy="45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58840C44-FFFA-7078-3047-7A8EA5FC6400}"/>
                    </a:ext>
                  </a:extLst>
                </p14:cNvPr>
                <p14:cNvContentPartPr/>
                <p14:nvPr/>
              </p14:nvContentPartPr>
              <p14:xfrm>
                <a:off x="4319901" y="4536386"/>
                <a:ext cx="301320" cy="207720"/>
              </p14:xfrm>
            </p:contentPart>
          </mc:Choice>
          <mc:Fallback xmlns=""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58840C44-FFFA-7078-3047-7A8EA5FC640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13781" y="4530266"/>
                  <a:ext cx="3135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BA4ED2B5-FDB5-7AC4-E3C9-41F71FEECD04}"/>
                    </a:ext>
                  </a:extLst>
                </p14:cNvPr>
                <p14:cNvContentPartPr/>
                <p14:nvPr/>
              </p14:nvContentPartPr>
              <p14:xfrm>
                <a:off x="4571541" y="4385906"/>
                <a:ext cx="129240" cy="174960"/>
              </p14:xfrm>
            </p:contentPart>
          </mc:Choice>
          <mc:Fallback xmlns=""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BA4ED2B5-FDB5-7AC4-E3C9-41F71FEECD0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565421" y="4379786"/>
                  <a:ext cx="1414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B60810D3-6BAC-FA39-5F06-E5FC24C28D65}"/>
                    </a:ext>
                  </a:extLst>
                </p14:cNvPr>
                <p14:cNvContentPartPr/>
                <p14:nvPr/>
              </p14:nvContentPartPr>
              <p14:xfrm>
                <a:off x="4782861" y="4293386"/>
                <a:ext cx="83520" cy="250920"/>
              </p14:xfrm>
            </p:contentPart>
          </mc:Choice>
          <mc:Fallback xmlns=""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B60810D3-6BAC-FA39-5F06-E5FC24C28D6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776741" y="4287266"/>
                  <a:ext cx="95760" cy="26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4" name="Entrada de lápiz 23">
                <a:extLst>
                  <a:ext uri="{FF2B5EF4-FFF2-40B4-BE49-F238E27FC236}">
                    <a16:creationId xmlns:a16="http://schemas.microsoft.com/office/drawing/2014/main" id="{7C2EAE46-ABA0-D7A6-E614-DA17EAFE7535}"/>
                  </a:ext>
                </a:extLst>
              </p14:cNvPr>
              <p14:cNvContentPartPr/>
              <p14:nvPr/>
            </p14:nvContentPartPr>
            <p14:xfrm>
              <a:off x="3378861" y="4613426"/>
              <a:ext cx="292680" cy="223560"/>
            </p14:xfrm>
          </p:contentPart>
        </mc:Choice>
        <mc:Fallback xmlns="">
          <p:pic>
            <p:nvPicPr>
              <p:cNvPr id="24" name="Entrada de lápiz 23">
                <a:extLst>
                  <a:ext uri="{FF2B5EF4-FFF2-40B4-BE49-F238E27FC236}">
                    <a16:creationId xmlns:a16="http://schemas.microsoft.com/office/drawing/2014/main" id="{7C2EAE46-ABA0-D7A6-E614-DA17EAFE753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372741" y="4607306"/>
                <a:ext cx="30492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5" name="Entrada de lápiz 24">
                <a:extLst>
                  <a:ext uri="{FF2B5EF4-FFF2-40B4-BE49-F238E27FC236}">
                    <a16:creationId xmlns:a16="http://schemas.microsoft.com/office/drawing/2014/main" id="{94A8D672-CFDE-3BC3-65DB-B63FE35FCC56}"/>
                  </a:ext>
                </a:extLst>
              </p14:cNvPr>
              <p14:cNvContentPartPr/>
              <p14:nvPr/>
            </p14:nvContentPartPr>
            <p14:xfrm>
              <a:off x="2981061" y="4982426"/>
              <a:ext cx="186840" cy="316800"/>
            </p14:xfrm>
          </p:contentPart>
        </mc:Choice>
        <mc:Fallback xmlns="">
          <p:pic>
            <p:nvPicPr>
              <p:cNvPr id="25" name="Entrada de lápiz 24">
                <a:extLst>
                  <a:ext uri="{FF2B5EF4-FFF2-40B4-BE49-F238E27FC236}">
                    <a16:creationId xmlns:a16="http://schemas.microsoft.com/office/drawing/2014/main" id="{94A8D672-CFDE-3BC3-65DB-B63FE35FCC5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974941" y="4976306"/>
                <a:ext cx="199080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8" name="Entrada de lápiz 27">
                <a:extLst>
                  <a:ext uri="{FF2B5EF4-FFF2-40B4-BE49-F238E27FC236}">
                    <a16:creationId xmlns:a16="http://schemas.microsoft.com/office/drawing/2014/main" id="{8529ABC2-904F-5330-C398-D7085E304E81}"/>
                  </a:ext>
                </a:extLst>
              </p14:cNvPr>
              <p14:cNvContentPartPr/>
              <p14:nvPr/>
            </p14:nvContentPartPr>
            <p14:xfrm>
              <a:off x="3350061" y="5048666"/>
              <a:ext cx="55800" cy="296640"/>
            </p14:xfrm>
          </p:contentPart>
        </mc:Choice>
        <mc:Fallback xmlns="">
          <p:pic>
            <p:nvPicPr>
              <p:cNvPr id="28" name="Entrada de lápiz 27">
                <a:extLst>
                  <a:ext uri="{FF2B5EF4-FFF2-40B4-BE49-F238E27FC236}">
                    <a16:creationId xmlns:a16="http://schemas.microsoft.com/office/drawing/2014/main" id="{8529ABC2-904F-5330-C398-D7085E304E8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343941" y="5042546"/>
                <a:ext cx="68040" cy="30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upo 33">
            <a:extLst>
              <a:ext uri="{FF2B5EF4-FFF2-40B4-BE49-F238E27FC236}">
                <a16:creationId xmlns:a16="http://schemas.microsoft.com/office/drawing/2014/main" id="{98DAEADC-4A2A-E6DA-345D-681134D1FBCD}"/>
              </a:ext>
            </a:extLst>
          </p:cNvPr>
          <p:cNvGrpSpPr/>
          <p:nvPr/>
        </p:nvGrpSpPr>
        <p:grpSpPr>
          <a:xfrm>
            <a:off x="3511701" y="4982426"/>
            <a:ext cx="794880" cy="397080"/>
            <a:chOff x="3511701" y="4982426"/>
            <a:chExt cx="794880" cy="39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670D04E0-D22A-164D-AE6B-8AE6A888FA01}"/>
                    </a:ext>
                  </a:extLst>
                </p14:cNvPr>
                <p14:cNvContentPartPr/>
                <p14:nvPr/>
              </p14:nvContentPartPr>
              <p14:xfrm>
                <a:off x="3511701" y="5105546"/>
                <a:ext cx="318600" cy="129600"/>
              </p14:xfrm>
            </p:contentPart>
          </mc:Choice>
          <mc:Fallback xmlns=""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670D04E0-D22A-164D-AE6B-8AE6A888FA0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505581" y="5099426"/>
                  <a:ext cx="3308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1FC9D618-EA76-C9B0-35B6-4DAC8459B140}"/>
                    </a:ext>
                  </a:extLst>
                </p14:cNvPr>
                <p14:cNvContentPartPr/>
                <p14:nvPr/>
              </p14:nvContentPartPr>
              <p14:xfrm>
                <a:off x="3842541" y="4982426"/>
                <a:ext cx="134640" cy="397080"/>
              </p14:xfrm>
            </p:contentPart>
          </mc:Choice>
          <mc:Fallback xmlns=""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1FC9D618-EA76-C9B0-35B6-4DAC8459B14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836421" y="4976306"/>
                  <a:ext cx="14688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474722A1-56D0-C1DC-079C-553E8864B72E}"/>
                    </a:ext>
                  </a:extLst>
                </p14:cNvPr>
                <p14:cNvContentPartPr/>
                <p14:nvPr/>
              </p14:nvContentPartPr>
              <p14:xfrm>
                <a:off x="4147821" y="5340266"/>
                <a:ext cx="158760" cy="360"/>
              </p14:xfrm>
            </p:contentPart>
          </mc:Choice>
          <mc:Fallback xmlns=""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474722A1-56D0-C1DC-079C-553E8864B72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141701" y="5334146"/>
                  <a:ext cx="1710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B64C5D20-F149-5186-A225-46D23003331F}"/>
                    </a:ext>
                  </a:extLst>
                </p14:cNvPr>
                <p14:cNvContentPartPr/>
                <p14:nvPr/>
              </p14:nvContentPartPr>
              <p14:xfrm>
                <a:off x="4094541" y="5247386"/>
                <a:ext cx="117720" cy="360"/>
              </p14:xfrm>
            </p:contentPart>
          </mc:Choice>
          <mc:Fallback xmlns=""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B64C5D20-F149-5186-A225-46D23003331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088421" y="5241266"/>
                  <a:ext cx="12996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5" name="Entrada de lápiz 34">
                <a:extLst>
                  <a:ext uri="{FF2B5EF4-FFF2-40B4-BE49-F238E27FC236}">
                    <a16:creationId xmlns:a16="http://schemas.microsoft.com/office/drawing/2014/main" id="{46041711-AD09-FDE7-20C9-1A1ACC69999D}"/>
                  </a:ext>
                </a:extLst>
              </p14:cNvPr>
              <p14:cNvContentPartPr/>
              <p14:nvPr/>
            </p14:nvContentPartPr>
            <p14:xfrm>
              <a:off x="4478661" y="5078906"/>
              <a:ext cx="311400" cy="239400"/>
            </p14:xfrm>
          </p:contentPart>
        </mc:Choice>
        <mc:Fallback xmlns="">
          <p:pic>
            <p:nvPicPr>
              <p:cNvPr id="35" name="Entrada de lápiz 34">
                <a:extLst>
                  <a:ext uri="{FF2B5EF4-FFF2-40B4-BE49-F238E27FC236}">
                    <a16:creationId xmlns:a16="http://schemas.microsoft.com/office/drawing/2014/main" id="{46041711-AD09-FDE7-20C9-1A1ACC69999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472541" y="5072786"/>
                <a:ext cx="323640" cy="25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upo 40">
            <a:extLst>
              <a:ext uri="{FF2B5EF4-FFF2-40B4-BE49-F238E27FC236}">
                <a16:creationId xmlns:a16="http://schemas.microsoft.com/office/drawing/2014/main" id="{7D944243-67EE-BBC3-FBF0-FB00337933AD}"/>
              </a:ext>
            </a:extLst>
          </p:cNvPr>
          <p:cNvGrpSpPr/>
          <p:nvPr/>
        </p:nvGrpSpPr>
        <p:grpSpPr>
          <a:xfrm>
            <a:off x="4743621" y="4770026"/>
            <a:ext cx="293400" cy="315720"/>
            <a:chOff x="4743621" y="4770026"/>
            <a:chExt cx="293400" cy="31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AB696B46-1473-2ABA-EAAA-DC62FF9C4DDE}"/>
                    </a:ext>
                  </a:extLst>
                </p14:cNvPr>
                <p14:cNvContentPartPr/>
                <p14:nvPr/>
              </p14:nvContentPartPr>
              <p14:xfrm>
                <a:off x="4743621" y="4862546"/>
                <a:ext cx="131040" cy="147600"/>
              </p14:xfrm>
            </p:contentPart>
          </mc:Choice>
          <mc:Fallback xmlns=""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AB696B46-1473-2ABA-EAAA-DC62FF9C4DD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737501" y="4856426"/>
                  <a:ext cx="1432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A8F110FC-F5A5-201C-EA56-C82DF8E9612D}"/>
                    </a:ext>
                  </a:extLst>
                </p14:cNvPr>
                <p14:cNvContentPartPr/>
                <p14:nvPr/>
              </p14:nvContentPartPr>
              <p14:xfrm>
                <a:off x="4947381" y="4770026"/>
                <a:ext cx="89640" cy="221400"/>
              </p14:xfrm>
            </p:contentPart>
          </mc:Choice>
          <mc:Fallback xmlns=""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A8F110FC-F5A5-201C-EA56-C82DF8E9612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41261" y="4763906"/>
                  <a:ext cx="1018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2C616E0C-EF9D-2AE0-76F5-73F76977C1DA}"/>
                    </a:ext>
                  </a:extLst>
                </p14:cNvPr>
                <p14:cNvContentPartPr/>
                <p14:nvPr/>
              </p14:nvContentPartPr>
              <p14:xfrm>
                <a:off x="5035221" y="4942466"/>
                <a:ext cx="360" cy="143280"/>
              </p14:xfrm>
            </p:contentPart>
          </mc:Choice>
          <mc:Fallback xmlns=""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2C616E0C-EF9D-2AE0-76F5-73F76977C1D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029101" y="4936346"/>
                  <a:ext cx="12600" cy="155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0" name="Entrada de lápiz 39">
                <a:extLst>
                  <a:ext uri="{FF2B5EF4-FFF2-40B4-BE49-F238E27FC236}">
                    <a16:creationId xmlns:a16="http://schemas.microsoft.com/office/drawing/2014/main" id="{57344F81-2C97-1864-88F9-16DD1C151329}"/>
                  </a:ext>
                </a:extLst>
              </p14:cNvPr>
              <p14:cNvContentPartPr/>
              <p14:nvPr/>
            </p14:nvContentPartPr>
            <p14:xfrm>
              <a:off x="5101821" y="5260706"/>
              <a:ext cx="360" cy="360"/>
            </p14:xfrm>
          </p:contentPart>
        </mc:Choice>
        <mc:Fallback xmlns="">
          <p:pic>
            <p:nvPicPr>
              <p:cNvPr id="40" name="Entrada de lápiz 39">
                <a:extLst>
                  <a:ext uri="{FF2B5EF4-FFF2-40B4-BE49-F238E27FC236}">
                    <a16:creationId xmlns:a16="http://schemas.microsoft.com/office/drawing/2014/main" id="{57344F81-2C97-1864-88F9-16DD1C15132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095701" y="525458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42" name="Entrada de lápiz 41">
                <a:extLst>
                  <a:ext uri="{FF2B5EF4-FFF2-40B4-BE49-F238E27FC236}">
                    <a16:creationId xmlns:a16="http://schemas.microsoft.com/office/drawing/2014/main" id="{C3F9A8EB-75B1-9F52-DE02-928541E0C423}"/>
                  </a:ext>
                </a:extLst>
              </p14:cNvPr>
              <p14:cNvContentPartPr/>
              <p14:nvPr/>
            </p14:nvContentPartPr>
            <p14:xfrm>
              <a:off x="5114781" y="5232626"/>
              <a:ext cx="95040" cy="82440"/>
            </p14:xfrm>
          </p:contentPart>
        </mc:Choice>
        <mc:Fallback xmlns="">
          <p:pic>
            <p:nvPicPr>
              <p:cNvPr id="42" name="Entrada de lápiz 41">
                <a:extLst>
                  <a:ext uri="{FF2B5EF4-FFF2-40B4-BE49-F238E27FC236}">
                    <a16:creationId xmlns:a16="http://schemas.microsoft.com/office/drawing/2014/main" id="{C3F9A8EB-75B1-9F52-DE02-928541E0C42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108661" y="5226506"/>
                <a:ext cx="10728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3" name="Entrada de lápiz 42">
                <a:extLst>
                  <a:ext uri="{FF2B5EF4-FFF2-40B4-BE49-F238E27FC236}">
                    <a16:creationId xmlns:a16="http://schemas.microsoft.com/office/drawing/2014/main" id="{9A20FCB3-0ED9-39D7-499A-8A501D1DEFF4}"/>
                  </a:ext>
                </a:extLst>
              </p14:cNvPr>
              <p14:cNvContentPartPr/>
              <p14:nvPr/>
            </p14:nvContentPartPr>
            <p14:xfrm>
              <a:off x="5459301" y="4863266"/>
              <a:ext cx="52920" cy="379080"/>
            </p14:xfrm>
          </p:contentPart>
        </mc:Choice>
        <mc:Fallback xmlns="">
          <p:pic>
            <p:nvPicPr>
              <p:cNvPr id="43" name="Entrada de lápiz 42">
                <a:extLst>
                  <a:ext uri="{FF2B5EF4-FFF2-40B4-BE49-F238E27FC236}">
                    <a16:creationId xmlns:a16="http://schemas.microsoft.com/office/drawing/2014/main" id="{9A20FCB3-0ED9-39D7-499A-8A501D1DEFF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453181" y="4857146"/>
                <a:ext cx="65160" cy="39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upo 61">
            <a:extLst>
              <a:ext uri="{FF2B5EF4-FFF2-40B4-BE49-F238E27FC236}">
                <a16:creationId xmlns:a16="http://schemas.microsoft.com/office/drawing/2014/main" id="{91AA1560-37B2-8084-6B05-40F224FA5D5E}"/>
              </a:ext>
            </a:extLst>
          </p:cNvPr>
          <p:cNvGrpSpPr/>
          <p:nvPr/>
        </p:nvGrpSpPr>
        <p:grpSpPr>
          <a:xfrm>
            <a:off x="3021021" y="5366546"/>
            <a:ext cx="397800" cy="677880"/>
            <a:chOff x="3021021" y="5366546"/>
            <a:chExt cx="397800" cy="67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A24CFBB8-8CE7-ABC4-1AE4-21F3EE64BFAF}"/>
                    </a:ext>
                  </a:extLst>
                </p14:cNvPr>
                <p14:cNvContentPartPr/>
                <p14:nvPr/>
              </p14:nvContentPartPr>
              <p14:xfrm>
                <a:off x="3021021" y="5525666"/>
                <a:ext cx="138960" cy="338040"/>
              </p14:xfrm>
            </p:contentPart>
          </mc:Choice>
          <mc:Fallback xmlns=""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A24CFBB8-8CE7-ABC4-1AE4-21F3EE64BFA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014901" y="5519546"/>
                  <a:ext cx="15120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F6E1BAD3-2687-4DC1-4AED-A5E39802E20B}"/>
                    </a:ext>
                  </a:extLst>
                </p14:cNvPr>
                <p14:cNvContentPartPr/>
                <p14:nvPr/>
              </p14:nvContentPartPr>
              <p14:xfrm>
                <a:off x="3258981" y="5565626"/>
                <a:ext cx="159840" cy="478800"/>
              </p14:xfrm>
            </p:contentPart>
          </mc:Choice>
          <mc:Fallback xmlns=""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F6E1BAD3-2687-4DC1-4AED-A5E39802E20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252861" y="5559506"/>
                  <a:ext cx="17208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A9D7D093-5D00-625B-B3DB-3F73CC332506}"/>
                    </a:ext>
                  </a:extLst>
                </p14:cNvPr>
                <p14:cNvContentPartPr/>
                <p14:nvPr/>
              </p14:nvContentPartPr>
              <p14:xfrm>
                <a:off x="3140541" y="5366546"/>
                <a:ext cx="360" cy="158040"/>
              </p14:xfrm>
            </p:contentPart>
          </mc:Choice>
          <mc:Fallback xmlns=""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A9D7D093-5D00-625B-B3DB-3F73CC33250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134421" y="5360426"/>
                  <a:ext cx="12600" cy="17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upo 64">
            <a:extLst>
              <a:ext uri="{FF2B5EF4-FFF2-40B4-BE49-F238E27FC236}">
                <a16:creationId xmlns:a16="http://schemas.microsoft.com/office/drawing/2014/main" id="{5D3F0770-C274-E56D-FED2-20866601D0A0}"/>
              </a:ext>
            </a:extLst>
          </p:cNvPr>
          <p:cNvGrpSpPr/>
          <p:nvPr/>
        </p:nvGrpSpPr>
        <p:grpSpPr>
          <a:xfrm>
            <a:off x="3432141" y="5565626"/>
            <a:ext cx="427320" cy="495360"/>
            <a:chOff x="3432141" y="5565626"/>
            <a:chExt cx="427320" cy="49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807C7335-C2B5-84A4-C876-96CFF124C329}"/>
                    </a:ext>
                  </a:extLst>
                </p14:cNvPr>
                <p14:cNvContentPartPr/>
                <p14:nvPr/>
              </p14:nvContentPartPr>
              <p14:xfrm>
                <a:off x="3432141" y="5695586"/>
                <a:ext cx="289440" cy="267840"/>
              </p14:xfrm>
            </p:contentPart>
          </mc:Choice>
          <mc:Fallback xmlns=""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807C7335-C2B5-84A4-C876-96CFF124C32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426021" y="5689466"/>
                  <a:ext cx="30168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FD9B2B83-7AC4-1D7F-83B7-785660EC2780}"/>
                    </a:ext>
                  </a:extLst>
                </p14:cNvPr>
                <p14:cNvContentPartPr/>
                <p14:nvPr/>
              </p14:nvContentPartPr>
              <p14:xfrm>
                <a:off x="3762981" y="5565626"/>
                <a:ext cx="96480" cy="495360"/>
              </p14:xfrm>
            </p:contentPart>
          </mc:Choice>
          <mc:Fallback xmlns=""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FD9B2B83-7AC4-1D7F-83B7-785660EC278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756861" y="5559506"/>
                  <a:ext cx="108720" cy="507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66" name="Entrada de lápiz 65">
                <a:extLst>
                  <a:ext uri="{FF2B5EF4-FFF2-40B4-BE49-F238E27FC236}">
                    <a16:creationId xmlns:a16="http://schemas.microsoft.com/office/drawing/2014/main" id="{CD123756-D054-D0E8-03DA-BAF593ECD2C0}"/>
                  </a:ext>
                </a:extLst>
              </p14:cNvPr>
              <p14:cNvContentPartPr/>
              <p14:nvPr/>
            </p14:nvContentPartPr>
            <p14:xfrm>
              <a:off x="4121181" y="5843546"/>
              <a:ext cx="158040" cy="360"/>
            </p14:xfrm>
          </p:contentPart>
        </mc:Choice>
        <mc:Fallback xmlns="">
          <p:pic>
            <p:nvPicPr>
              <p:cNvPr id="66" name="Entrada de lápiz 65">
                <a:extLst>
                  <a:ext uri="{FF2B5EF4-FFF2-40B4-BE49-F238E27FC236}">
                    <a16:creationId xmlns:a16="http://schemas.microsoft.com/office/drawing/2014/main" id="{CD123756-D054-D0E8-03DA-BAF593ECD2C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115061" y="5837426"/>
                <a:ext cx="17028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69" name="Entrada de lápiz 68">
                <a:extLst>
                  <a:ext uri="{FF2B5EF4-FFF2-40B4-BE49-F238E27FC236}">
                    <a16:creationId xmlns:a16="http://schemas.microsoft.com/office/drawing/2014/main" id="{FD4A912D-D912-129B-78D3-F37EEC8B93BC}"/>
                  </a:ext>
                </a:extLst>
              </p14:cNvPr>
              <p14:cNvContentPartPr/>
              <p14:nvPr/>
            </p14:nvContentPartPr>
            <p14:xfrm>
              <a:off x="4134141" y="5697746"/>
              <a:ext cx="145440" cy="360"/>
            </p14:xfrm>
          </p:contentPart>
        </mc:Choice>
        <mc:Fallback xmlns="">
          <p:pic>
            <p:nvPicPr>
              <p:cNvPr id="69" name="Entrada de lápiz 68">
                <a:extLst>
                  <a:ext uri="{FF2B5EF4-FFF2-40B4-BE49-F238E27FC236}">
                    <a16:creationId xmlns:a16="http://schemas.microsoft.com/office/drawing/2014/main" id="{FD4A912D-D912-129B-78D3-F37EEC8B93B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128021" y="5691626"/>
                <a:ext cx="15768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70" name="Entrada de lápiz 69">
                <a:extLst>
                  <a:ext uri="{FF2B5EF4-FFF2-40B4-BE49-F238E27FC236}">
                    <a16:creationId xmlns:a16="http://schemas.microsoft.com/office/drawing/2014/main" id="{E486B45E-CF39-1432-4661-B3494875FA67}"/>
                  </a:ext>
                </a:extLst>
              </p14:cNvPr>
              <p14:cNvContentPartPr/>
              <p14:nvPr/>
            </p14:nvContentPartPr>
            <p14:xfrm>
              <a:off x="4492341" y="5604506"/>
              <a:ext cx="186120" cy="241200"/>
            </p14:xfrm>
          </p:contentPart>
        </mc:Choice>
        <mc:Fallback xmlns="">
          <p:pic>
            <p:nvPicPr>
              <p:cNvPr id="70" name="Entrada de lápiz 69">
                <a:extLst>
                  <a:ext uri="{FF2B5EF4-FFF2-40B4-BE49-F238E27FC236}">
                    <a16:creationId xmlns:a16="http://schemas.microsoft.com/office/drawing/2014/main" id="{E486B45E-CF39-1432-4661-B3494875FA6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486221" y="5598386"/>
                <a:ext cx="19836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72" name="Entrada de lápiz 71">
                <a:extLst>
                  <a:ext uri="{FF2B5EF4-FFF2-40B4-BE49-F238E27FC236}">
                    <a16:creationId xmlns:a16="http://schemas.microsoft.com/office/drawing/2014/main" id="{F8953BD3-4250-72C2-9B52-6E2A21141651}"/>
                  </a:ext>
                </a:extLst>
              </p14:cNvPr>
              <p14:cNvContentPartPr/>
              <p14:nvPr/>
            </p14:nvContentPartPr>
            <p14:xfrm>
              <a:off x="4769541" y="5578586"/>
              <a:ext cx="124200" cy="302760"/>
            </p14:xfrm>
          </p:contentPart>
        </mc:Choice>
        <mc:Fallback xmlns="">
          <p:pic>
            <p:nvPicPr>
              <p:cNvPr id="72" name="Entrada de lápiz 71">
                <a:extLst>
                  <a:ext uri="{FF2B5EF4-FFF2-40B4-BE49-F238E27FC236}">
                    <a16:creationId xmlns:a16="http://schemas.microsoft.com/office/drawing/2014/main" id="{F8953BD3-4250-72C2-9B52-6E2A21141651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763421" y="5572466"/>
                <a:ext cx="13644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73" name="Entrada de lápiz 72">
                <a:extLst>
                  <a:ext uri="{FF2B5EF4-FFF2-40B4-BE49-F238E27FC236}">
                    <a16:creationId xmlns:a16="http://schemas.microsoft.com/office/drawing/2014/main" id="{038DECA5-81C1-802A-F91A-FD64C3C244C7}"/>
                  </a:ext>
                </a:extLst>
              </p14:cNvPr>
              <p14:cNvContentPartPr/>
              <p14:nvPr/>
            </p14:nvContentPartPr>
            <p14:xfrm>
              <a:off x="5061861" y="5683706"/>
              <a:ext cx="266760" cy="218160"/>
            </p14:xfrm>
          </p:contentPart>
        </mc:Choice>
        <mc:Fallback xmlns="">
          <p:pic>
            <p:nvPicPr>
              <p:cNvPr id="73" name="Entrada de lápiz 72">
                <a:extLst>
                  <a:ext uri="{FF2B5EF4-FFF2-40B4-BE49-F238E27FC236}">
                    <a16:creationId xmlns:a16="http://schemas.microsoft.com/office/drawing/2014/main" id="{038DECA5-81C1-802A-F91A-FD64C3C244C7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055741" y="5677586"/>
                <a:ext cx="27900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74" name="Entrada de lápiz 73">
                <a:extLst>
                  <a:ext uri="{FF2B5EF4-FFF2-40B4-BE49-F238E27FC236}">
                    <a16:creationId xmlns:a16="http://schemas.microsoft.com/office/drawing/2014/main" id="{5584AE40-EBDE-CE25-6AF3-5F74990AFEAA}"/>
                  </a:ext>
                </a:extLst>
              </p14:cNvPr>
              <p14:cNvContentPartPr/>
              <p14:nvPr/>
            </p14:nvContentPartPr>
            <p14:xfrm>
              <a:off x="5247621" y="5446466"/>
              <a:ext cx="144360" cy="159480"/>
            </p14:xfrm>
          </p:contentPart>
        </mc:Choice>
        <mc:Fallback xmlns="">
          <p:pic>
            <p:nvPicPr>
              <p:cNvPr id="74" name="Entrada de lápiz 73">
                <a:extLst>
                  <a:ext uri="{FF2B5EF4-FFF2-40B4-BE49-F238E27FC236}">
                    <a16:creationId xmlns:a16="http://schemas.microsoft.com/office/drawing/2014/main" id="{5584AE40-EBDE-CE25-6AF3-5F74990AFEA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241501" y="5440346"/>
                <a:ext cx="15660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75" name="Entrada de lápiz 74">
                <a:extLst>
                  <a:ext uri="{FF2B5EF4-FFF2-40B4-BE49-F238E27FC236}">
                    <a16:creationId xmlns:a16="http://schemas.microsoft.com/office/drawing/2014/main" id="{04832ACE-27EC-4E5A-5868-9BFE02CE682C}"/>
                  </a:ext>
                </a:extLst>
              </p14:cNvPr>
              <p14:cNvContentPartPr/>
              <p14:nvPr/>
            </p14:nvContentPartPr>
            <p14:xfrm>
              <a:off x="5435181" y="5434586"/>
              <a:ext cx="107280" cy="183960"/>
            </p14:xfrm>
          </p:contentPart>
        </mc:Choice>
        <mc:Fallback xmlns="">
          <p:pic>
            <p:nvPicPr>
              <p:cNvPr id="75" name="Entrada de lápiz 74">
                <a:extLst>
                  <a:ext uri="{FF2B5EF4-FFF2-40B4-BE49-F238E27FC236}">
                    <a16:creationId xmlns:a16="http://schemas.microsoft.com/office/drawing/2014/main" id="{04832ACE-27EC-4E5A-5868-9BFE02CE682C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429061" y="5428466"/>
                <a:ext cx="119520" cy="19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upo 79">
            <a:extLst>
              <a:ext uri="{FF2B5EF4-FFF2-40B4-BE49-F238E27FC236}">
                <a16:creationId xmlns:a16="http://schemas.microsoft.com/office/drawing/2014/main" id="{E65D5AE6-F406-B5DE-5125-BCA7BBE633EE}"/>
              </a:ext>
            </a:extLst>
          </p:cNvPr>
          <p:cNvGrpSpPr/>
          <p:nvPr/>
        </p:nvGrpSpPr>
        <p:grpSpPr>
          <a:xfrm>
            <a:off x="5539221" y="5558066"/>
            <a:ext cx="425520" cy="299520"/>
            <a:chOff x="5539221" y="5558066"/>
            <a:chExt cx="425520" cy="29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1BB5F44F-2F85-44FD-DA10-9DE42E653797}"/>
                    </a:ext>
                  </a:extLst>
                </p14:cNvPr>
                <p14:cNvContentPartPr/>
                <p14:nvPr/>
              </p14:nvContentPartPr>
              <p14:xfrm>
                <a:off x="5539221" y="5804666"/>
                <a:ext cx="59760" cy="52920"/>
              </p14:xfrm>
            </p:contentPart>
          </mc:Choice>
          <mc:Fallback xmlns=""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1BB5F44F-2F85-44FD-DA10-9DE42E65379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533101" y="5798546"/>
                  <a:ext cx="720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F170D9D4-F932-E833-60D0-407F327F5A2A}"/>
                    </a:ext>
                  </a:extLst>
                </p14:cNvPr>
                <p14:cNvContentPartPr/>
                <p14:nvPr/>
              </p14:nvContentPartPr>
              <p14:xfrm>
                <a:off x="5910381" y="5558066"/>
                <a:ext cx="54360" cy="269640"/>
              </p14:xfrm>
            </p:contentPart>
          </mc:Choice>
          <mc:Fallback xmlns=""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F170D9D4-F932-E833-60D0-407F327F5A2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904261" y="5551946"/>
                  <a:ext cx="66600" cy="281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81" name="Entrada de lápiz 80">
                <a:extLst>
                  <a:ext uri="{FF2B5EF4-FFF2-40B4-BE49-F238E27FC236}">
                    <a16:creationId xmlns:a16="http://schemas.microsoft.com/office/drawing/2014/main" id="{9A9DE407-D889-4672-E4D0-C3AE5A61C22B}"/>
                  </a:ext>
                </a:extLst>
              </p14:cNvPr>
              <p14:cNvContentPartPr/>
              <p14:nvPr/>
            </p14:nvContentPartPr>
            <p14:xfrm>
              <a:off x="6122061" y="5537186"/>
              <a:ext cx="277560" cy="293400"/>
            </p14:xfrm>
          </p:contentPart>
        </mc:Choice>
        <mc:Fallback xmlns="">
          <p:pic>
            <p:nvPicPr>
              <p:cNvPr id="81" name="Entrada de lápiz 80">
                <a:extLst>
                  <a:ext uri="{FF2B5EF4-FFF2-40B4-BE49-F238E27FC236}">
                    <a16:creationId xmlns:a16="http://schemas.microsoft.com/office/drawing/2014/main" id="{9A9DE407-D889-4672-E4D0-C3AE5A61C22B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115941" y="5531066"/>
                <a:ext cx="28980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91" name="Entrada de lápiz 90">
                <a:extLst>
                  <a:ext uri="{FF2B5EF4-FFF2-40B4-BE49-F238E27FC236}">
                    <a16:creationId xmlns:a16="http://schemas.microsoft.com/office/drawing/2014/main" id="{2235F1B1-870C-D7E8-B6B4-C9BABB0A7F5E}"/>
                  </a:ext>
                </a:extLst>
              </p14:cNvPr>
              <p14:cNvContentPartPr/>
              <p14:nvPr/>
            </p14:nvContentPartPr>
            <p14:xfrm>
              <a:off x="7301781" y="4359626"/>
              <a:ext cx="41040" cy="1630800"/>
            </p14:xfrm>
          </p:contentPart>
        </mc:Choice>
        <mc:Fallback xmlns="">
          <p:pic>
            <p:nvPicPr>
              <p:cNvPr id="91" name="Entrada de lápiz 90">
                <a:extLst>
                  <a:ext uri="{FF2B5EF4-FFF2-40B4-BE49-F238E27FC236}">
                    <a16:creationId xmlns:a16="http://schemas.microsoft.com/office/drawing/2014/main" id="{2235F1B1-870C-D7E8-B6B4-C9BABB0A7F5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265781" y="4323626"/>
                <a:ext cx="112680" cy="170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92" name="Entrada de lápiz 91">
                <a:extLst>
                  <a:ext uri="{FF2B5EF4-FFF2-40B4-BE49-F238E27FC236}">
                    <a16:creationId xmlns:a16="http://schemas.microsoft.com/office/drawing/2014/main" id="{5E803F70-B2D7-7BEC-CC5A-17EF931D8F83}"/>
                  </a:ext>
                </a:extLst>
              </p14:cNvPr>
              <p14:cNvContentPartPr/>
              <p14:nvPr/>
            </p14:nvContentPartPr>
            <p14:xfrm>
              <a:off x="7552701" y="4399586"/>
              <a:ext cx="187560" cy="369000"/>
            </p14:xfrm>
          </p:contentPart>
        </mc:Choice>
        <mc:Fallback xmlns="">
          <p:pic>
            <p:nvPicPr>
              <p:cNvPr id="92" name="Entrada de lápiz 91">
                <a:extLst>
                  <a:ext uri="{FF2B5EF4-FFF2-40B4-BE49-F238E27FC236}">
                    <a16:creationId xmlns:a16="http://schemas.microsoft.com/office/drawing/2014/main" id="{5E803F70-B2D7-7BEC-CC5A-17EF931D8F83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546581" y="4393466"/>
                <a:ext cx="199800" cy="38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Grupo 97">
            <a:extLst>
              <a:ext uri="{FF2B5EF4-FFF2-40B4-BE49-F238E27FC236}">
                <a16:creationId xmlns:a16="http://schemas.microsoft.com/office/drawing/2014/main" id="{D315657D-9287-FF96-F51D-916D98B1AA9D}"/>
              </a:ext>
            </a:extLst>
          </p:cNvPr>
          <p:cNvGrpSpPr/>
          <p:nvPr/>
        </p:nvGrpSpPr>
        <p:grpSpPr>
          <a:xfrm>
            <a:off x="7698861" y="4279706"/>
            <a:ext cx="219960" cy="509400"/>
            <a:chOff x="7698861" y="4279706"/>
            <a:chExt cx="219960" cy="50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35BE976F-9934-6ECC-B8C3-6A16F8FDA3AF}"/>
                    </a:ext>
                  </a:extLst>
                </p14:cNvPr>
                <p14:cNvContentPartPr/>
                <p14:nvPr/>
              </p14:nvContentPartPr>
              <p14:xfrm>
                <a:off x="7698861" y="4279706"/>
                <a:ext cx="27360" cy="145440"/>
              </p14:xfrm>
            </p:contentPart>
          </mc:Choice>
          <mc:Fallback xmlns=""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35BE976F-9934-6ECC-B8C3-6A16F8FDA3A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692741" y="4273586"/>
                  <a:ext cx="396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18362215-95C7-1A9D-AB3C-BD451068E8F3}"/>
                    </a:ext>
                  </a:extLst>
                </p14:cNvPr>
                <p14:cNvContentPartPr/>
                <p14:nvPr/>
              </p14:nvContentPartPr>
              <p14:xfrm>
                <a:off x="7868421" y="4399586"/>
                <a:ext cx="50400" cy="389520"/>
              </p14:xfrm>
            </p:contentPart>
          </mc:Choice>
          <mc:Fallback xmlns=""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18362215-95C7-1A9D-AB3C-BD451068E8F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862301" y="4393466"/>
                  <a:ext cx="62640" cy="40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96" name="Entrada de lápiz 95">
                <a:extLst>
                  <a:ext uri="{FF2B5EF4-FFF2-40B4-BE49-F238E27FC236}">
                    <a16:creationId xmlns:a16="http://schemas.microsoft.com/office/drawing/2014/main" id="{41699782-9208-574C-43DB-66EEC70A352D}"/>
                  </a:ext>
                </a:extLst>
              </p14:cNvPr>
              <p14:cNvContentPartPr/>
              <p14:nvPr/>
            </p14:nvContentPartPr>
            <p14:xfrm>
              <a:off x="8202861" y="4399586"/>
              <a:ext cx="120960" cy="355680"/>
            </p14:xfrm>
          </p:contentPart>
        </mc:Choice>
        <mc:Fallback xmlns="">
          <p:pic>
            <p:nvPicPr>
              <p:cNvPr id="96" name="Entrada de lápiz 95">
                <a:extLst>
                  <a:ext uri="{FF2B5EF4-FFF2-40B4-BE49-F238E27FC236}">
                    <a16:creationId xmlns:a16="http://schemas.microsoft.com/office/drawing/2014/main" id="{41699782-9208-574C-43DB-66EEC70A352D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196741" y="4393466"/>
                <a:ext cx="133200" cy="3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99" name="Entrada de lápiz 98">
                <a:extLst>
                  <a:ext uri="{FF2B5EF4-FFF2-40B4-BE49-F238E27FC236}">
                    <a16:creationId xmlns:a16="http://schemas.microsoft.com/office/drawing/2014/main" id="{B82EE0D1-2C03-00BA-6713-8F48C1DB7D5A}"/>
                  </a:ext>
                </a:extLst>
              </p14:cNvPr>
              <p14:cNvContentPartPr/>
              <p14:nvPr/>
            </p14:nvContentPartPr>
            <p14:xfrm>
              <a:off x="8507421" y="4664546"/>
              <a:ext cx="118080" cy="360"/>
            </p14:xfrm>
          </p:contentPart>
        </mc:Choice>
        <mc:Fallback xmlns="">
          <p:pic>
            <p:nvPicPr>
              <p:cNvPr id="99" name="Entrada de lápiz 98">
                <a:extLst>
                  <a:ext uri="{FF2B5EF4-FFF2-40B4-BE49-F238E27FC236}">
                    <a16:creationId xmlns:a16="http://schemas.microsoft.com/office/drawing/2014/main" id="{B82EE0D1-2C03-00BA-6713-8F48C1DB7D5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501301" y="4658426"/>
                <a:ext cx="1303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00" name="Entrada de lápiz 99">
                <a:extLst>
                  <a:ext uri="{FF2B5EF4-FFF2-40B4-BE49-F238E27FC236}">
                    <a16:creationId xmlns:a16="http://schemas.microsoft.com/office/drawing/2014/main" id="{B62C51E3-12DE-BD4A-5B42-4A4AD2B33B55}"/>
                  </a:ext>
                </a:extLst>
              </p14:cNvPr>
              <p14:cNvContentPartPr/>
              <p14:nvPr/>
            </p14:nvContentPartPr>
            <p14:xfrm>
              <a:off x="8520741" y="4558346"/>
              <a:ext cx="90720" cy="360"/>
            </p14:xfrm>
          </p:contentPart>
        </mc:Choice>
        <mc:Fallback xmlns="">
          <p:pic>
            <p:nvPicPr>
              <p:cNvPr id="100" name="Entrada de lápiz 99">
                <a:extLst>
                  <a:ext uri="{FF2B5EF4-FFF2-40B4-BE49-F238E27FC236}">
                    <a16:creationId xmlns:a16="http://schemas.microsoft.com/office/drawing/2014/main" id="{B62C51E3-12DE-BD4A-5B42-4A4AD2B33B55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8514621" y="4552226"/>
                <a:ext cx="10296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3" name="Grupo 122">
            <a:extLst>
              <a:ext uri="{FF2B5EF4-FFF2-40B4-BE49-F238E27FC236}">
                <a16:creationId xmlns:a16="http://schemas.microsoft.com/office/drawing/2014/main" id="{3E41AD93-CD2A-91BB-CD14-F355E64605AC}"/>
              </a:ext>
            </a:extLst>
          </p:cNvPr>
          <p:cNvGrpSpPr/>
          <p:nvPr/>
        </p:nvGrpSpPr>
        <p:grpSpPr>
          <a:xfrm>
            <a:off x="8763021" y="4106546"/>
            <a:ext cx="1933560" cy="694080"/>
            <a:chOff x="8763021" y="4106546"/>
            <a:chExt cx="1933560" cy="69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F84D270D-FE45-DC11-CCC5-AC1292BEA941}"/>
                    </a:ext>
                  </a:extLst>
                </p14:cNvPr>
                <p14:cNvContentPartPr/>
                <p14:nvPr/>
              </p14:nvContentPartPr>
              <p14:xfrm>
                <a:off x="8763021" y="4450346"/>
                <a:ext cx="157320" cy="243360"/>
              </p14:xfrm>
            </p:contentPart>
          </mc:Choice>
          <mc:Fallback xmlns=""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F84D270D-FE45-DC11-CCC5-AC1292BEA941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756901" y="4444226"/>
                  <a:ext cx="1695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CAF96A8F-CB82-B30A-FCC5-4C07907F874C}"/>
                    </a:ext>
                  </a:extLst>
                </p14:cNvPr>
                <p14:cNvContentPartPr/>
                <p14:nvPr/>
              </p14:nvContentPartPr>
              <p14:xfrm>
                <a:off x="8997381" y="4425506"/>
                <a:ext cx="85320" cy="313200"/>
              </p14:xfrm>
            </p:contentPart>
          </mc:Choice>
          <mc:Fallback xmlns=""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CAF96A8F-CB82-B30A-FCC5-4C07907F874C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991261" y="4419386"/>
                  <a:ext cx="9756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269BFE64-3581-2DC6-E641-2BA9A486DD43}"/>
                    </a:ext>
                  </a:extLst>
                </p14:cNvPr>
                <p14:cNvContentPartPr/>
                <p14:nvPr/>
              </p14:nvContentPartPr>
              <p14:xfrm>
                <a:off x="9181701" y="4385906"/>
                <a:ext cx="134640" cy="414720"/>
              </p14:xfrm>
            </p:contentPart>
          </mc:Choice>
          <mc:Fallback xmlns=""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269BFE64-3581-2DC6-E641-2BA9A486DD43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175581" y="4379786"/>
                  <a:ext cx="14688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39192A84-5D3E-4E55-FFA8-F12DD3F125DD}"/>
                    </a:ext>
                  </a:extLst>
                </p14:cNvPr>
                <p14:cNvContentPartPr/>
                <p14:nvPr/>
              </p14:nvContentPartPr>
              <p14:xfrm>
                <a:off x="9395181" y="4468346"/>
                <a:ext cx="80280" cy="221760"/>
              </p14:xfrm>
            </p:contentPart>
          </mc:Choice>
          <mc:Fallback xmlns=""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39192A84-5D3E-4E55-FFA8-F12DD3F125D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389061" y="4462226"/>
                  <a:ext cx="925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4B892F7C-FD7C-32E4-2684-4714BB78C69C}"/>
                    </a:ext>
                  </a:extLst>
                </p14:cNvPr>
                <p14:cNvContentPartPr/>
                <p14:nvPr/>
              </p14:nvContentPartPr>
              <p14:xfrm>
                <a:off x="9567621" y="4451786"/>
                <a:ext cx="90720" cy="227520"/>
              </p14:xfrm>
            </p:contentPart>
          </mc:Choice>
          <mc:Fallback xmlns=""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4B892F7C-FD7C-32E4-2684-4714BB78C69C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561501" y="4445666"/>
                  <a:ext cx="10296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F0080859-7DA2-842E-D679-F0AB7A819D86}"/>
                    </a:ext>
                  </a:extLst>
                </p14:cNvPr>
                <p14:cNvContentPartPr/>
                <p14:nvPr/>
              </p14:nvContentPartPr>
              <p14:xfrm>
                <a:off x="9766341" y="4439186"/>
                <a:ext cx="130320" cy="257040"/>
              </p14:xfrm>
            </p:contentPart>
          </mc:Choice>
          <mc:Fallback xmlns=""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F0080859-7DA2-842E-D679-F0AB7A819D86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760221" y="4433066"/>
                  <a:ext cx="1425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BD4FA5E2-84D8-D939-CCA9-B2718B750A41}"/>
                    </a:ext>
                  </a:extLst>
                </p14:cNvPr>
                <p14:cNvContentPartPr/>
                <p14:nvPr/>
              </p14:nvContentPartPr>
              <p14:xfrm>
                <a:off x="9777501" y="4478786"/>
                <a:ext cx="122040" cy="198000"/>
              </p14:xfrm>
            </p:contentPart>
          </mc:Choice>
          <mc:Fallback xmlns=""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BD4FA5E2-84D8-D939-CCA9-B2718B750A4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771381" y="4472666"/>
                  <a:ext cx="1342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E514D5A5-1015-54A4-AA12-721E8E78DCB6}"/>
                    </a:ext>
                  </a:extLst>
                </p14:cNvPr>
                <p14:cNvContentPartPr/>
                <p14:nvPr/>
              </p14:nvContentPartPr>
              <p14:xfrm>
                <a:off x="10044981" y="4465826"/>
                <a:ext cx="360" cy="277560"/>
              </p14:xfrm>
            </p:contentPart>
          </mc:Choice>
          <mc:Fallback xmlns=""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E514D5A5-1015-54A4-AA12-721E8E78DCB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038861" y="4459706"/>
                  <a:ext cx="1260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3833A8AF-9A29-1116-9D8B-BC6D3D6602FC}"/>
                    </a:ext>
                  </a:extLst>
                </p14:cNvPr>
                <p14:cNvContentPartPr/>
                <p14:nvPr/>
              </p14:nvContentPartPr>
              <p14:xfrm>
                <a:off x="9951741" y="4586066"/>
                <a:ext cx="172080" cy="12240"/>
              </p14:xfrm>
            </p:contentPart>
          </mc:Choice>
          <mc:Fallback xmlns=""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3833A8AF-9A29-1116-9D8B-BC6D3D6602F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945621" y="4579946"/>
                  <a:ext cx="1843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6C9C01B2-1EAE-E2FF-1C55-49AFAAD68C24}"/>
                    </a:ext>
                  </a:extLst>
                </p14:cNvPr>
                <p14:cNvContentPartPr/>
                <p14:nvPr/>
              </p14:nvContentPartPr>
              <p14:xfrm>
                <a:off x="10108341" y="4465826"/>
                <a:ext cx="161640" cy="228960"/>
              </p14:xfrm>
            </p:contentPart>
          </mc:Choice>
          <mc:Fallback xmlns=""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6C9C01B2-1EAE-E2FF-1C55-49AFAAD68C24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102221" y="4459706"/>
                  <a:ext cx="1738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F525F910-36E0-646D-4E56-178730CB6253}"/>
                    </a:ext>
                  </a:extLst>
                </p14:cNvPr>
                <p14:cNvContentPartPr/>
                <p14:nvPr/>
              </p14:nvContentPartPr>
              <p14:xfrm>
                <a:off x="10309941" y="4320026"/>
                <a:ext cx="81360" cy="396720"/>
              </p14:xfrm>
            </p:contentPart>
          </mc:Choice>
          <mc:Fallback xmlns=""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F525F910-36E0-646D-4E56-178730CB625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303821" y="4313906"/>
                  <a:ext cx="9360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C024FC17-A16F-E2F4-1D30-B1E3D2CB466E}"/>
                    </a:ext>
                  </a:extLst>
                </p14:cNvPr>
                <p14:cNvContentPartPr/>
                <p14:nvPr/>
              </p14:nvContentPartPr>
              <p14:xfrm>
                <a:off x="10424421" y="4147586"/>
                <a:ext cx="81360" cy="134640"/>
              </p14:xfrm>
            </p:contentPart>
          </mc:Choice>
          <mc:Fallback xmlns=""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C024FC17-A16F-E2F4-1D30-B1E3D2CB466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418301" y="4141466"/>
                  <a:ext cx="936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8DFBE2B0-E9E7-1775-913D-C086E9F341B4}"/>
                    </a:ext>
                  </a:extLst>
                </p14:cNvPr>
                <p14:cNvContentPartPr/>
                <p14:nvPr/>
              </p14:nvContentPartPr>
              <p14:xfrm>
                <a:off x="10590021" y="4106546"/>
                <a:ext cx="106560" cy="203040"/>
              </p14:xfrm>
            </p:contentPart>
          </mc:Choice>
          <mc:Fallback xmlns=""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8DFBE2B0-E9E7-1775-913D-C086E9F341B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583901" y="4100426"/>
                  <a:ext cx="118800" cy="21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upo 126">
            <a:extLst>
              <a:ext uri="{FF2B5EF4-FFF2-40B4-BE49-F238E27FC236}">
                <a16:creationId xmlns:a16="http://schemas.microsoft.com/office/drawing/2014/main" id="{900B9FC3-A8FF-3582-BD43-13C9C20BD91A}"/>
              </a:ext>
            </a:extLst>
          </p:cNvPr>
          <p:cNvGrpSpPr/>
          <p:nvPr/>
        </p:nvGrpSpPr>
        <p:grpSpPr>
          <a:xfrm>
            <a:off x="10826901" y="4311386"/>
            <a:ext cx="990360" cy="341640"/>
            <a:chOff x="10826901" y="4311386"/>
            <a:chExt cx="990360" cy="34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7919FD2D-D2E4-1033-7366-DDCC6C351782}"/>
                    </a:ext>
                  </a:extLst>
                </p14:cNvPr>
                <p14:cNvContentPartPr/>
                <p14:nvPr/>
              </p14:nvContentPartPr>
              <p14:xfrm>
                <a:off x="10826901" y="4589666"/>
                <a:ext cx="38520" cy="44640"/>
              </p14:xfrm>
            </p:contentPart>
          </mc:Choice>
          <mc:Fallback xmlns=""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7919FD2D-D2E4-1033-7366-DDCC6C35178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820781" y="4583546"/>
                  <a:ext cx="507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8E156C12-83CD-0142-36BF-88083DC172DA}"/>
                    </a:ext>
                  </a:extLst>
                </p14:cNvPr>
                <p14:cNvContentPartPr/>
                <p14:nvPr/>
              </p14:nvContentPartPr>
              <p14:xfrm>
                <a:off x="10985661" y="4311386"/>
                <a:ext cx="80280" cy="341640"/>
              </p14:xfrm>
            </p:contentPart>
          </mc:Choice>
          <mc:Fallback xmlns=""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8E156C12-83CD-0142-36BF-88083DC172DA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979541" y="4305266"/>
                  <a:ext cx="9252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772BF212-7724-A41C-DE63-43F2BAFF045A}"/>
                    </a:ext>
                  </a:extLst>
                </p14:cNvPr>
                <p14:cNvContentPartPr/>
                <p14:nvPr/>
              </p14:nvContentPartPr>
              <p14:xfrm>
                <a:off x="11118141" y="4346666"/>
                <a:ext cx="699120" cy="278640"/>
              </p14:xfrm>
            </p:contentPart>
          </mc:Choice>
          <mc:Fallback xmlns=""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772BF212-7724-A41C-DE63-43F2BAFF045A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1112021" y="4340546"/>
                  <a:ext cx="711360" cy="29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upo 134">
            <a:extLst>
              <a:ext uri="{FF2B5EF4-FFF2-40B4-BE49-F238E27FC236}">
                <a16:creationId xmlns:a16="http://schemas.microsoft.com/office/drawing/2014/main" id="{CA58691B-15D1-6AF3-CCB3-95374BDFFD35}"/>
              </a:ext>
            </a:extLst>
          </p:cNvPr>
          <p:cNvGrpSpPr/>
          <p:nvPr/>
        </p:nvGrpSpPr>
        <p:grpSpPr>
          <a:xfrm>
            <a:off x="7645941" y="4942466"/>
            <a:ext cx="770040" cy="462960"/>
            <a:chOff x="7645941" y="4942466"/>
            <a:chExt cx="770040" cy="46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55358F9D-52D7-DE45-308B-87AED24D0C82}"/>
                    </a:ext>
                  </a:extLst>
                </p14:cNvPr>
                <p14:cNvContentPartPr/>
                <p14:nvPr/>
              </p14:nvContentPartPr>
              <p14:xfrm>
                <a:off x="7645941" y="4982426"/>
                <a:ext cx="173880" cy="356760"/>
              </p14:xfrm>
            </p:contentPart>
          </mc:Choice>
          <mc:Fallback xmlns=""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55358F9D-52D7-DE45-308B-87AED24D0C82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639821" y="4976306"/>
                  <a:ext cx="18612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0A8F3AB6-C67E-892C-DDAB-A99EF59FF7CF}"/>
                    </a:ext>
                  </a:extLst>
                </p14:cNvPr>
                <p14:cNvContentPartPr/>
                <p14:nvPr/>
              </p14:nvContentPartPr>
              <p14:xfrm>
                <a:off x="7805061" y="4942466"/>
                <a:ext cx="360" cy="77040"/>
              </p14:xfrm>
            </p:contentPart>
          </mc:Choice>
          <mc:Fallback xmlns=""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0A8F3AB6-C67E-892C-DDAB-A99EF59FF7CF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798941" y="4936346"/>
                  <a:ext cx="126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EAC957AC-8161-1D08-14EB-C6983987ABB8}"/>
                    </a:ext>
                  </a:extLst>
                </p14:cNvPr>
                <p14:cNvContentPartPr/>
                <p14:nvPr/>
              </p14:nvContentPartPr>
              <p14:xfrm>
                <a:off x="7963101" y="4969106"/>
                <a:ext cx="81000" cy="390600"/>
              </p14:xfrm>
            </p:contentPart>
          </mc:Choice>
          <mc:Fallback xmlns=""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EAC957AC-8161-1D08-14EB-C6983987ABB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956981" y="4962986"/>
                  <a:ext cx="9324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67F2F42B-632B-ADAE-0EB3-A849731A4D0A}"/>
                    </a:ext>
                  </a:extLst>
                </p14:cNvPr>
                <p14:cNvContentPartPr/>
                <p14:nvPr/>
              </p14:nvContentPartPr>
              <p14:xfrm>
                <a:off x="8295381" y="5061626"/>
                <a:ext cx="120600" cy="343800"/>
              </p14:xfrm>
            </p:contentPart>
          </mc:Choice>
          <mc:Fallback xmlns=""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67F2F42B-632B-ADAE-0EB3-A849731A4D0A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289261" y="5055506"/>
                  <a:ext cx="132840" cy="35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2E22C1E5-74E0-4471-3AB7-0271C2286466}"/>
              </a:ext>
            </a:extLst>
          </p:cNvPr>
          <p:cNvGrpSpPr/>
          <p:nvPr/>
        </p:nvGrpSpPr>
        <p:grpSpPr>
          <a:xfrm>
            <a:off x="8666541" y="5181506"/>
            <a:ext cx="109800" cy="105840"/>
            <a:chOff x="8666541" y="5181506"/>
            <a:chExt cx="109800" cy="10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1E52107F-D823-3155-9B40-796DA2D9E21B}"/>
                    </a:ext>
                  </a:extLst>
                </p14:cNvPr>
                <p14:cNvContentPartPr/>
                <p14:nvPr/>
              </p14:nvContentPartPr>
              <p14:xfrm>
                <a:off x="8693181" y="5286986"/>
                <a:ext cx="83160" cy="360"/>
              </p14:xfrm>
            </p:contentPart>
          </mc:Choice>
          <mc:Fallback xmlns=""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1E52107F-D823-3155-9B40-796DA2D9E21B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687061" y="5280866"/>
                  <a:ext cx="95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6C5FC871-BFE9-2E24-71AC-BD521E09B378}"/>
                    </a:ext>
                  </a:extLst>
                </p14:cNvPr>
                <p14:cNvContentPartPr/>
                <p14:nvPr/>
              </p14:nvContentPartPr>
              <p14:xfrm>
                <a:off x="8666541" y="5181506"/>
                <a:ext cx="69480" cy="360"/>
              </p14:xfrm>
            </p:contentPart>
          </mc:Choice>
          <mc:Fallback xmlns=""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6C5FC871-BFE9-2E24-71AC-BD521E09B378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660421" y="5175386"/>
                  <a:ext cx="8172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38" name="Entrada de lápiz 137">
                <a:extLst>
                  <a:ext uri="{FF2B5EF4-FFF2-40B4-BE49-F238E27FC236}">
                    <a16:creationId xmlns:a16="http://schemas.microsoft.com/office/drawing/2014/main" id="{86ABD8BA-E2F1-221E-ECC4-E53E99F99D6E}"/>
                  </a:ext>
                </a:extLst>
              </p14:cNvPr>
              <p14:cNvContentPartPr/>
              <p14:nvPr/>
            </p14:nvContentPartPr>
            <p14:xfrm>
              <a:off x="8984421" y="5007266"/>
              <a:ext cx="212040" cy="265320"/>
            </p14:xfrm>
          </p:contentPart>
        </mc:Choice>
        <mc:Fallback xmlns="">
          <p:pic>
            <p:nvPicPr>
              <p:cNvPr id="138" name="Entrada de lápiz 137">
                <a:extLst>
                  <a:ext uri="{FF2B5EF4-FFF2-40B4-BE49-F238E27FC236}">
                    <a16:creationId xmlns:a16="http://schemas.microsoft.com/office/drawing/2014/main" id="{86ABD8BA-E2F1-221E-ECC4-E53E99F99D6E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8978301" y="5001146"/>
                <a:ext cx="22428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39" name="Entrada de lápiz 138">
                <a:extLst>
                  <a:ext uri="{FF2B5EF4-FFF2-40B4-BE49-F238E27FC236}">
                    <a16:creationId xmlns:a16="http://schemas.microsoft.com/office/drawing/2014/main" id="{24FC7D37-FAC8-0513-8471-587B748C65EF}"/>
                  </a:ext>
                </a:extLst>
              </p14:cNvPr>
              <p14:cNvContentPartPr/>
              <p14:nvPr/>
            </p14:nvContentPartPr>
            <p14:xfrm>
              <a:off x="9302661" y="5049026"/>
              <a:ext cx="121680" cy="241200"/>
            </p14:xfrm>
          </p:contentPart>
        </mc:Choice>
        <mc:Fallback xmlns="">
          <p:pic>
            <p:nvPicPr>
              <p:cNvPr id="139" name="Entrada de lápiz 138">
                <a:extLst>
                  <a:ext uri="{FF2B5EF4-FFF2-40B4-BE49-F238E27FC236}">
                    <a16:creationId xmlns:a16="http://schemas.microsoft.com/office/drawing/2014/main" id="{24FC7D37-FAC8-0513-8471-587B748C65EF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9296541" y="5042906"/>
                <a:ext cx="13392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42" name="Entrada de lápiz 141">
                <a:extLst>
                  <a:ext uri="{FF2B5EF4-FFF2-40B4-BE49-F238E27FC236}">
                    <a16:creationId xmlns:a16="http://schemas.microsoft.com/office/drawing/2014/main" id="{B171E7D0-D1FB-0EEA-92E0-315E919987B3}"/>
                  </a:ext>
                </a:extLst>
              </p14:cNvPr>
              <p14:cNvContentPartPr/>
              <p14:nvPr/>
            </p14:nvContentPartPr>
            <p14:xfrm>
              <a:off x="9551061" y="5033186"/>
              <a:ext cx="111600" cy="297360"/>
            </p14:xfrm>
          </p:contentPart>
        </mc:Choice>
        <mc:Fallback xmlns="">
          <p:pic>
            <p:nvPicPr>
              <p:cNvPr id="142" name="Entrada de lápiz 141">
                <a:extLst>
                  <a:ext uri="{FF2B5EF4-FFF2-40B4-BE49-F238E27FC236}">
                    <a16:creationId xmlns:a16="http://schemas.microsoft.com/office/drawing/2014/main" id="{B171E7D0-D1FB-0EEA-92E0-315E919987B3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9544941" y="5027066"/>
                <a:ext cx="123840" cy="3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45" name="Entrada de lápiz 144">
                <a:extLst>
                  <a:ext uri="{FF2B5EF4-FFF2-40B4-BE49-F238E27FC236}">
                    <a16:creationId xmlns:a16="http://schemas.microsoft.com/office/drawing/2014/main" id="{9FF0A76B-5710-7102-E9DD-B7E96B30031F}"/>
                  </a:ext>
                </a:extLst>
              </p14:cNvPr>
              <p14:cNvContentPartPr/>
              <p14:nvPr/>
            </p14:nvContentPartPr>
            <p14:xfrm>
              <a:off x="9844101" y="4956146"/>
              <a:ext cx="68760" cy="428040"/>
            </p14:xfrm>
          </p:contentPart>
        </mc:Choice>
        <mc:Fallback xmlns="">
          <p:pic>
            <p:nvPicPr>
              <p:cNvPr id="145" name="Entrada de lápiz 144">
                <a:extLst>
                  <a:ext uri="{FF2B5EF4-FFF2-40B4-BE49-F238E27FC236}">
                    <a16:creationId xmlns:a16="http://schemas.microsoft.com/office/drawing/2014/main" id="{9FF0A76B-5710-7102-E9DD-B7E96B30031F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9837981" y="4950026"/>
                <a:ext cx="81000" cy="44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46" name="Entrada de lápiz 145">
                <a:extLst>
                  <a:ext uri="{FF2B5EF4-FFF2-40B4-BE49-F238E27FC236}">
                    <a16:creationId xmlns:a16="http://schemas.microsoft.com/office/drawing/2014/main" id="{FF4D95F5-FCFD-B3E5-E250-E92E64DAB375}"/>
                  </a:ext>
                </a:extLst>
              </p14:cNvPr>
              <p14:cNvContentPartPr/>
              <p14:nvPr/>
            </p14:nvContentPartPr>
            <p14:xfrm>
              <a:off x="10018341" y="5061986"/>
              <a:ext cx="94320" cy="277920"/>
            </p14:xfrm>
          </p:contentPart>
        </mc:Choice>
        <mc:Fallback xmlns="">
          <p:pic>
            <p:nvPicPr>
              <p:cNvPr id="146" name="Entrada de lápiz 145">
                <a:extLst>
                  <a:ext uri="{FF2B5EF4-FFF2-40B4-BE49-F238E27FC236}">
                    <a16:creationId xmlns:a16="http://schemas.microsoft.com/office/drawing/2014/main" id="{FF4D95F5-FCFD-B3E5-E250-E92E64DAB375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10012221" y="5055866"/>
                <a:ext cx="106560" cy="29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9" name="Grupo 158">
            <a:extLst>
              <a:ext uri="{FF2B5EF4-FFF2-40B4-BE49-F238E27FC236}">
                <a16:creationId xmlns:a16="http://schemas.microsoft.com/office/drawing/2014/main" id="{A2A47713-052B-01D4-5346-49EFABF04CA7}"/>
              </a:ext>
            </a:extLst>
          </p:cNvPr>
          <p:cNvGrpSpPr/>
          <p:nvPr/>
        </p:nvGrpSpPr>
        <p:grpSpPr>
          <a:xfrm>
            <a:off x="10296261" y="4969106"/>
            <a:ext cx="1102680" cy="409680"/>
            <a:chOff x="10296261" y="4969106"/>
            <a:chExt cx="1102680" cy="40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A4679921-9C84-4330-3FCA-8FBD9DDA3C16}"/>
                    </a:ext>
                  </a:extLst>
                </p14:cNvPr>
                <p14:cNvContentPartPr/>
                <p14:nvPr/>
              </p14:nvContentPartPr>
              <p14:xfrm>
                <a:off x="10296261" y="5087546"/>
                <a:ext cx="211320" cy="240840"/>
              </p14:xfrm>
            </p:contentPart>
          </mc:Choice>
          <mc:Fallback xmlns=""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A4679921-9C84-4330-3FCA-8FBD9DDA3C16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0290141" y="5081426"/>
                  <a:ext cx="2235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E8DEBA03-463B-0217-44FC-FCC3D6778536}"/>
                    </a:ext>
                  </a:extLst>
                </p14:cNvPr>
                <p14:cNvContentPartPr/>
                <p14:nvPr/>
              </p14:nvContentPartPr>
              <p14:xfrm>
                <a:off x="10627821" y="5075306"/>
                <a:ext cx="126000" cy="219240"/>
              </p14:xfrm>
            </p:contentPart>
          </mc:Choice>
          <mc:Fallback xmlns=""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E8DEBA03-463B-0217-44FC-FCC3D6778536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0621701" y="5069186"/>
                  <a:ext cx="1382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1698F0E0-32D1-C0B0-C94C-0F463DC21032}"/>
                    </a:ext>
                  </a:extLst>
                </p14:cNvPr>
                <p14:cNvContentPartPr/>
                <p14:nvPr/>
              </p14:nvContentPartPr>
              <p14:xfrm>
                <a:off x="10568061" y="5128226"/>
                <a:ext cx="192600" cy="201960"/>
              </p14:xfrm>
            </p:contentPart>
          </mc:Choice>
          <mc:Fallback xmlns=""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1698F0E0-32D1-C0B0-C94C-0F463DC2103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0561941" y="5122106"/>
                  <a:ext cx="2048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1C9E8C03-A917-B265-5264-5C62173A2048}"/>
                    </a:ext>
                  </a:extLst>
                </p14:cNvPr>
                <p14:cNvContentPartPr/>
                <p14:nvPr/>
              </p14:nvContentPartPr>
              <p14:xfrm>
                <a:off x="10998981" y="5022026"/>
                <a:ext cx="27360" cy="277920"/>
              </p14:xfrm>
            </p:contentPart>
          </mc:Choice>
          <mc:Fallback xmlns=""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1C9E8C03-A917-B265-5264-5C62173A2048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992861" y="5015906"/>
                  <a:ext cx="3960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9F416A29-241E-9CCF-9D7A-F283888AFEB1}"/>
                    </a:ext>
                  </a:extLst>
                </p14:cNvPr>
                <p14:cNvContentPartPr/>
                <p14:nvPr/>
              </p14:nvContentPartPr>
              <p14:xfrm>
                <a:off x="10892781" y="5141186"/>
                <a:ext cx="211680" cy="360"/>
              </p14:xfrm>
            </p:contentPart>
          </mc:Choice>
          <mc:Fallback xmlns=""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9F416A29-241E-9CCF-9D7A-F283888AFEB1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886661" y="5135066"/>
                  <a:ext cx="2239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F8FC7216-1626-994E-E70C-2DA40C81F777}"/>
                    </a:ext>
                  </a:extLst>
                </p14:cNvPr>
                <p14:cNvContentPartPr/>
                <p14:nvPr/>
              </p14:nvContentPartPr>
              <p14:xfrm>
                <a:off x="11105541" y="5087906"/>
                <a:ext cx="185400" cy="267840"/>
              </p14:xfrm>
            </p:contentPart>
          </mc:Choice>
          <mc:Fallback xmlns=""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F8FC7216-1626-994E-E70C-2DA40C81F777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1099421" y="5081786"/>
                  <a:ext cx="19764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AD0C924B-FE00-32D4-DA71-F5F49F2760F2}"/>
                    </a:ext>
                  </a:extLst>
                </p14:cNvPr>
                <p14:cNvContentPartPr/>
                <p14:nvPr/>
              </p14:nvContentPartPr>
              <p14:xfrm>
                <a:off x="11317221" y="4969106"/>
                <a:ext cx="81720" cy="409680"/>
              </p14:xfrm>
            </p:contentPart>
          </mc:Choice>
          <mc:Fallback xmlns=""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AD0C924B-FE00-32D4-DA71-F5F49F2760F2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1311101" y="4962986"/>
                  <a:ext cx="93960" cy="42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61" name="Entrada de lápiz 160">
                <a:extLst>
                  <a:ext uri="{FF2B5EF4-FFF2-40B4-BE49-F238E27FC236}">
                    <a16:creationId xmlns:a16="http://schemas.microsoft.com/office/drawing/2014/main" id="{3D0A6493-E35C-5D2D-9C73-E050C7452EE9}"/>
                  </a:ext>
                </a:extLst>
              </p14:cNvPr>
              <p14:cNvContentPartPr/>
              <p14:nvPr/>
            </p14:nvContentPartPr>
            <p14:xfrm>
              <a:off x="11396421" y="4824026"/>
              <a:ext cx="156960" cy="201600"/>
            </p14:xfrm>
          </p:contentPart>
        </mc:Choice>
        <mc:Fallback xmlns="">
          <p:pic>
            <p:nvPicPr>
              <p:cNvPr id="161" name="Entrada de lápiz 160">
                <a:extLst>
                  <a:ext uri="{FF2B5EF4-FFF2-40B4-BE49-F238E27FC236}">
                    <a16:creationId xmlns:a16="http://schemas.microsoft.com/office/drawing/2014/main" id="{3D0A6493-E35C-5D2D-9C73-E050C7452EE9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11390301" y="4817906"/>
                <a:ext cx="16920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65" name="Entrada de lápiz 164">
                <a:extLst>
                  <a:ext uri="{FF2B5EF4-FFF2-40B4-BE49-F238E27FC236}">
                    <a16:creationId xmlns:a16="http://schemas.microsoft.com/office/drawing/2014/main" id="{F03F6228-CF09-1046-8A37-7787E954B975}"/>
                  </a:ext>
                </a:extLst>
              </p14:cNvPr>
              <p14:cNvContentPartPr/>
              <p14:nvPr/>
            </p14:nvContentPartPr>
            <p14:xfrm>
              <a:off x="11515581" y="4821506"/>
              <a:ext cx="272520" cy="254520"/>
            </p14:xfrm>
          </p:contentPart>
        </mc:Choice>
        <mc:Fallback xmlns="">
          <p:pic>
            <p:nvPicPr>
              <p:cNvPr id="165" name="Entrada de lápiz 164">
                <a:extLst>
                  <a:ext uri="{FF2B5EF4-FFF2-40B4-BE49-F238E27FC236}">
                    <a16:creationId xmlns:a16="http://schemas.microsoft.com/office/drawing/2014/main" id="{F03F6228-CF09-1046-8A37-7787E954B975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11509461" y="4815386"/>
                <a:ext cx="284760" cy="26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7" name="Grupo 166">
            <a:extLst>
              <a:ext uri="{FF2B5EF4-FFF2-40B4-BE49-F238E27FC236}">
                <a16:creationId xmlns:a16="http://schemas.microsoft.com/office/drawing/2014/main" id="{E1F775C2-AB5B-DA6B-04DD-165FB692989F}"/>
              </a:ext>
            </a:extLst>
          </p:cNvPr>
          <p:cNvGrpSpPr/>
          <p:nvPr/>
        </p:nvGrpSpPr>
        <p:grpSpPr>
          <a:xfrm>
            <a:off x="5578821" y="4677506"/>
            <a:ext cx="1498680" cy="420480"/>
            <a:chOff x="5578821" y="4677506"/>
            <a:chExt cx="1498680" cy="42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1CA1A456-EC1A-744A-B3E1-BE6333253E64}"/>
                    </a:ext>
                  </a:extLst>
                </p14:cNvPr>
                <p14:cNvContentPartPr/>
                <p14:nvPr/>
              </p14:nvContentPartPr>
              <p14:xfrm>
                <a:off x="5578821" y="4811066"/>
                <a:ext cx="120960" cy="276480"/>
              </p14:xfrm>
            </p:contentPart>
          </mc:Choice>
          <mc:Fallback xmlns=""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1CA1A456-EC1A-744A-B3E1-BE6333253E64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572701" y="4804946"/>
                  <a:ext cx="1332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C5F7D6C7-621A-E695-6E7E-0F50F6CCA3CB}"/>
                    </a:ext>
                  </a:extLst>
                </p14:cNvPr>
                <p14:cNvContentPartPr/>
                <p14:nvPr/>
              </p14:nvContentPartPr>
              <p14:xfrm>
                <a:off x="5817141" y="4847426"/>
                <a:ext cx="212400" cy="250560"/>
              </p14:xfrm>
            </p:contentPart>
          </mc:Choice>
          <mc:Fallback xmlns=""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C5F7D6C7-621A-E695-6E7E-0F50F6CCA3CB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811021" y="4841306"/>
                  <a:ext cx="22464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D8705E34-02A3-3D80-7EE9-FB732CC42F7B}"/>
                    </a:ext>
                  </a:extLst>
                </p14:cNvPr>
                <p14:cNvContentPartPr/>
                <p14:nvPr/>
              </p14:nvContentPartPr>
              <p14:xfrm>
                <a:off x="6188301" y="4849946"/>
                <a:ext cx="129240" cy="202320"/>
              </p14:xfrm>
            </p:contentPart>
          </mc:Choice>
          <mc:Fallback xmlns=""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D8705E34-02A3-3D80-7EE9-FB732CC42F7B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182181" y="4843826"/>
                  <a:ext cx="1414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45C9AFB5-9E3E-A60E-E443-6924FF812ED8}"/>
                    </a:ext>
                  </a:extLst>
                </p14:cNvPr>
                <p14:cNvContentPartPr/>
                <p14:nvPr/>
              </p14:nvContentPartPr>
              <p14:xfrm>
                <a:off x="6155901" y="4849946"/>
                <a:ext cx="191880" cy="166320"/>
              </p14:xfrm>
            </p:contentPart>
          </mc:Choice>
          <mc:Fallback xmlns=""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45C9AFB5-9E3E-A60E-E443-6924FF812ED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149781" y="4843826"/>
                  <a:ext cx="2041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9F39B46C-F044-58FB-925E-C06C90018306}"/>
                    </a:ext>
                  </a:extLst>
                </p14:cNvPr>
                <p14:cNvContentPartPr/>
                <p14:nvPr/>
              </p14:nvContentPartPr>
              <p14:xfrm>
                <a:off x="6546501" y="4810346"/>
                <a:ext cx="14040" cy="251280"/>
              </p14:xfrm>
            </p:contentPart>
          </mc:Choice>
          <mc:Fallback xmlns=""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9F39B46C-F044-58FB-925E-C06C90018306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540381" y="4804226"/>
                  <a:ext cx="2628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23600AC7-0F11-82F6-E1D3-E8C57A7429C1}"/>
                    </a:ext>
                  </a:extLst>
                </p14:cNvPr>
                <p14:cNvContentPartPr/>
                <p14:nvPr/>
              </p14:nvContentPartPr>
              <p14:xfrm>
                <a:off x="6453261" y="4956146"/>
                <a:ext cx="211680" cy="360"/>
              </p14:xfrm>
            </p:contentPart>
          </mc:Choice>
          <mc:Fallback xmlns=""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23600AC7-0F11-82F6-E1D3-E8C57A7429C1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447141" y="4950026"/>
                  <a:ext cx="2239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D577D330-AE17-17AB-77BD-4C90B370ECCC}"/>
                    </a:ext>
                  </a:extLst>
                </p14:cNvPr>
                <p14:cNvContentPartPr/>
                <p14:nvPr/>
              </p14:nvContentPartPr>
              <p14:xfrm>
                <a:off x="6783021" y="4809986"/>
                <a:ext cx="147600" cy="224640"/>
              </p14:xfrm>
            </p:contentPart>
          </mc:Choice>
          <mc:Fallback xmlns=""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D577D330-AE17-17AB-77BD-4C90B370ECC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776901" y="4803866"/>
                  <a:ext cx="1598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86B924C4-D5A5-1A81-925C-2266AF2B2224}"/>
                    </a:ext>
                  </a:extLst>
                </p14:cNvPr>
                <p14:cNvContentPartPr/>
                <p14:nvPr/>
              </p14:nvContentPartPr>
              <p14:xfrm>
                <a:off x="7023141" y="4743746"/>
                <a:ext cx="54360" cy="342000"/>
              </p14:xfrm>
            </p:contentPart>
          </mc:Choice>
          <mc:Fallback xmlns=""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86B924C4-D5A5-1A81-925C-2266AF2B222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017021" y="4737626"/>
                  <a:ext cx="6660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120F08FB-F036-2EC4-AF69-61B90FB6036B}"/>
                    </a:ext>
                  </a:extLst>
                </p14:cNvPr>
                <p14:cNvContentPartPr/>
                <p14:nvPr/>
              </p14:nvContentPartPr>
              <p14:xfrm>
                <a:off x="6413661" y="4677506"/>
                <a:ext cx="360" cy="131400"/>
              </p14:xfrm>
            </p:contentPart>
          </mc:Choice>
          <mc:Fallback xmlns=""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120F08FB-F036-2EC4-AF69-61B90FB6036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407541" y="4671386"/>
                  <a:ext cx="12600" cy="14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68" name="Entrada de lápiz 167">
                <a:extLst>
                  <a:ext uri="{FF2B5EF4-FFF2-40B4-BE49-F238E27FC236}">
                    <a16:creationId xmlns:a16="http://schemas.microsoft.com/office/drawing/2014/main" id="{1CA0C9F8-C020-CD55-8BD1-2391B398B819}"/>
                  </a:ext>
                </a:extLst>
              </p14:cNvPr>
              <p14:cNvContentPartPr/>
              <p14:nvPr/>
            </p14:nvContentPartPr>
            <p14:xfrm>
              <a:off x="7950861" y="847826"/>
              <a:ext cx="75240" cy="216000"/>
            </p14:xfrm>
          </p:contentPart>
        </mc:Choice>
        <mc:Fallback xmlns="">
          <p:pic>
            <p:nvPicPr>
              <p:cNvPr id="168" name="Entrada de lápiz 167">
                <a:extLst>
                  <a:ext uri="{FF2B5EF4-FFF2-40B4-BE49-F238E27FC236}">
                    <a16:creationId xmlns:a16="http://schemas.microsoft.com/office/drawing/2014/main" id="{1CA0C9F8-C020-CD55-8BD1-2391B398B819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7944741" y="841706"/>
                <a:ext cx="87480" cy="22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2" name="Grupo 171">
            <a:extLst>
              <a:ext uri="{FF2B5EF4-FFF2-40B4-BE49-F238E27FC236}">
                <a16:creationId xmlns:a16="http://schemas.microsoft.com/office/drawing/2014/main" id="{9B4AEF57-6772-4E13-AE63-5065CD762449}"/>
              </a:ext>
            </a:extLst>
          </p:cNvPr>
          <p:cNvGrpSpPr/>
          <p:nvPr/>
        </p:nvGrpSpPr>
        <p:grpSpPr>
          <a:xfrm>
            <a:off x="8096661" y="807866"/>
            <a:ext cx="509040" cy="414000"/>
            <a:chOff x="8096661" y="807866"/>
            <a:chExt cx="509040" cy="41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FC2765AE-C3BE-532D-B2C6-51E33CDDF058}"/>
                    </a:ext>
                  </a:extLst>
                </p14:cNvPr>
                <p14:cNvContentPartPr/>
                <p14:nvPr/>
              </p14:nvContentPartPr>
              <p14:xfrm>
                <a:off x="8096661" y="834146"/>
                <a:ext cx="197280" cy="216360"/>
              </p14:xfrm>
            </p:contentPart>
          </mc:Choice>
          <mc:Fallback xmlns=""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FC2765AE-C3BE-532D-B2C6-51E33CDDF05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090541" y="828026"/>
                  <a:ext cx="2095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50EF33D5-7379-7959-086A-965F9EF91C6C}"/>
                    </a:ext>
                  </a:extLst>
                </p14:cNvPr>
                <p14:cNvContentPartPr/>
                <p14:nvPr/>
              </p14:nvContentPartPr>
              <p14:xfrm>
                <a:off x="8428221" y="847826"/>
                <a:ext cx="177480" cy="313560"/>
              </p14:xfrm>
            </p:contentPart>
          </mc:Choice>
          <mc:Fallback xmlns=""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50EF33D5-7379-7959-086A-965F9EF91C6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422101" y="841706"/>
                  <a:ext cx="18972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F9CF916B-99AC-0624-C4B8-C491F9D271B8}"/>
                    </a:ext>
                  </a:extLst>
                </p14:cNvPr>
                <p14:cNvContentPartPr/>
                <p14:nvPr/>
              </p14:nvContentPartPr>
              <p14:xfrm>
                <a:off x="8389341" y="807866"/>
                <a:ext cx="185040" cy="414000"/>
              </p14:xfrm>
            </p:contentPart>
          </mc:Choice>
          <mc:Fallback xmlns=""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F9CF916B-99AC-0624-C4B8-C491F9D271B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383221" y="801746"/>
                  <a:ext cx="197280" cy="42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73" name="Entrada de lápiz 172">
                <a:extLst>
                  <a:ext uri="{FF2B5EF4-FFF2-40B4-BE49-F238E27FC236}">
                    <a16:creationId xmlns:a16="http://schemas.microsoft.com/office/drawing/2014/main" id="{7DA12B6B-C691-0203-267C-EE7006C209BD}"/>
                  </a:ext>
                </a:extLst>
              </p14:cNvPr>
              <p14:cNvContentPartPr/>
              <p14:nvPr/>
            </p14:nvContentPartPr>
            <p14:xfrm>
              <a:off x="7276221" y="887426"/>
              <a:ext cx="172080" cy="428040"/>
            </p14:xfrm>
          </p:contentPart>
        </mc:Choice>
        <mc:Fallback xmlns="">
          <p:pic>
            <p:nvPicPr>
              <p:cNvPr id="173" name="Entrada de lápiz 172">
                <a:extLst>
                  <a:ext uri="{FF2B5EF4-FFF2-40B4-BE49-F238E27FC236}">
                    <a16:creationId xmlns:a16="http://schemas.microsoft.com/office/drawing/2014/main" id="{7DA12B6B-C691-0203-267C-EE7006C209BD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7270101" y="881306"/>
                <a:ext cx="184320" cy="44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74" name="Entrada de lápiz 173">
                <a:extLst>
                  <a:ext uri="{FF2B5EF4-FFF2-40B4-BE49-F238E27FC236}">
                    <a16:creationId xmlns:a16="http://schemas.microsoft.com/office/drawing/2014/main" id="{F7F910BB-F68F-256E-4654-C14CD5F30BA7}"/>
                  </a:ext>
                </a:extLst>
              </p14:cNvPr>
              <p14:cNvContentPartPr/>
              <p14:nvPr/>
            </p14:nvContentPartPr>
            <p14:xfrm>
              <a:off x="7632621" y="1139426"/>
              <a:ext cx="76680" cy="360"/>
            </p14:xfrm>
          </p:contentPart>
        </mc:Choice>
        <mc:Fallback xmlns="">
          <p:pic>
            <p:nvPicPr>
              <p:cNvPr id="174" name="Entrada de lápiz 173">
                <a:extLst>
                  <a:ext uri="{FF2B5EF4-FFF2-40B4-BE49-F238E27FC236}">
                    <a16:creationId xmlns:a16="http://schemas.microsoft.com/office/drawing/2014/main" id="{F7F910BB-F68F-256E-4654-C14CD5F30BA7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7626501" y="1133306"/>
                <a:ext cx="889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75" name="Entrada de lápiz 174">
                <a:extLst>
                  <a:ext uri="{FF2B5EF4-FFF2-40B4-BE49-F238E27FC236}">
                    <a16:creationId xmlns:a16="http://schemas.microsoft.com/office/drawing/2014/main" id="{5ECAC176-7D4D-29C8-F2C6-3A1AD75A32B2}"/>
                  </a:ext>
                </a:extLst>
              </p14:cNvPr>
              <p14:cNvContentPartPr/>
              <p14:nvPr/>
            </p14:nvContentPartPr>
            <p14:xfrm>
              <a:off x="7632621" y="1033226"/>
              <a:ext cx="90360" cy="360"/>
            </p14:xfrm>
          </p:contentPart>
        </mc:Choice>
        <mc:Fallback xmlns="">
          <p:pic>
            <p:nvPicPr>
              <p:cNvPr id="175" name="Entrada de lápiz 174">
                <a:extLst>
                  <a:ext uri="{FF2B5EF4-FFF2-40B4-BE49-F238E27FC236}">
                    <a16:creationId xmlns:a16="http://schemas.microsoft.com/office/drawing/2014/main" id="{5ECAC176-7D4D-29C8-F2C6-3A1AD75A32B2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7626501" y="1027106"/>
                <a:ext cx="10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76" name="Entrada de lápiz 175">
                <a:extLst>
                  <a:ext uri="{FF2B5EF4-FFF2-40B4-BE49-F238E27FC236}">
                    <a16:creationId xmlns:a16="http://schemas.microsoft.com/office/drawing/2014/main" id="{54630FA9-DF06-7BC7-76D8-AA9A8DC2F359}"/>
                  </a:ext>
                </a:extLst>
              </p14:cNvPr>
              <p14:cNvContentPartPr/>
              <p14:nvPr/>
            </p14:nvContentPartPr>
            <p14:xfrm>
              <a:off x="8759061" y="608786"/>
              <a:ext cx="14400" cy="171000"/>
            </p14:xfrm>
          </p:contentPart>
        </mc:Choice>
        <mc:Fallback xmlns="">
          <p:pic>
            <p:nvPicPr>
              <p:cNvPr id="176" name="Entrada de lápiz 175">
                <a:extLst>
                  <a:ext uri="{FF2B5EF4-FFF2-40B4-BE49-F238E27FC236}">
                    <a16:creationId xmlns:a16="http://schemas.microsoft.com/office/drawing/2014/main" id="{54630FA9-DF06-7BC7-76D8-AA9A8DC2F359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8752941" y="602666"/>
                <a:ext cx="26640" cy="18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6" name="Grupo 185">
            <a:extLst>
              <a:ext uri="{FF2B5EF4-FFF2-40B4-BE49-F238E27FC236}">
                <a16:creationId xmlns:a16="http://schemas.microsoft.com/office/drawing/2014/main" id="{86655041-F0AF-C6FA-7938-6AB5FB7EE23C}"/>
              </a:ext>
            </a:extLst>
          </p:cNvPr>
          <p:cNvGrpSpPr/>
          <p:nvPr/>
        </p:nvGrpSpPr>
        <p:grpSpPr>
          <a:xfrm>
            <a:off x="9779661" y="1863026"/>
            <a:ext cx="333000" cy="507960"/>
            <a:chOff x="9779661" y="1863026"/>
            <a:chExt cx="333000" cy="50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4E778A40-5781-37C9-7371-15AE82C00C02}"/>
                    </a:ext>
                  </a:extLst>
                </p14:cNvPr>
                <p14:cNvContentPartPr/>
                <p14:nvPr/>
              </p14:nvContentPartPr>
              <p14:xfrm>
                <a:off x="9779661" y="2199266"/>
                <a:ext cx="119520" cy="115920"/>
              </p14:xfrm>
            </p:contentPart>
          </mc:Choice>
          <mc:Fallback xmlns=""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4E778A40-5781-37C9-7371-15AE82C00C02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773541" y="2193146"/>
                  <a:ext cx="1317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84" name="Entrada de lápiz 183">
                  <a:extLst>
                    <a:ext uri="{FF2B5EF4-FFF2-40B4-BE49-F238E27FC236}">
                      <a16:creationId xmlns:a16="http://schemas.microsoft.com/office/drawing/2014/main" id="{BA5A5364-3F99-FD2C-21B3-971FE4B2DFF6}"/>
                    </a:ext>
                  </a:extLst>
                </p14:cNvPr>
                <p14:cNvContentPartPr/>
                <p14:nvPr/>
              </p14:nvContentPartPr>
              <p14:xfrm>
                <a:off x="9806301" y="2133026"/>
                <a:ext cx="106200" cy="237960"/>
              </p14:xfrm>
            </p:contentPart>
          </mc:Choice>
          <mc:Fallback xmlns="">
            <p:pic>
              <p:nvPicPr>
                <p:cNvPr id="184" name="Entrada de lápiz 183">
                  <a:extLst>
                    <a:ext uri="{FF2B5EF4-FFF2-40B4-BE49-F238E27FC236}">
                      <a16:creationId xmlns:a16="http://schemas.microsoft.com/office/drawing/2014/main" id="{BA5A5364-3F99-FD2C-21B3-971FE4B2DFF6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800181" y="2126906"/>
                  <a:ext cx="1184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85" name="Entrada de lápiz 184">
                  <a:extLst>
                    <a:ext uri="{FF2B5EF4-FFF2-40B4-BE49-F238E27FC236}">
                      <a16:creationId xmlns:a16="http://schemas.microsoft.com/office/drawing/2014/main" id="{62F4CBC6-C37C-11D2-45FB-67B71C96C933}"/>
                    </a:ext>
                  </a:extLst>
                </p14:cNvPr>
                <p14:cNvContentPartPr/>
                <p14:nvPr/>
              </p14:nvContentPartPr>
              <p14:xfrm>
                <a:off x="9991341" y="1863026"/>
                <a:ext cx="121320" cy="149760"/>
              </p14:xfrm>
            </p:contentPart>
          </mc:Choice>
          <mc:Fallback xmlns="">
            <p:pic>
              <p:nvPicPr>
                <p:cNvPr id="185" name="Entrada de lápiz 184">
                  <a:extLst>
                    <a:ext uri="{FF2B5EF4-FFF2-40B4-BE49-F238E27FC236}">
                      <a16:creationId xmlns:a16="http://schemas.microsoft.com/office/drawing/2014/main" id="{62F4CBC6-C37C-11D2-45FB-67B71C96C933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985221" y="1856906"/>
                  <a:ext cx="133560" cy="16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upo 188">
            <a:extLst>
              <a:ext uri="{FF2B5EF4-FFF2-40B4-BE49-F238E27FC236}">
                <a16:creationId xmlns:a16="http://schemas.microsoft.com/office/drawing/2014/main" id="{EC585328-5BD2-2153-7916-AE191F7DB74B}"/>
              </a:ext>
            </a:extLst>
          </p:cNvPr>
          <p:cNvGrpSpPr/>
          <p:nvPr/>
        </p:nvGrpSpPr>
        <p:grpSpPr>
          <a:xfrm>
            <a:off x="10322901" y="2252186"/>
            <a:ext cx="145440" cy="159840"/>
            <a:chOff x="10322901" y="2252186"/>
            <a:chExt cx="145440" cy="15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87" name="Entrada de lápiz 186">
                  <a:extLst>
                    <a:ext uri="{FF2B5EF4-FFF2-40B4-BE49-F238E27FC236}">
                      <a16:creationId xmlns:a16="http://schemas.microsoft.com/office/drawing/2014/main" id="{82735F35-E7A8-EBB0-40CC-C26608BC9DDD}"/>
                    </a:ext>
                  </a:extLst>
                </p14:cNvPr>
                <p14:cNvContentPartPr/>
                <p14:nvPr/>
              </p14:nvContentPartPr>
              <p14:xfrm>
                <a:off x="10322901" y="2252186"/>
                <a:ext cx="145440" cy="25920"/>
              </p14:xfrm>
            </p:contentPart>
          </mc:Choice>
          <mc:Fallback xmlns="">
            <p:pic>
              <p:nvPicPr>
                <p:cNvPr id="187" name="Entrada de lápiz 186">
                  <a:extLst>
                    <a:ext uri="{FF2B5EF4-FFF2-40B4-BE49-F238E27FC236}">
                      <a16:creationId xmlns:a16="http://schemas.microsoft.com/office/drawing/2014/main" id="{82735F35-E7A8-EBB0-40CC-C26608BC9DDD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316781" y="2246066"/>
                  <a:ext cx="1576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88" name="Entrada de lápiz 187">
                  <a:extLst>
                    <a:ext uri="{FF2B5EF4-FFF2-40B4-BE49-F238E27FC236}">
                      <a16:creationId xmlns:a16="http://schemas.microsoft.com/office/drawing/2014/main" id="{04B51014-1C18-69E1-E137-AC86A1FFEA6E}"/>
                    </a:ext>
                  </a:extLst>
                </p14:cNvPr>
                <p14:cNvContentPartPr/>
                <p14:nvPr/>
              </p14:nvContentPartPr>
              <p14:xfrm>
                <a:off x="10322901" y="2411666"/>
                <a:ext cx="118080" cy="360"/>
              </p14:xfrm>
            </p:contentPart>
          </mc:Choice>
          <mc:Fallback xmlns="">
            <p:pic>
              <p:nvPicPr>
                <p:cNvPr id="188" name="Entrada de lápiz 187">
                  <a:extLst>
                    <a:ext uri="{FF2B5EF4-FFF2-40B4-BE49-F238E27FC236}">
                      <a16:creationId xmlns:a16="http://schemas.microsoft.com/office/drawing/2014/main" id="{04B51014-1C18-69E1-E137-AC86A1FFEA6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316781" y="2405546"/>
                  <a:ext cx="13032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upo 200">
            <a:extLst>
              <a:ext uri="{FF2B5EF4-FFF2-40B4-BE49-F238E27FC236}">
                <a16:creationId xmlns:a16="http://schemas.microsoft.com/office/drawing/2014/main" id="{052DBA8A-57BA-E7C0-8511-1B575426A258}"/>
              </a:ext>
            </a:extLst>
          </p:cNvPr>
          <p:cNvGrpSpPr/>
          <p:nvPr/>
        </p:nvGrpSpPr>
        <p:grpSpPr>
          <a:xfrm>
            <a:off x="10667421" y="1939346"/>
            <a:ext cx="915480" cy="537120"/>
            <a:chOff x="10667421" y="1939346"/>
            <a:chExt cx="915480" cy="53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90" name="Entrada de lápiz 189">
                  <a:extLst>
                    <a:ext uri="{FF2B5EF4-FFF2-40B4-BE49-F238E27FC236}">
                      <a16:creationId xmlns:a16="http://schemas.microsoft.com/office/drawing/2014/main" id="{82697EC4-EA3B-780A-A080-05BAB6A26D3D}"/>
                    </a:ext>
                  </a:extLst>
                </p14:cNvPr>
                <p14:cNvContentPartPr/>
                <p14:nvPr/>
              </p14:nvContentPartPr>
              <p14:xfrm>
                <a:off x="10667421" y="2207906"/>
                <a:ext cx="160920" cy="232200"/>
              </p14:xfrm>
            </p:contentPart>
          </mc:Choice>
          <mc:Fallback xmlns="">
            <p:pic>
              <p:nvPicPr>
                <p:cNvPr id="190" name="Entrada de lápiz 189">
                  <a:extLst>
                    <a:ext uri="{FF2B5EF4-FFF2-40B4-BE49-F238E27FC236}">
                      <a16:creationId xmlns:a16="http://schemas.microsoft.com/office/drawing/2014/main" id="{82697EC4-EA3B-780A-A080-05BAB6A26D3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661301" y="2201786"/>
                  <a:ext cx="1731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91" name="Entrada de lápiz 190">
                  <a:extLst>
                    <a:ext uri="{FF2B5EF4-FFF2-40B4-BE49-F238E27FC236}">
                      <a16:creationId xmlns:a16="http://schemas.microsoft.com/office/drawing/2014/main" id="{9B1710C3-6D78-3197-5DF1-E690E634D31D}"/>
                    </a:ext>
                  </a:extLst>
                </p14:cNvPr>
                <p14:cNvContentPartPr/>
                <p14:nvPr/>
              </p14:nvContentPartPr>
              <p14:xfrm>
                <a:off x="10879461" y="2159666"/>
                <a:ext cx="428400" cy="149040"/>
              </p14:xfrm>
            </p:contentPart>
          </mc:Choice>
          <mc:Fallback xmlns="">
            <p:pic>
              <p:nvPicPr>
                <p:cNvPr id="191" name="Entrada de lápiz 190">
                  <a:extLst>
                    <a:ext uri="{FF2B5EF4-FFF2-40B4-BE49-F238E27FC236}">
                      <a16:creationId xmlns:a16="http://schemas.microsoft.com/office/drawing/2014/main" id="{9B1710C3-6D78-3197-5DF1-E690E634D31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873341" y="2153546"/>
                  <a:ext cx="4406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92" name="Entrada de lápiz 191">
                  <a:extLst>
                    <a:ext uri="{FF2B5EF4-FFF2-40B4-BE49-F238E27FC236}">
                      <a16:creationId xmlns:a16="http://schemas.microsoft.com/office/drawing/2014/main" id="{D805D8E2-7BA2-3C5D-DDC7-A7EECE9AF874}"/>
                    </a:ext>
                  </a:extLst>
                </p14:cNvPr>
                <p14:cNvContentPartPr/>
                <p14:nvPr/>
              </p14:nvContentPartPr>
              <p14:xfrm>
                <a:off x="11011941" y="2159666"/>
                <a:ext cx="199440" cy="316800"/>
              </p14:xfrm>
            </p:contentPart>
          </mc:Choice>
          <mc:Fallback xmlns="">
            <p:pic>
              <p:nvPicPr>
                <p:cNvPr id="192" name="Entrada de lápiz 191">
                  <a:extLst>
                    <a:ext uri="{FF2B5EF4-FFF2-40B4-BE49-F238E27FC236}">
                      <a16:creationId xmlns:a16="http://schemas.microsoft.com/office/drawing/2014/main" id="{D805D8E2-7BA2-3C5D-DDC7-A7EECE9AF87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005821" y="2153546"/>
                  <a:ext cx="21168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2759B846-93E7-AC7A-7EA3-0630A2D48F8B}"/>
                    </a:ext>
                  </a:extLst>
                </p14:cNvPr>
                <p14:cNvContentPartPr/>
                <p14:nvPr/>
              </p14:nvContentPartPr>
              <p14:xfrm>
                <a:off x="11277261" y="1953386"/>
                <a:ext cx="68040" cy="166680"/>
              </p14:xfrm>
            </p:contentPart>
          </mc:Choice>
          <mc:Fallback xmlns=""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2759B846-93E7-AC7A-7EA3-0630A2D48F8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271141" y="1947266"/>
                  <a:ext cx="802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98" name="Entrada de lápiz 197">
                  <a:extLst>
                    <a:ext uri="{FF2B5EF4-FFF2-40B4-BE49-F238E27FC236}">
                      <a16:creationId xmlns:a16="http://schemas.microsoft.com/office/drawing/2014/main" id="{CD7CCAAF-0C0D-9A00-725A-8EC7108D8E72}"/>
                    </a:ext>
                  </a:extLst>
                </p14:cNvPr>
                <p14:cNvContentPartPr/>
                <p14:nvPr/>
              </p14:nvContentPartPr>
              <p14:xfrm>
                <a:off x="11409741" y="1987226"/>
                <a:ext cx="49320" cy="360"/>
              </p14:xfrm>
            </p:contentPart>
          </mc:Choice>
          <mc:Fallback xmlns="">
            <p:pic>
              <p:nvPicPr>
                <p:cNvPr id="198" name="Entrada de lápiz 197">
                  <a:extLst>
                    <a:ext uri="{FF2B5EF4-FFF2-40B4-BE49-F238E27FC236}">
                      <a16:creationId xmlns:a16="http://schemas.microsoft.com/office/drawing/2014/main" id="{CD7CCAAF-0C0D-9A00-725A-8EC7108D8E7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403621" y="1981106"/>
                  <a:ext cx="615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00" name="Entrada de lápiz 199">
                  <a:extLst>
                    <a:ext uri="{FF2B5EF4-FFF2-40B4-BE49-F238E27FC236}">
                      <a16:creationId xmlns:a16="http://schemas.microsoft.com/office/drawing/2014/main" id="{86F1C400-FEE6-8719-E857-E9CDB139B05E}"/>
                    </a:ext>
                  </a:extLst>
                </p14:cNvPr>
                <p14:cNvContentPartPr/>
                <p14:nvPr/>
              </p14:nvContentPartPr>
              <p14:xfrm>
                <a:off x="11568501" y="1939346"/>
                <a:ext cx="14400" cy="154080"/>
              </p14:xfrm>
            </p:contentPart>
          </mc:Choice>
          <mc:Fallback xmlns="">
            <p:pic>
              <p:nvPicPr>
                <p:cNvPr id="200" name="Entrada de lápiz 199">
                  <a:extLst>
                    <a:ext uri="{FF2B5EF4-FFF2-40B4-BE49-F238E27FC236}">
                      <a16:creationId xmlns:a16="http://schemas.microsoft.com/office/drawing/2014/main" id="{86F1C400-FEE6-8719-E857-E9CDB139B05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562381" y="1933226"/>
                  <a:ext cx="26640" cy="16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77" name="Entrada de lápiz 176">
                <a:extLst>
                  <a:ext uri="{FF2B5EF4-FFF2-40B4-BE49-F238E27FC236}">
                    <a16:creationId xmlns:a16="http://schemas.microsoft.com/office/drawing/2014/main" id="{0266788E-3DEF-D36D-76AC-1B13C814D4BA}"/>
                  </a:ext>
                </a:extLst>
              </p14:cNvPr>
              <p14:cNvContentPartPr/>
              <p14:nvPr/>
            </p14:nvContentPartPr>
            <p14:xfrm>
              <a:off x="9249741" y="914066"/>
              <a:ext cx="174960" cy="546480"/>
            </p14:xfrm>
          </p:contentPart>
        </mc:Choice>
        <mc:Fallback xmlns="">
          <p:pic>
            <p:nvPicPr>
              <p:cNvPr id="177" name="Entrada de lápiz 176">
                <a:extLst>
                  <a:ext uri="{FF2B5EF4-FFF2-40B4-BE49-F238E27FC236}">
                    <a16:creationId xmlns:a16="http://schemas.microsoft.com/office/drawing/2014/main" id="{0266788E-3DEF-D36D-76AC-1B13C814D4BA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9243621" y="907946"/>
                <a:ext cx="187200" cy="55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78" name="Entrada de lápiz 177">
                <a:extLst>
                  <a:ext uri="{FF2B5EF4-FFF2-40B4-BE49-F238E27FC236}">
                    <a16:creationId xmlns:a16="http://schemas.microsoft.com/office/drawing/2014/main" id="{E369FC6C-2A74-F0A0-C05C-4AFB5B69A017}"/>
                  </a:ext>
                </a:extLst>
              </p14:cNvPr>
              <p14:cNvContentPartPr/>
              <p14:nvPr/>
            </p14:nvContentPartPr>
            <p14:xfrm>
              <a:off x="9488061" y="914066"/>
              <a:ext cx="13680" cy="117360"/>
            </p14:xfrm>
          </p:contentPart>
        </mc:Choice>
        <mc:Fallback xmlns="">
          <p:pic>
            <p:nvPicPr>
              <p:cNvPr id="178" name="Entrada de lápiz 177">
                <a:extLst>
                  <a:ext uri="{FF2B5EF4-FFF2-40B4-BE49-F238E27FC236}">
                    <a16:creationId xmlns:a16="http://schemas.microsoft.com/office/drawing/2014/main" id="{E369FC6C-2A74-F0A0-C05C-4AFB5B69A017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9481941" y="907946"/>
                <a:ext cx="2592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79" name="Entrada de lápiz 178">
                <a:extLst>
                  <a:ext uri="{FF2B5EF4-FFF2-40B4-BE49-F238E27FC236}">
                    <a16:creationId xmlns:a16="http://schemas.microsoft.com/office/drawing/2014/main" id="{C22DC274-3EDC-5BB9-EE0D-8C4D5548C63B}"/>
                  </a:ext>
                </a:extLst>
              </p14:cNvPr>
              <p14:cNvContentPartPr/>
              <p14:nvPr/>
            </p14:nvContentPartPr>
            <p14:xfrm>
              <a:off x="9673821" y="1218986"/>
              <a:ext cx="90360" cy="360"/>
            </p14:xfrm>
          </p:contentPart>
        </mc:Choice>
        <mc:Fallback xmlns="">
          <p:pic>
            <p:nvPicPr>
              <p:cNvPr id="179" name="Entrada de lápiz 178">
                <a:extLst>
                  <a:ext uri="{FF2B5EF4-FFF2-40B4-BE49-F238E27FC236}">
                    <a16:creationId xmlns:a16="http://schemas.microsoft.com/office/drawing/2014/main" id="{C22DC274-3EDC-5BB9-EE0D-8C4D5548C63B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9667701" y="1212866"/>
                <a:ext cx="10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5">
            <p14:nvContentPartPr>
              <p14:cNvPr id="181" name="Entrada de lápiz 180">
                <a:extLst>
                  <a:ext uri="{FF2B5EF4-FFF2-40B4-BE49-F238E27FC236}">
                    <a16:creationId xmlns:a16="http://schemas.microsoft.com/office/drawing/2014/main" id="{BD5A3E2D-8B8C-B45D-3F27-46C099AE99A4}"/>
                  </a:ext>
                </a:extLst>
              </p14:cNvPr>
              <p14:cNvContentPartPr/>
              <p14:nvPr/>
            </p14:nvContentPartPr>
            <p14:xfrm>
              <a:off x="9673821" y="1125746"/>
              <a:ext cx="117720" cy="360"/>
            </p14:xfrm>
          </p:contentPart>
        </mc:Choice>
        <mc:Fallback xmlns="">
          <p:pic>
            <p:nvPicPr>
              <p:cNvPr id="181" name="Entrada de lápiz 180">
                <a:extLst>
                  <a:ext uri="{FF2B5EF4-FFF2-40B4-BE49-F238E27FC236}">
                    <a16:creationId xmlns:a16="http://schemas.microsoft.com/office/drawing/2014/main" id="{BD5A3E2D-8B8C-B45D-3F27-46C099AE99A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667701" y="1119626"/>
                <a:ext cx="12996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8" name="Grupo 207">
            <a:extLst>
              <a:ext uri="{FF2B5EF4-FFF2-40B4-BE49-F238E27FC236}">
                <a16:creationId xmlns:a16="http://schemas.microsoft.com/office/drawing/2014/main" id="{099A14EB-FDA7-12FB-39C2-B1AB8258B7A2}"/>
              </a:ext>
            </a:extLst>
          </p:cNvPr>
          <p:cNvGrpSpPr/>
          <p:nvPr/>
        </p:nvGrpSpPr>
        <p:grpSpPr>
          <a:xfrm>
            <a:off x="9938781" y="792746"/>
            <a:ext cx="640080" cy="427320"/>
            <a:chOff x="9938781" y="792746"/>
            <a:chExt cx="640080" cy="42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02" name="Entrada de lápiz 201">
                  <a:extLst>
                    <a:ext uri="{FF2B5EF4-FFF2-40B4-BE49-F238E27FC236}">
                      <a16:creationId xmlns:a16="http://schemas.microsoft.com/office/drawing/2014/main" id="{4D61BC65-A374-7DD9-B09D-291CF8992209}"/>
                    </a:ext>
                  </a:extLst>
                </p14:cNvPr>
                <p14:cNvContentPartPr/>
                <p14:nvPr/>
              </p14:nvContentPartPr>
              <p14:xfrm>
                <a:off x="9938781" y="828746"/>
                <a:ext cx="34920" cy="362160"/>
              </p14:xfrm>
            </p:contentPart>
          </mc:Choice>
          <mc:Fallback xmlns="">
            <p:pic>
              <p:nvPicPr>
                <p:cNvPr id="202" name="Entrada de lápiz 201">
                  <a:extLst>
                    <a:ext uri="{FF2B5EF4-FFF2-40B4-BE49-F238E27FC236}">
                      <a16:creationId xmlns:a16="http://schemas.microsoft.com/office/drawing/2014/main" id="{4D61BC65-A374-7DD9-B09D-291CF899220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932661" y="822626"/>
                  <a:ext cx="4716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03" name="Entrada de lápiz 202">
                  <a:extLst>
                    <a:ext uri="{FF2B5EF4-FFF2-40B4-BE49-F238E27FC236}">
                      <a16:creationId xmlns:a16="http://schemas.microsoft.com/office/drawing/2014/main" id="{243052C2-5DD1-6AAE-EC7A-F47DBAE2AECF}"/>
                    </a:ext>
                  </a:extLst>
                </p14:cNvPr>
                <p14:cNvContentPartPr/>
                <p14:nvPr/>
              </p14:nvContentPartPr>
              <p14:xfrm>
                <a:off x="10057941" y="792746"/>
                <a:ext cx="264960" cy="382680"/>
              </p14:xfrm>
            </p:contentPart>
          </mc:Choice>
          <mc:Fallback xmlns="">
            <p:pic>
              <p:nvPicPr>
                <p:cNvPr id="203" name="Entrada de lápiz 202">
                  <a:extLst>
                    <a:ext uri="{FF2B5EF4-FFF2-40B4-BE49-F238E27FC236}">
                      <a16:creationId xmlns:a16="http://schemas.microsoft.com/office/drawing/2014/main" id="{243052C2-5DD1-6AAE-EC7A-F47DBAE2AECF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051821" y="786626"/>
                  <a:ext cx="27720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07FD63FB-1F18-C05A-5177-48DA6B45747B}"/>
                    </a:ext>
                  </a:extLst>
                </p14:cNvPr>
                <p14:cNvContentPartPr/>
                <p14:nvPr/>
              </p14:nvContentPartPr>
              <p14:xfrm>
                <a:off x="10429101" y="874466"/>
                <a:ext cx="149760" cy="276840"/>
              </p14:xfrm>
            </p:contentPart>
          </mc:Choice>
          <mc:Fallback xmlns=""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07FD63FB-1F18-C05A-5177-48DA6B45747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422981" y="868346"/>
                  <a:ext cx="1620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07" name="Entrada de lápiz 206">
                  <a:extLst>
                    <a:ext uri="{FF2B5EF4-FFF2-40B4-BE49-F238E27FC236}">
                      <a16:creationId xmlns:a16="http://schemas.microsoft.com/office/drawing/2014/main" id="{6E09FABA-E671-FD30-0339-AA5F1BCF59DD}"/>
                    </a:ext>
                  </a:extLst>
                </p14:cNvPr>
                <p14:cNvContentPartPr/>
                <p14:nvPr/>
              </p14:nvContentPartPr>
              <p14:xfrm>
                <a:off x="10403901" y="940706"/>
                <a:ext cx="158040" cy="279360"/>
              </p14:xfrm>
            </p:contentPart>
          </mc:Choice>
          <mc:Fallback xmlns="">
            <p:pic>
              <p:nvPicPr>
                <p:cNvPr id="207" name="Entrada de lápiz 206">
                  <a:extLst>
                    <a:ext uri="{FF2B5EF4-FFF2-40B4-BE49-F238E27FC236}">
                      <a16:creationId xmlns:a16="http://schemas.microsoft.com/office/drawing/2014/main" id="{6E09FABA-E671-FD30-0339-AA5F1BCF59D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397781" y="934586"/>
                  <a:ext cx="170280" cy="29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upo 211">
            <a:extLst>
              <a:ext uri="{FF2B5EF4-FFF2-40B4-BE49-F238E27FC236}">
                <a16:creationId xmlns:a16="http://schemas.microsoft.com/office/drawing/2014/main" id="{00340C40-C805-1965-9ED5-3F3A3EA2021E}"/>
              </a:ext>
            </a:extLst>
          </p:cNvPr>
          <p:cNvGrpSpPr/>
          <p:nvPr/>
        </p:nvGrpSpPr>
        <p:grpSpPr>
          <a:xfrm>
            <a:off x="10641141" y="662066"/>
            <a:ext cx="278640" cy="158040"/>
            <a:chOff x="10641141" y="662066"/>
            <a:chExt cx="278640" cy="15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09" name="Entrada de lápiz 208">
                  <a:extLst>
                    <a:ext uri="{FF2B5EF4-FFF2-40B4-BE49-F238E27FC236}">
                      <a16:creationId xmlns:a16="http://schemas.microsoft.com/office/drawing/2014/main" id="{A4ABAFB3-CAF7-A38B-2372-6D0C0F77BA17}"/>
                    </a:ext>
                  </a:extLst>
                </p14:cNvPr>
                <p14:cNvContentPartPr/>
                <p14:nvPr/>
              </p14:nvContentPartPr>
              <p14:xfrm>
                <a:off x="10641141" y="675746"/>
                <a:ext cx="12600" cy="144360"/>
              </p14:xfrm>
            </p:contentPart>
          </mc:Choice>
          <mc:Fallback xmlns="">
            <p:pic>
              <p:nvPicPr>
                <p:cNvPr id="209" name="Entrada de lápiz 208">
                  <a:extLst>
                    <a:ext uri="{FF2B5EF4-FFF2-40B4-BE49-F238E27FC236}">
                      <a16:creationId xmlns:a16="http://schemas.microsoft.com/office/drawing/2014/main" id="{A4ABAFB3-CAF7-A38B-2372-6D0C0F77BA17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635021" y="669626"/>
                  <a:ext cx="248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10" name="Entrada de lápiz 209">
                  <a:extLst>
                    <a:ext uri="{FF2B5EF4-FFF2-40B4-BE49-F238E27FC236}">
                      <a16:creationId xmlns:a16="http://schemas.microsoft.com/office/drawing/2014/main" id="{03753139-980A-595D-3EBD-AD43D2A36ADE}"/>
                    </a:ext>
                  </a:extLst>
                </p14:cNvPr>
                <p14:cNvContentPartPr/>
                <p14:nvPr/>
              </p14:nvContentPartPr>
              <p14:xfrm>
                <a:off x="10773621" y="688706"/>
                <a:ext cx="49320" cy="360"/>
              </p14:xfrm>
            </p:contentPart>
          </mc:Choice>
          <mc:Fallback xmlns="">
            <p:pic>
              <p:nvPicPr>
                <p:cNvPr id="210" name="Entrada de lápiz 209">
                  <a:extLst>
                    <a:ext uri="{FF2B5EF4-FFF2-40B4-BE49-F238E27FC236}">
                      <a16:creationId xmlns:a16="http://schemas.microsoft.com/office/drawing/2014/main" id="{03753139-980A-595D-3EBD-AD43D2A36AD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767501" y="682586"/>
                  <a:ext cx="615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11" name="Entrada de lápiz 210">
                  <a:extLst>
                    <a:ext uri="{FF2B5EF4-FFF2-40B4-BE49-F238E27FC236}">
                      <a16:creationId xmlns:a16="http://schemas.microsoft.com/office/drawing/2014/main" id="{9334B340-53B6-A4D3-A4CF-0153F3897938}"/>
                    </a:ext>
                  </a:extLst>
                </p14:cNvPr>
                <p14:cNvContentPartPr/>
                <p14:nvPr/>
              </p14:nvContentPartPr>
              <p14:xfrm>
                <a:off x="10919421" y="662066"/>
                <a:ext cx="360" cy="76680"/>
              </p14:xfrm>
            </p:contentPart>
          </mc:Choice>
          <mc:Fallback xmlns="">
            <p:pic>
              <p:nvPicPr>
                <p:cNvPr id="211" name="Entrada de lápiz 210">
                  <a:extLst>
                    <a:ext uri="{FF2B5EF4-FFF2-40B4-BE49-F238E27FC236}">
                      <a16:creationId xmlns:a16="http://schemas.microsoft.com/office/drawing/2014/main" id="{9334B340-53B6-A4D3-A4CF-0153F3897938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913301" y="655946"/>
                  <a:ext cx="12600" cy="8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upo 214">
            <a:extLst>
              <a:ext uri="{FF2B5EF4-FFF2-40B4-BE49-F238E27FC236}">
                <a16:creationId xmlns:a16="http://schemas.microsoft.com/office/drawing/2014/main" id="{3F23B61D-3726-2287-6633-A04B54DDAF06}"/>
              </a:ext>
            </a:extLst>
          </p:cNvPr>
          <p:cNvGrpSpPr/>
          <p:nvPr/>
        </p:nvGrpSpPr>
        <p:grpSpPr>
          <a:xfrm>
            <a:off x="10892781" y="1112786"/>
            <a:ext cx="90360" cy="66600"/>
            <a:chOff x="10892781" y="1112786"/>
            <a:chExt cx="90360" cy="6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13" name="Entrada de lápiz 212">
                  <a:extLst>
                    <a:ext uri="{FF2B5EF4-FFF2-40B4-BE49-F238E27FC236}">
                      <a16:creationId xmlns:a16="http://schemas.microsoft.com/office/drawing/2014/main" id="{05123F13-B42D-5D9C-4191-7799FC6519C4}"/>
                    </a:ext>
                  </a:extLst>
                </p14:cNvPr>
                <p14:cNvContentPartPr/>
                <p14:nvPr/>
              </p14:nvContentPartPr>
              <p14:xfrm>
                <a:off x="10892781" y="1179026"/>
                <a:ext cx="72720" cy="360"/>
              </p14:xfrm>
            </p:contentPart>
          </mc:Choice>
          <mc:Fallback xmlns="">
            <p:pic>
              <p:nvPicPr>
                <p:cNvPr id="213" name="Entrada de lápiz 212">
                  <a:extLst>
                    <a:ext uri="{FF2B5EF4-FFF2-40B4-BE49-F238E27FC236}">
                      <a16:creationId xmlns:a16="http://schemas.microsoft.com/office/drawing/2014/main" id="{05123F13-B42D-5D9C-4191-7799FC6519C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886661" y="1172906"/>
                  <a:ext cx="849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14" name="Entrada de lápiz 213">
                  <a:extLst>
                    <a:ext uri="{FF2B5EF4-FFF2-40B4-BE49-F238E27FC236}">
                      <a16:creationId xmlns:a16="http://schemas.microsoft.com/office/drawing/2014/main" id="{2303DC33-3273-72C9-E003-AC200442FCE3}"/>
                    </a:ext>
                  </a:extLst>
                </p14:cNvPr>
                <p14:cNvContentPartPr/>
                <p14:nvPr/>
              </p14:nvContentPartPr>
              <p14:xfrm>
                <a:off x="10906101" y="1112786"/>
                <a:ext cx="77040" cy="360"/>
              </p14:xfrm>
            </p:contentPart>
          </mc:Choice>
          <mc:Fallback xmlns="">
            <p:pic>
              <p:nvPicPr>
                <p:cNvPr id="214" name="Entrada de lápiz 213">
                  <a:extLst>
                    <a:ext uri="{FF2B5EF4-FFF2-40B4-BE49-F238E27FC236}">
                      <a16:creationId xmlns:a16="http://schemas.microsoft.com/office/drawing/2014/main" id="{2303DC33-3273-72C9-E003-AC200442FCE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899981" y="1106666"/>
                  <a:ext cx="8928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upo 222">
            <a:extLst>
              <a:ext uri="{FF2B5EF4-FFF2-40B4-BE49-F238E27FC236}">
                <a16:creationId xmlns:a16="http://schemas.microsoft.com/office/drawing/2014/main" id="{95EE6D62-8347-5C7E-08D4-EF5CD849BD9B}"/>
              </a:ext>
            </a:extLst>
          </p:cNvPr>
          <p:cNvGrpSpPr/>
          <p:nvPr/>
        </p:nvGrpSpPr>
        <p:grpSpPr>
          <a:xfrm>
            <a:off x="11197341" y="771146"/>
            <a:ext cx="934560" cy="382680"/>
            <a:chOff x="11197341" y="771146"/>
            <a:chExt cx="934560" cy="38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16" name="Entrada de lápiz 215">
                  <a:extLst>
                    <a:ext uri="{FF2B5EF4-FFF2-40B4-BE49-F238E27FC236}">
                      <a16:creationId xmlns:a16="http://schemas.microsoft.com/office/drawing/2014/main" id="{03BC5DC6-8303-52A0-EA2F-EEB8E07ECFD4}"/>
                    </a:ext>
                  </a:extLst>
                </p14:cNvPr>
                <p14:cNvContentPartPr/>
                <p14:nvPr/>
              </p14:nvContentPartPr>
              <p14:xfrm>
                <a:off x="11197341" y="860786"/>
                <a:ext cx="27360" cy="237600"/>
              </p14:xfrm>
            </p:contentPart>
          </mc:Choice>
          <mc:Fallback xmlns="">
            <p:pic>
              <p:nvPicPr>
                <p:cNvPr id="216" name="Entrada de lápiz 215">
                  <a:extLst>
                    <a:ext uri="{FF2B5EF4-FFF2-40B4-BE49-F238E27FC236}">
                      <a16:creationId xmlns:a16="http://schemas.microsoft.com/office/drawing/2014/main" id="{03BC5DC6-8303-52A0-EA2F-EEB8E07ECFD4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1191221" y="854666"/>
                  <a:ext cx="396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17" name="Entrada de lápiz 216">
                  <a:extLst>
                    <a:ext uri="{FF2B5EF4-FFF2-40B4-BE49-F238E27FC236}">
                      <a16:creationId xmlns:a16="http://schemas.microsoft.com/office/drawing/2014/main" id="{74C34824-1D98-5269-CA7F-62D552ABB02F}"/>
                    </a:ext>
                  </a:extLst>
                </p14:cNvPr>
                <p14:cNvContentPartPr/>
                <p14:nvPr/>
              </p14:nvContentPartPr>
              <p14:xfrm>
                <a:off x="11303541" y="894266"/>
                <a:ext cx="128880" cy="191880"/>
              </p14:xfrm>
            </p:contentPart>
          </mc:Choice>
          <mc:Fallback xmlns="">
            <p:pic>
              <p:nvPicPr>
                <p:cNvPr id="217" name="Entrada de lápiz 216">
                  <a:extLst>
                    <a:ext uri="{FF2B5EF4-FFF2-40B4-BE49-F238E27FC236}">
                      <a16:creationId xmlns:a16="http://schemas.microsoft.com/office/drawing/2014/main" id="{74C34824-1D98-5269-CA7F-62D552ABB02F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1297421" y="888146"/>
                  <a:ext cx="14112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18" name="Entrada de lápiz 217">
                  <a:extLst>
                    <a:ext uri="{FF2B5EF4-FFF2-40B4-BE49-F238E27FC236}">
                      <a16:creationId xmlns:a16="http://schemas.microsoft.com/office/drawing/2014/main" id="{B214BD42-9DAF-8AC4-E8B9-A57D6A07221B}"/>
                    </a:ext>
                  </a:extLst>
                </p14:cNvPr>
                <p14:cNvContentPartPr/>
                <p14:nvPr/>
              </p14:nvContentPartPr>
              <p14:xfrm>
                <a:off x="11528901" y="940706"/>
                <a:ext cx="157320" cy="164520"/>
              </p14:xfrm>
            </p:contentPart>
          </mc:Choice>
          <mc:Fallback xmlns="">
            <p:pic>
              <p:nvPicPr>
                <p:cNvPr id="218" name="Entrada de lápiz 217">
                  <a:extLst>
                    <a:ext uri="{FF2B5EF4-FFF2-40B4-BE49-F238E27FC236}">
                      <a16:creationId xmlns:a16="http://schemas.microsoft.com/office/drawing/2014/main" id="{B214BD42-9DAF-8AC4-E8B9-A57D6A07221B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1522781" y="934586"/>
                  <a:ext cx="1695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219" name="Entrada de lápiz 218">
                  <a:extLst>
                    <a:ext uri="{FF2B5EF4-FFF2-40B4-BE49-F238E27FC236}">
                      <a16:creationId xmlns:a16="http://schemas.microsoft.com/office/drawing/2014/main" id="{ADF07A6E-CC47-632C-0EF4-2BC793EBCBF9}"/>
                    </a:ext>
                  </a:extLst>
                </p14:cNvPr>
                <p14:cNvContentPartPr/>
                <p14:nvPr/>
              </p14:nvContentPartPr>
              <p14:xfrm>
                <a:off x="11524941" y="860786"/>
                <a:ext cx="150120" cy="293040"/>
              </p14:xfrm>
            </p:contentPart>
          </mc:Choice>
          <mc:Fallback xmlns="">
            <p:pic>
              <p:nvPicPr>
                <p:cNvPr id="219" name="Entrada de lápiz 218">
                  <a:extLst>
                    <a:ext uri="{FF2B5EF4-FFF2-40B4-BE49-F238E27FC236}">
                      <a16:creationId xmlns:a16="http://schemas.microsoft.com/office/drawing/2014/main" id="{ADF07A6E-CC47-632C-0EF4-2BC793EBCBF9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1518821" y="854666"/>
                  <a:ext cx="16236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20" name="Entrada de lápiz 219">
                  <a:extLst>
                    <a:ext uri="{FF2B5EF4-FFF2-40B4-BE49-F238E27FC236}">
                      <a16:creationId xmlns:a16="http://schemas.microsoft.com/office/drawing/2014/main" id="{578240CA-DC93-5198-D44E-69F602C00EEE}"/>
                    </a:ext>
                  </a:extLst>
                </p14:cNvPr>
                <p14:cNvContentPartPr/>
                <p14:nvPr/>
              </p14:nvContentPartPr>
              <p14:xfrm>
                <a:off x="11701341" y="771146"/>
                <a:ext cx="430560" cy="167040"/>
              </p14:xfrm>
            </p:contentPart>
          </mc:Choice>
          <mc:Fallback xmlns="">
            <p:pic>
              <p:nvPicPr>
                <p:cNvPr id="220" name="Entrada de lápiz 219">
                  <a:extLst>
                    <a:ext uri="{FF2B5EF4-FFF2-40B4-BE49-F238E27FC236}">
                      <a16:creationId xmlns:a16="http://schemas.microsoft.com/office/drawing/2014/main" id="{578240CA-DC93-5198-D44E-69F602C00EEE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1695221" y="765026"/>
                  <a:ext cx="4428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22" name="Entrada de lápiz 221">
                  <a:extLst>
                    <a:ext uri="{FF2B5EF4-FFF2-40B4-BE49-F238E27FC236}">
                      <a16:creationId xmlns:a16="http://schemas.microsoft.com/office/drawing/2014/main" id="{B9EE3127-E0DC-5B48-7579-C465560E10EA}"/>
                    </a:ext>
                  </a:extLst>
                </p14:cNvPr>
                <p14:cNvContentPartPr/>
                <p14:nvPr/>
              </p14:nvContentPartPr>
              <p14:xfrm>
                <a:off x="11754261" y="814346"/>
                <a:ext cx="135720" cy="115560"/>
              </p14:xfrm>
            </p:contentPart>
          </mc:Choice>
          <mc:Fallback xmlns="">
            <p:pic>
              <p:nvPicPr>
                <p:cNvPr id="222" name="Entrada de lápiz 221">
                  <a:extLst>
                    <a:ext uri="{FF2B5EF4-FFF2-40B4-BE49-F238E27FC236}">
                      <a16:creationId xmlns:a16="http://schemas.microsoft.com/office/drawing/2014/main" id="{B9EE3127-E0DC-5B48-7579-C465560E10EA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1748141" y="808226"/>
                  <a:ext cx="14796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upo 225">
            <a:extLst>
              <a:ext uri="{FF2B5EF4-FFF2-40B4-BE49-F238E27FC236}">
                <a16:creationId xmlns:a16="http://schemas.microsoft.com/office/drawing/2014/main" id="{95DEFC47-44A5-2027-5413-E6A93EC7EE52}"/>
              </a:ext>
            </a:extLst>
          </p:cNvPr>
          <p:cNvGrpSpPr/>
          <p:nvPr/>
        </p:nvGrpSpPr>
        <p:grpSpPr>
          <a:xfrm>
            <a:off x="10641141" y="1298186"/>
            <a:ext cx="222480" cy="267840"/>
            <a:chOff x="10641141" y="1298186"/>
            <a:chExt cx="222480" cy="26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24" name="Entrada de lápiz 223">
                  <a:extLst>
                    <a:ext uri="{FF2B5EF4-FFF2-40B4-BE49-F238E27FC236}">
                      <a16:creationId xmlns:a16="http://schemas.microsoft.com/office/drawing/2014/main" id="{0BAA5394-FB3B-490A-46CE-D5012B5803A7}"/>
                    </a:ext>
                  </a:extLst>
                </p14:cNvPr>
                <p14:cNvContentPartPr/>
                <p14:nvPr/>
              </p14:nvContentPartPr>
              <p14:xfrm>
                <a:off x="10641141" y="1298186"/>
                <a:ext cx="360" cy="209160"/>
              </p14:xfrm>
            </p:contentPart>
          </mc:Choice>
          <mc:Fallback xmlns="">
            <p:pic>
              <p:nvPicPr>
                <p:cNvPr id="224" name="Entrada de lápiz 223">
                  <a:extLst>
                    <a:ext uri="{FF2B5EF4-FFF2-40B4-BE49-F238E27FC236}">
                      <a16:creationId xmlns:a16="http://schemas.microsoft.com/office/drawing/2014/main" id="{0BAA5394-FB3B-490A-46CE-D5012B5803A7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0635021" y="1292066"/>
                  <a:ext cx="126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25" name="Entrada de lápiz 224">
                  <a:extLst>
                    <a:ext uri="{FF2B5EF4-FFF2-40B4-BE49-F238E27FC236}">
                      <a16:creationId xmlns:a16="http://schemas.microsoft.com/office/drawing/2014/main" id="{D7ED0C2D-1124-EF7C-D828-8D31B1C8EA61}"/>
                    </a:ext>
                  </a:extLst>
                </p14:cNvPr>
                <p14:cNvContentPartPr/>
                <p14:nvPr/>
              </p14:nvContentPartPr>
              <p14:xfrm>
                <a:off x="10733661" y="1419506"/>
                <a:ext cx="129960" cy="146520"/>
              </p14:xfrm>
            </p:contentPart>
          </mc:Choice>
          <mc:Fallback xmlns="">
            <p:pic>
              <p:nvPicPr>
                <p:cNvPr id="225" name="Entrada de lápiz 224">
                  <a:extLst>
                    <a:ext uri="{FF2B5EF4-FFF2-40B4-BE49-F238E27FC236}">
                      <a16:creationId xmlns:a16="http://schemas.microsoft.com/office/drawing/2014/main" id="{D7ED0C2D-1124-EF7C-D828-8D31B1C8EA61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0727541" y="1413386"/>
                  <a:ext cx="142200" cy="15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3" name="Grupo 232">
            <a:extLst>
              <a:ext uri="{FF2B5EF4-FFF2-40B4-BE49-F238E27FC236}">
                <a16:creationId xmlns:a16="http://schemas.microsoft.com/office/drawing/2014/main" id="{030F8FB9-0F55-34E0-F488-069B2F6BABBB}"/>
              </a:ext>
            </a:extLst>
          </p:cNvPr>
          <p:cNvGrpSpPr/>
          <p:nvPr/>
        </p:nvGrpSpPr>
        <p:grpSpPr>
          <a:xfrm>
            <a:off x="8017101" y="4505066"/>
            <a:ext cx="106200" cy="225000"/>
            <a:chOff x="8017101" y="4505066"/>
            <a:chExt cx="106200" cy="22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31" name="Entrada de lápiz 230">
                  <a:extLst>
                    <a:ext uri="{FF2B5EF4-FFF2-40B4-BE49-F238E27FC236}">
                      <a16:creationId xmlns:a16="http://schemas.microsoft.com/office/drawing/2014/main" id="{58561F11-91EF-B24A-0AAD-0ECE809D2412}"/>
                    </a:ext>
                  </a:extLst>
                </p14:cNvPr>
                <p14:cNvContentPartPr/>
                <p14:nvPr/>
              </p14:nvContentPartPr>
              <p14:xfrm>
                <a:off x="8017101" y="4518746"/>
                <a:ext cx="97200" cy="119160"/>
              </p14:xfrm>
            </p:contentPart>
          </mc:Choice>
          <mc:Fallback xmlns="">
            <p:pic>
              <p:nvPicPr>
                <p:cNvPr id="231" name="Entrada de lápiz 230">
                  <a:extLst>
                    <a:ext uri="{FF2B5EF4-FFF2-40B4-BE49-F238E27FC236}">
                      <a16:creationId xmlns:a16="http://schemas.microsoft.com/office/drawing/2014/main" id="{58561F11-91EF-B24A-0AAD-0ECE809D2412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8010981" y="4512626"/>
                  <a:ext cx="1094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232" name="Entrada de lápiz 231">
                  <a:extLst>
                    <a:ext uri="{FF2B5EF4-FFF2-40B4-BE49-F238E27FC236}">
                      <a16:creationId xmlns:a16="http://schemas.microsoft.com/office/drawing/2014/main" id="{7D05FD1E-8592-0023-6356-486EA3073FD8}"/>
                    </a:ext>
                  </a:extLst>
                </p14:cNvPr>
                <p14:cNvContentPartPr/>
                <p14:nvPr/>
              </p14:nvContentPartPr>
              <p14:xfrm>
                <a:off x="8026101" y="4505066"/>
                <a:ext cx="97200" cy="225000"/>
              </p14:xfrm>
            </p:contentPart>
          </mc:Choice>
          <mc:Fallback xmlns="">
            <p:pic>
              <p:nvPicPr>
                <p:cNvPr id="232" name="Entrada de lápiz 231">
                  <a:extLst>
                    <a:ext uri="{FF2B5EF4-FFF2-40B4-BE49-F238E27FC236}">
                      <a16:creationId xmlns:a16="http://schemas.microsoft.com/office/drawing/2014/main" id="{7D05FD1E-8592-0023-6356-486EA3073FD8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8019981" y="4498946"/>
                  <a:ext cx="109440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upo 235">
            <a:extLst>
              <a:ext uri="{FF2B5EF4-FFF2-40B4-BE49-F238E27FC236}">
                <a16:creationId xmlns:a16="http://schemas.microsoft.com/office/drawing/2014/main" id="{C8FD265D-8CF6-1245-424B-B9836231AE41}"/>
              </a:ext>
            </a:extLst>
          </p:cNvPr>
          <p:cNvGrpSpPr/>
          <p:nvPr/>
        </p:nvGrpSpPr>
        <p:grpSpPr>
          <a:xfrm>
            <a:off x="8057061" y="5141186"/>
            <a:ext cx="226800" cy="238320"/>
            <a:chOff x="8057061" y="5141186"/>
            <a:chExt cx="226800" cy="23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34" name="Entrada de lápiz 233">
                  <a:extLst>
                    <a:ext uri="{FF2B5EF4-FFF2-40B4-BE49-F238E27FC236}">
                      <a16:creationId xmlns:a16="http://schemas.microsoft.com/office/drawing/2014/main" id="{2217E64D-F5D9-66EE-4BD7-8C515A10FBD8}"/>
                    </a:ext>
                  </a:extLst>
                </p14:cNvPr>
                <p14:cNvContentPartPr/>
                <p14:nvPr/>
              </p14:nvContentPartPr>
              <p14:xfrm>
                <a:off x="8057061" y="5141186"/>
                <a:ext cx="226800" cy="173160"/>
              </p14:xfrm>
            </p:contentPart>
          </mc:Choice>
          <mc:Fallback xmlns="">
            <p:pic>
              <p:nvPicPr>
                <p:cNvPr id="234" name="Entrada de lápiz 233">
                  <a:extLst>
                    <a:ext uri="{FF2B5EF4-FFF2-40B4-BE49-F238E27FC236}">
                      <a16:creationId xmlns:a16="http://schemas.microsoft.com/office/drawing/2014/main" id="{2217E64D-F5D9-66EE-4BD7-8C515A10FBD8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8050941" y="5135066"/>
                  <a:ext cx="2390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35" name="Entrada de lápiz 234">
                  <a:extLst>
                    <a:ext uri="{FF2B5EF4-FFF2-40B4-BE49-F238E27FC236}">
                      <a16:creationId xmlns:a16="http://schemas.microsoft.com/office/drawing/2014/main" id="{06D70D90-8285-EB61-7E3D-6C41943E3F37}"/>
                    </a:ext>
                  </a:extLst>
                </p14:cNvPr>
                <p14:cNvContentPartPr/>
                <p14:nvPr/>
              </p14:nvContentPartPr>
              <p14:xfrm>
                <a:off x="8122941" y="5141186"/>
                <a:ext cx="146160" cy="238320"/>
              </p14:xfrm>
            </p:contentPart>
          </mc:Choice>
          <mc:Fallback xmlns="">
            <p:pic>
              <p:nvPicPr>
                <p:cNvPr id="235" name="Entrada de lápiz 234">
                  <a:extLst>
                    <a:ext uri="{FF2B5EF4-FFF2-40B4-BE49-F238E27FC236}">
                      <a16:creationId xmlns:a16="http://schemas.microsoft.com/office/drawing/2014/main" id="{06D70D90-8285-EB61-7E3D-6C41943E3F37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8116821" y="5135066"/>
                  <a:ext cx="158400" cy="250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126218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5E31C6-4409-2875-AFD8-77CF1B7A8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  <a:t>Deriva la siguiente función:</a:t>
            </a:r>
            <a:br>
              <a:rPr lang="es-MX" b="0" i="0" dirty="0">
                <a:solidFill>
                  <a:srgbClr val="2C2F35"/>
                </a:solidFill>
                <a:effectLst/>
                <a:latin typeface="Trebuchet MS" panose="020B0603020202020204" pitchFamily="34" charset="0"/>
              </a:rPr>
            </a:br>
            <a:endParaRPr lang="es-AR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426C0E0-CE3B-589F-20E0-3024C09C361F}"/>
              </a:ext>
            </a:extLst>
          </p:cNvPr>
          <p:cNvSpPr txBox="1"/>
          <p:nvPr/>
        </p:nvSpPr>
        <p:spPr>
          <a:xfrm>
            <a:off x="397566" y="271158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dirty="0">
                <a:solidFill>
                  <a:srgbClr val="000000"/>
                </a:solidFill>
                <a:latin typeface="KaTeX_Main"/>
              </a:rPr>
              <a:t>f (x) = </a:t>
            </a:r>
            <a:r>
              <a:rPr lang="es-MX" sz="2800" b="0" i="0" dirty="0">
                <a:solidFill>
                  <a:srgbClr val="000000"/>
                </a:solidFill>
                <a:effectLst/>
                <a:latin typeface="KaTeX_Main"/>
              </a:rPr>
              <a:t>cos(12</a:t>
            </a:r>
            <a:r>
              <a:rPr lang="es-MX" sz="2800" b="0" i="1" dirty="0">
                <a:solidFill>
                  <a:srgbClr val="000000"/>
                </a:solidFill>
                <a:effectLst/>
                <a:latin typeface="KaTeX_Math"/>
              </a:rPr>
              <a:t>x  </a:t>
            </a:r>
            <a:r>
              <a:rPr lang="es-MX" sz="2800" b="0" i="0" dirty="0">
                <a:solidFill>
                  <a:srgbClr val="000000"/>
                </a:solidFill>
                <a:effectLst/>
                <a:latin typeface="KaTeX_Main"/>
              </a:rPr>
              <a:t>+6</a:t>
            </a:r>
            <a:r>
              <a:rPr lang="es-MX" sz="2800" b="0" i="1" dirty="0">
                <a:solidFill>
                  <a:srgbClr val="000000"/>
                </a:solidFill>
                <a:effectLst/>
                <a:latin typeface="KaTeX_Math"/>
              </a:rPr>
              <a:t>x</a:t>
            </a:r>
            <a:r>
              <a:rPr lang="es-MX" sz="2800" b="0" i="0" dirty="0">
                <a:solidFill>
                  <a:srgbClr val="000000"/>
                </a:solidFill>
                <a:effectLst/>
                <a:latin typeface="KaTeX_Main"/>
              </a:rPr>
              <a:t>−3)</a:t>
            </a:r>
            <a:endParaRPr lang="es-MX" sz="2800" b="0" i="0" dirty="0">
              <a:solidFill>
                <a:srgbClr val="2C2F35"/>
              </a:solidFill>
              <a:effectLst/>
              <a:latin typeface="Trebuchet MS" panose="020B0603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CD5E485C-5EAE-D481-74FD-2CACEC078152}"/>
                  </a:ext>
                </a:extLst>
              </p14:cNvPr>
              <p14:cNvContentPartPr/>
              <p14:nvPr/>
            </p14:nvContentPartPr>
            <p14:xfrm>
              <a:off x="3856221" y="2755106"/>
              <a:ext cx="170640" cy="13608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CD5E485C-5EAE-D481-74FD-2CACEC07815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50101" y="2748986"/>
                <a:ext cx="18288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A5828AC2-3D6B-85D3-34B6-7363FAE23F8A}"/>
                  </a:ext>
                </a:extLst>
              </p14:cNvPr>
              <p14:cNvContentPartPr/>
              <p14:nvPr/>
            </p14:nvContentPartPr>
            <p14:xfrm>
              <a:off x="3259701" y="3168026"/>
              <a:ext cx="1776240" cy="252000"/>
            </p14:xfrm>
          </p:contentPart>
        </mc:Choice>
        <mc:Fallback xmlns=""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A5828AC2-3D6B-85D3-34B6-7363FAE23F8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23701" y="3132386"/>
                <a:ext cx="184788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E541724B-E3E8-713A-6282-8AB7E9A8F3BB}"/>
                  </a:ext>
                </a:extLst>
              </p14:cNvPr>
              <p14:cNvContentPartPr/>
              <p14:nvPr/>
            </p14:nvContentPartPr>
            <p14:xfrm>
              <a:off x="4081221" y="3610466"/>
              <a:ext cx="372240" cy="17928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E541724B-E3E8-713A-6282-8AB7E9A8F3B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45221" y="3574826"/>
                <a:ext cx="443880" cy="25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upo 29">
            <a:extLst>
              <a:ext uri="{FF2B5EF4-FFF2-40B4-BE49-F238E27FC236}">
                <a16:creationId xmlns:a16="http://schemas.microsoft.com/office/drawing/2014/main" id="{E2280857-80DC-B837-05CF-DB91679D9F67}"/>
              </a:ext>
            </a:extLst>
          </p:cNvPr>
          <p:cNvGrpSpPr/>
          <p:nvPr/>
        </p:nvGrpSpPr>
        <p:grpSpPr>
          <a:xfrm>
            <a:off x="3776661" y="4271786"/>
            <a:ext cx="570240" cy="128160"/>
            <a:chOff x="3776661" y="4271786"/>
            <a:chExt cx="570240" cy="12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0CDDEA54-6723-F164-5B39-E3DB3DD66754}"/>
                    </a:ext>
                  </a:extLst>
                </p14:cNvPr>
                <p14:cNvContentPartPr/>
                <p14:nvPr/>
              </p14:nvContentPartPr>
              <p14:xfrm>
                <a:off x="3776661" y="4271786"/>
                <a:ext cx="326520" cy="128160"/>
              </p14:xfrm>
            </p:contentPart>
          </mc:Choice>
          <mc:Fallback xmlns=""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0CDDEA54-6723-F164-5B39-E3DB3DD6675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770541" y="4265666"/>
                  <a:ext cx="3387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85EE7139-4705-AE92-D666-846E9933E8A1}"/>
                    </a:ext>
                  </a:extLst>
                </p14:cNvPr>
                <p14:cNvContentPartPr/>
                <p14:nvPr/>
              </p14:nvContentPartPr>
              <p14:xfrm>
                <a:off x="4332861" y="4385906"/>
                <a:ext cx="360" cy="360"/>
              </p14:xfrm>
            </p:contentPart>
          </mc:Choice>
          <mc:Fallback xmlns=""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85EE7139-4705-AE92-D666-846E9933E8A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326741" y="437978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383BB276-D94C-9312-603F-1FE05DA08BDB}"/>
                    </a:ext>
                  </a:extLst>
                </p14:cNvPr>
                <p14:cNvContentPartPr/>
                <p14:nvPr/>
              </p14:nvContentPartPr>
              <p14:xfrm>
                <a:off x="4346541" y="4346306"/>
                <a:ext cx="360" cy="360"/>
              </p14:xfrm>
            </p:contentPart>
          </mc:Choice>
          <mc:Fallback xmlns=""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383BB276-D94C-9312-603F-1FE05DA08BD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340421" y="434018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9DE08A8F-DB04-9BA5-C32C-313A66B61A6A}"/>
              </a:ext>
            </a:extLst>
          </p:cNvPr>
          <p:cNvGrpSpPr/>
          <p:nvPr/>
        </p:nvGrpSpPr>
        <p:grpSpPr>
          <a:xfrm>
            <a:off x="1828341" y="3907106"/>
            <a:ext cx="1806120" cy="620280"/>
            <a:chOff x="1828341" y="3907106"/>
            <a:chExt cx="1806120" cy="62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4BAB6BFF-119F-6D3B-6A6B-A339890F3BE7}"/>
                    </a:ext>
                  </a:extLst>
                </p14:cNvPr>
                <p14:cNvContentPartPr/>
                <p14:nvPr/>
              </p14:nvContentPartPr>
              <p14:xfrm>
                <a:off x="1918701" y="3907106"/>
                <a:ext cx="137160" cy="520200"/>
              </p14:xfrm>
            </p:contentPart>
          </mc:Choice>
          <mc:Fallback xmlns=""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4BAB6BFF-119F-6D3B-6A6B-A339890F3BE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912581" y="3900986"/>
                  <a:ext cx="149400" cy="53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F98C5A85-8318-71C4-8749-74A8729DBBD4}"/>
                    </a:ext>
                  </a:extLst>
                </p14:cNvPr>
                <p14:cNvContentPartPr/>
                <p14:nvPr/>
              </p14:nvContentPartPr>
              <p14:xfrm>
                <a:off x="1828341" y="4213826"/>
                <a:ext cx="159120" cy="36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F98C5A85-8318-71C4-8749-74A8729DBBD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822221" y="4207706"/>
                  <a:ext cx="1713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111E5BAE-9357-2D11-981E-40D7E3C95D2A}"/>
                    </a:ext>
                  </a:extLst>
                </p14:cNvPr>
                <p14:cNvContentPartPr/>
                <p14:nvPr/>
              </p14:nvContentPartPr>
              <p14:xfrm>
                <a:off x="2305341" y="4200866"/>
                <a:ext cx="122400" cy="231840"/>
              </p14:xfrm>
            </p:contentPart>
          </mc:Choice>
          <mc:Fallback xmlns=""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111E5BAE-9357-2D11-981E-40D7E3C95D2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299221" y="4194746"/>
                  <a:ext cx="13464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34C753C1-4812-3399-97DB-6E1A45C3CA3C}"/>
                    </a:ext>
                  </a:extLst>
                </p14:cNvPr>
                <p14:cNvContentPartPr/>
                <p14:nvPr/>
              </p14:nvContentPartPr>
              <p14:xfrm>
                <a:off x="2557341" y="4372946"/>
                <a:ext cx="171720" cy="360"/>
              </p14:xfrm>
            </p:contentPart>
          </mc:Choice>
          <mc:Fallback xmlns=""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34C753C1-4812-3399-97DB-6E1A45C3CA3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551221" y="4366826"/>
                  <a:ext cx="1839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1C6F932B-D1B4-3ABA-AF4C-D4B367C13E15}"/>
                    </a:ext>
                  </a:extLst>
                </p14:cNvPr>
                <p14:cNvContentPartPr/>
                <p14:nvPr/>
              </p14:nvContentPartPr>
              <p14:xfrm>
                <a:off x="2544021" y="4253426"/>
                <a:ext cx="76680" cy="360"/>
              </p14:xfrm>
            </p:contentPart>
          </mc:Choice>
          <mc:Fallback xmlns=""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1C6F932B-D1B4-3ABA-AF4C-D4B367C13E1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537901" y="4247306"/>
                  <a:ext cx="889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07D4492E-8B58-E6DE-7C5E-79A87D2C546D}"/>
                    </a:ext>
                  </a:extLst>
                </p14:cNvPr>
                <p14:cNvContentPartPr/>
                <p14:nvPr/>
              </p14:nvContentPartPr>
              <p14:xfrm>
                <a:off x="3005181" y="4187186"/>
                <a:ext cx="187200" cy="202320"/>
              </p14:xfrm>
            </p:contentPart>
          </mc:Choice>
          <mc:Fallback xmlns=""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07D4492E-8B58-E6DE-7C5E-79A87D2C546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999061" y="4181066"/>
                  <a:ext cx="1994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B3298556-E25E-AC78-5D72-433164981076}"/>
                    </a:ext>
                  </a:extLst>
                </p14:cNvPr>
                <p14:cNvContentPartPr/>
                <p14:nvPr/>
              </p14:nvContentPartPr>
              <p14:xfrm>
                <a:off x="3247821" y="4183226"/>
                <a:ext cx="147240" cy="205200"/>
              </p14:xfrm>
            </p:contentPart>
          </mc:Choice>
          <mc:Fallback xmlns=""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B3298556-E25E-AC78-5D72-43316498107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241701" y="4177106"/>
                  <a:ext cx="1594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D47A27CE-C7AD-DC46-DC07-20C7D00EB669}"/>
                    </a:ext>
                  </a:extLst>
                </p14:cNvPr>
                <p14:cNvContentPartPr/>
                <p14:nvPr/>
              </p14:nvContentPartPr>
              <p14:xfrm>
                <a:off x="3476421" y="4199786"/>
                <a:ext cx="158040" cy="215640"/>
              </p14:xfrm>
            </p:contentPart>
          </mc:Choice>
          <mc:Fallback xmlns=""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D47A27CE-C7AD-DC46-DC07-20C7D00EB66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470301" y="4193666"/>
                  <a:ext cx="1702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5CC52F9D-C119-AB43-13B6-B18170225B7A}"/>
                    </a:ext>
                  </a:extLst>
                </p14:cNvPr>
                <p14:cNvContentPartPr/>
                <p14:nvPr/>
              </p14:nvContentPartPr>
              <p14:xfrm>
                <a:off x="2013741" y="4174226"/>
                <a:ext cx="119880" cy="353160"/>
              </p14:xfrm>
            </p:contentPart>
          </mc:Choice>
          <mc:Fallback xmlns=""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5CC52F9D-C119-AB43-13B6-B18170225B7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007621" y="4168106"/>
                  <a:ext cx="13212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E805CECE-7FB3-8E91-98E3-DF9BA29F44FD}"/>
                    </a:ext>
                  </a:extLst>
                </p14:cNvPr>
                <p14:cNvContentPartPr/>
                <p14:nvPr/>
              </p14:nvContentPartPr>
              <p14:xfrm>
                <a:off x="2159901" y="4270706"/>
                <a:ext cx="223200" cy="168840"/>
              </p14:xfrm>
            </p:contentPart>
          </mc:Choice>
          <mc:Fallback xmlns=""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E805CECE-7FB3-8E91-98E3-DF9BA29F44F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153781" y="4264586"/>
                  <a:ext cx="235440" cy="18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11D72A8D-2113-D199-ADD6-5B8A2134F922}"/>
              </a:ext>
            </a:extLst>
          </p:cNvPr>
          <p:cNvGrpSpPr/>
          <p:nvPr/>
        </p:nvGrpSpPr>
        <p:grpSpPr>
          <a:xfrm>
            <a:off x="2504421" y="5008346"/>
            <a:ext cx="1205280" cy="398160"/>
            <a:chOff x="2504421" y="5008346"/>
            <a:chExt cx="1205280" cy="39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934BBCBD-0480-47F1-0EF7-BCB3B77E49D8}"/>
                    </a:ext>
                  </a:extLst>
                </p14:cNvPr>
                <p14:cNvContentPartPr/>
                <p14:nvPr/>
              </p14:nvContentPartPr>
              <p14:xfrm>
                <a:off x="2504421" y="5009066"/>
                <a:ext cx="95040" cy="397440"/>
              </p14:xfrm>
            </p:contentPart>
          </mc:Choice>
          <mc:Fallback xmlns=""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934BBCBD-0480-47F1-0EF7-BCB3B77E49D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498301" y="5002946"/>
                  <a:ext cx="10728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4B7253C1-AA1B-D9B6-998D-8354E01C53A0}"/>
                    </a:ext>
                  </a:extLst>
                </p14:cNvPr>
                <p14:cNvContentPartPr/>
                <p14:nvPr/>
              </p14:nvContentPartPr>
              <p14:xfrm>
                <a:off x="2861901" y="5221106"/>
                <a:ext cx="116280" cy="360"/>
              </p14:xfrm>
            </p:contentPart>
          </mc:Choice>
          <mc:Fallback xmlns=""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4B7253C1-AA1B-D9B6-998D-8354E01C53A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855781" y="5214986"/>
                  <a:ext cx="1285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B4620B62-9B85-6302-FD9E-5350627FEB92}"/>
                    </a:ext>
                  </a:extLst>
                </p14:cNvPr>
                <p14:cNvContentPartPr/>
                <p14:nvPr/>
              </p14:nvContentPartPr>
              <p14:xfrm>
                <a:off x="2835261" y="5088266"/>
                <a:ext cx="104040" cy="360"/>
              </p14:xfrm>
            </p:contentPart>
          </mc:Choice>
          <mc:Fallback xmlns=""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B4620B62-9B85-6302-FD9E-5350627FEB9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829141" y="5082146"/>
                  <a:ext cx="1162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01918043-6105-5DD8-B9A7-EA14469FD7D9}"/>
                    </a:ext>
                  </a:extLst>
                </p14:cNvPr>
                <p14:cNvContentPartPr/>
                <p14:nvPr/>
              </p14:nvContentPartPr>
              <p14:xfrm>
                <a:off x="3153501" y="5128226"/>
                <a:ext cx="131760" cy="360"/>
              </p14:xfrm>
            </p:contentPart>
          </mc:Choice>
          <mc:Fallback xmlns=""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01918043-6105-5DD8-B9A7-EA14469FD7D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147381" y="5122106"/>
                  <a:ext cx="1440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50AA84A7-5C6D-8FD5-53A4-6475D79732AC}"/>
                    </a:ext>
                  </a:extLst>
                </p14:cNvPr>
                <p14:cNvContentPartPr/>
                <p14:nvPr/>
              </p14:nvContentPartPr>
              <p14:xfrm>
                <a:off x="3523221" y="5008346"/>
                <a:ext cx="186480" cy="226440"/>
              </p14:xfrm>
            </p:contentPart>
          </mc:Choice>
          <mc:Fallback xmlns=""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50AA84A7-5C6D-8FD5-53A4-6475D79732A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517101" y="5002226"/>
                  <a:ext cx="198720" cy="238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51" name="Entrada de lápiz 50">
                <a:extLst>
                  <a:ext uri="{FF2B5EF4-FFF2-40B4-BE49-F238E27FC236}">
                    <a16:creationId xmlns:a16="http://schemas.microsoft.com/office/drawing/2014/main" id="{A4CCCBCF-9ACD-76A8-6CB6-F67528435FBE}"/>
                  </a:ext>
                </a:extLst>
              </p14:cNvPr>
              <p14:cNvContentPartPr/>
              <p14:nvPr/>
            </p14:nvContentPartPr>
            <p14:xfrm>
              <a:off x="3828861" y="4979186"/>
              <a:ext cx="168840" cy="216360"/>
            </p14:xfrm>
          </p:contentPart>
        </mc:Choice>
        <mc:Fallback xmlns="">
          <p:pic>
            <p:nvPicPr>
              <p:cNvPr id="51" name="Entrada de lápiz 50">
                <a:extLst>
                  <a:ext uri="{FF2B5EF4-FFF2-40B4-BE49-F238E27FC236}">
                    <a16:creationId xmlns:a16="http://schemas.microsoft.com/office/drawing/2014/main" id="{A4CCCBCF-9ACD-76A8-6CB6-F67528435FBE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822741" y="4973066"/>
                <a:ext cx="181080" cy="22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upo 55">
            <a:extLst>
              <a:ext uri="{FF2B5EF4-FFF2-40B4-BE49-F238E27FC236}">
                <a16:creationId xmlns:a16="http://schemas.microsoft.com/office/drawing/2014/main" id="{6AE65C0E-DE38-707B-77E9-B0DDADA87B5D}"/>
              </a:ext>
            </a:extLst>
          </p:cNvPr>
          <p:cNvGrpSpPr/>
          <p:nvPr/>
        </p:nvGrpSpPr>
        <p:grpSpPr>
          <a:xfrm>
            <a:off x="4158621" y="4925906"/>
            <a:ext cx="641160" cy="226800"/>
            <a:chOff x="4158621" y="4925906"/>
            <a:chExt cx="641160" cy="22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EE9AA662-D03C-E36D-8787-94F13A025479}"/>
                    </a:ext>
                  </a:extLst>
                </p14:cNvPr>
                <p14:cNvContentPartPr/>
                <p14:nvPr/>
              </p14:nvContentPartPr>
              <p14:xfrm>
                <a:off x="4158621" y="4925906"/>
                <a:ext cx="175320" cy="226800"/>
              </p14:xfrm>
            </p:contentPart>
          </mc:Choice>
          <mc:Fallback xmlns=""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EE9AA662-D03C-E36D-8787-94F13A02547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152501" y="4919786"/>
                  <a:ext cx="1875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C6A2469B-B975-6791-D0C7-45FAC080E4F2}"/>
                    </a:ext>
                  </a:extLst>
                </p14:cNvPr>
                <p14:cNvContentPartPr/>
                <p14:nvPr/>
              </p14:nvContentPartPr>
              <p14:xfrm>
                <a:off x="4465701" y="4986746"/>
                <a:ext cx="334080" cy="141840"/>
              </p14:xfrm>
            </p:contentPart>
          </mc:Choice>
          <mc:Fallback xmlns=""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C6A2469B-B975-6791-D0C7-45FAC080E4F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459581" y="4980626"/>
                  <a:ext cx="346320" cy="15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57" name="Entrada de lápiz 56">
                <a:extLst>
                  <a:ext uri="{FF2B5EF4-FFF2-40B4-BE49-F238E27FC236}">
                    <a16:creationId xmlns:a16="http://schemas.microsoft.com/office/drawing/2014/main" id="{E48E841B-D094-CDB5-42E1-33619817BB8B}"/>
                  </a:ext>
                </a:extLst>
              </p14:cNvPr>
              <p14:cNvContentPartPr/>
              <p14:nvPr/>
            </p14:nvContentPartPr>
            <p14:xfrm>
              <a:off x="4968981" y="5009426"/>
              <a:ext cx="63000" cy="51120"/>
            </p14:xfrm>
          </p:contentPart>
        </mc:Choice>
        <mc:Fallback xmlns="">
          <p:pic>
            <p:nvPicPr>
              <p:cNvPr id="57" name="Entrada de lápiz 56">
                <a:extLst>
                  <a:ext uri="{FF2B5EF4-FFF2-40B4-BE49-F238E27FC236}">
                    <a16:creationId xmlns:a16="http://schemas.microsoft.com/office/drawing/2014/main" id="{E48E841B-D094-CDB5-42E1-33619817BB8B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962861" y="5003306"/>
                <a:ext cx="75240" cy="6336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upo 59">
            <a:extLst>
              <a:ext uri="{FF2B5EF4-FFF2-40B4-BE49-F238E27FC236}">
                <a16:creationId xmlns:a16="http://schemas.microsoft.com/office/drawing/2014/main" id="{CCB0BF60-F541-06E2-D64A-6033FF6AC538}"/>
              </a:ext>
            </a:extLst>
          </p:cNvPr>
          <p:cNvGrpSpPr/>
          <p:nvPr/>
        </p:nvGrpSpPr>
        <p:grpSpPr>
          <a:xfrm>
            <a:off x="5181021" y="4743746"/>
            <a:ext cx="802800" cy="331560"/>
            <a:chOff x="5181021" y="4743746"/>
            <a:chExt cx="802800" cy="33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FB0850E3-FB5F-2F08-42E7-1C677756F24A}"/>
                    </a:ext>
                  </a:extLst>
                </p14:cNvPr>
                <p14:cNvContentPartPr/>
                <p14:nvPr/>
              </p14:nvContentPartPr>
              <p14:xfrm>
                <a:off x="5181021" y="4933466"/>
                <a:ext cx="802800" cy="141840"/>
              </p14:xfrm>
            </p:contentPart>
          </mc:Choice>
          <mc:Fallback xmlns=""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FB0850E3-FB5F-2F08-42E7-1C677756F24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174901" y="4927346"/>
                  <a:ext cx="8150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4CFC8D1E-6BB9-F9A1-A701-05F1E0A5CC0B}"/>
                    </a:ext>
                  </a:extLst>
                </p14:cNvPr>
                <p14:cNvContentPartPr/>
                <p14:nvPr/>
              </p14:nvContentPartPr>
              <p14:xfrm>
                <a:off x="5420061" y="4743746"/>
                <a:ext cx="360" cy="145440"/>
              </p14:xfrm>
            </p:contentPart>
          </mc:Choice>
          <mc:Fallback xmlns=""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4CFC8D1E-6BB9-F9A1-A701-05F1E0A5CC0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413941" y="4737626"/>
                  <a:ext cx="12600" cy="15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upo 64">
            <a:extLst>
              <a:ext uri="{FF2B5EF4-FFF2-40B4-BE49-F238E27FC236}">
                <a16:creationId xmlns:a16="http://schemas.microsoft.com/office/drawing/2014/main" id="{ACB926D9-C96A-8F36-1066-3EB484B89905}"/>
              </a:ext>
            </a:extLst>
          </p:cNvPr>
          <p:cNvGrpSpPr/>
          <p:nvPr/>
        </p:nvGrpSpPr>
        <p:grpSpPr>
          <a:xfrm>
            <a:off x="1603341" y="4677506"/>
            <a:ext cx="609840" cy="754200"/>
            <a:chOff x="1603341" y="4677506"/>
            <a:chExt cx="609840" cy="75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54582028-7410-5E5F-87DA-06799588FDFB}"/>
                    </a:ext>
                  </a:extLst>
                </p14:cNvPr>
                <p14:cNvContentPartPr/>
                <p14:nvPr/>
              </p14:nvContentPartPr>
              <p14:xfrm>
                <a:off x="1813221" y="4755986"/>
                <a:ext cx="123480" cy="675720"/>
              </p14:xfrm>
            </p:contentPart>
          </mc:Choice>
          <mc:Fallback xmlns=""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54582028-7410-5E5F-87DA-06799588FDF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807101" y="4749866"/>
                  <a:ext cx="135720" cy="68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EF4AE387-FDB5-A725-48D0-E460099A4E12}"/>
                    </a:ext>
                  </a:extLst>
                </p14:cNvPr>
                <p14:cNvContentPartPr/>
                <p14:nvPr/>
              </p14:nvContentPartPr>
              <p14:xfrm>
                <a:off x="2000421" y="4677506"/>
                <a:ext cx="41040" cy="184680"/>
              </p14:xfrm>
            </p:contentPart>
          </mc:Choice>
          <mc:Fallback xmlns=""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EF4AE387-FDB5-A725-48D0-E460099A4E1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994301" y="4671386"/>
                  <a:ext cx="532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205FA06B-0ABC-D1E6-6C98-F7E3CE8D437B}"/>
                    </a:ext>
                  </a:extLst>
                </p14:cNvPr>
                <p14:cNvContentPartPr/>
                <p14:nvPr/>
              </p14:nvContentPartPr>
              <p14:xfrm>
                <a:off x="2038581" y="4982426"/>
                <a:ext cx="174600" cy="418680"/>
              </p14:xfrm>
            </p:contentPart>
          </mc:Choice>
          <mc:Fallback xmlns=""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205FA06B-0ABC-D1E6-6C98-F7E3CE8D437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032461" y="4976306"/>
                  <a:ext cx="18684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D93AC8C0-76D4-76EF-7B2A-EF98D7FEF47E}"/>
                    </a:ext>
                  </a:extLst>
                </p14:cNvPr>
                <p14:cNvContentPartPr/>
                <p14:nvPr/>
              </p14:nvContentPartPr>
              <p14:xfrm>
                <a:off x="1603341" y="5181506"/>
                <a:ext cx="290160" cy="360"/>
              </p14:xfrm>
            </p:contentPart>
          </mc:Choice>
          <mc:Fallback xmlns=""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D93AC8C0-76D4-76EF-7B2A-EF98D7FEF47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597221" y="5175386"/>
                  <a:ext cx="3024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upo 72">
            <a:extLst>
              <a:ext uri="{FF2B5EF4-FFF2-40B4-BE49-F238E27FC236}">
                <a16:creationId xmlns:a16="http://schemas.microsoft.com/office/drawing/2014/main" id="{D17F8ACF-FFC1-5962-2F4C-6D109B29E4D0}"/>
              </a:ext>
            </a:extLst>
          </p:cNvPr>
          <p:cNvGrpSpPr/>
          <p:nvPr/>
        </p:nvGrpSpPr>
        <p:grpSpPr>
          <a:xfrm>
            <a:off x="1866861" y="5540426"/>
            <a:ext cx="798840" cy="583920"/>
            <a:chOff x="1866861" y="5540426"/>
            <a:chExt cx="798840" cy="58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B45C37D4-7284-0BFF-7E2F-57C3AA39AD95}"/>
                    </a:ext>
                  </a:extLst>
                </p14:cNvPr>
                <p14:cNvContentPartPr/>
                <p14:nvPr/>
              </p14:nvContentPartPr>
              <p14:xfrm>
                <a:off x="1866861" y="5540426"/>
                <a:ext cx="123840" cy="569520"/>
              </p14:xfrm>
            </p:contentPart>
          </mc:Choice>
          <mc:Fallback xmlns=""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B45C37D4-7284-0BFF-7E2F-57C3AA39AD9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860741" y="5534306"/>
                  <a:ext cx="136080" cy="58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AF632738-938B-BD8E-F7BB-D2D1D85B9B3A}"/>
                    </a:ext>
                  </a:extLst>
                </p14:cNvPr>
                <p14:cNvContentPartPr/>
                <p14:nvPr/>
              </p14:nvContentPartPr>
              <p14:xfrm>
                <a:off x="1868301" y="5963426"/>
                <a:ext cx="171000" cy="360"/>
              </p14:xfrm>
            </p:contentPart>
          </mc:Choice>
          <mc:Fallback xmlns=""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AF632738-938B-BD8E-F7BB-D2D1D85B9B3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862181" y="5957306"/>
                  <a:ext cx="1832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F96C98D0-BB70-DF43-3503-68774998583C}"/>
                    </a:ext>
                  </a:extLst>
                </p14:cNvPr>
                <p14:cNvContentPartPr/>
                <p14:nvPr/>
              </p14:nvContentPartPr>
              <p14:xfrm>
                <a:off x="2344941" y="5777306"/>
                <a:ext cx="146880" cy="264960"/>
              </p14:xfrm>
            </p:contentPart>
          </mc:Choice>
          <mc:Fallback xmlns=""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F96C98D0-BB70-DF43-3503-68774998583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38821" y="5771186"/>
                  <a:ext cx="15912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D665466E-043C-15F5-6F88-9FF4DA921BF7}"/>
                    </a:ext>
                  </a:extLst>
                </p14:cNvPr>
                <p14:cNvContentPartPr/>
                <p14:nvPr/>
              </p14:nvContentPartPr>
              <p14:xfrm>
                <a:off x="2325501" y="5817626"/>
                <a:ext cx="192240" cy="192240"/>
              </p14:xfrm>
            </p:contentPart>
          </mc:Choice>
          <mc:Fallback xmlns=""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D665466E-043C-15F5-6F88-9FF4DA921BF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319381" y="5811506"/>
                  <a:ext cx="2044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826FCACD-73EF-97BE-C28E-AAF58D643FED}"/>
                    </a:ext>
                  </a:extLst>
                </p14:cNvPr>
                <p14:cNvContentPartPr/>
                <p14:nvPr/>
              </p14:nvContentPartPr>
              <p14:xfrm>
                <a:off x="2159541" y="5751026"/>
                <a:ext cx="80280" cy="351000"/>
              </p14:xfrm>
            </p:contentPart>
          </mc:Choice>
          <mc:Fallback xmlns=""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826FCACD-73EF-97BE-C28E-AAF58D643FE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153421" y="5744906"/>
                  <a:ext cx="9252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798DF42B-231F-DA58-B22C-72495476F99B}"/>
                    </a:ext>
                  </a:extLst>
                </p14:cNvPr>
                <p14:cNvContentPartPr/>
                <p14:nvPr/>
              </p14:nvContentPartPr>
              <p14:xfrm>
                <a:off x="2583981" y="5737706"/>
                <a:ext cx="81720" cy="386640"/>
              </p14:xfrm>
            </p:contentPart>
          </mc:Choice>
          <mc:Fallback xmlns=""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798DF42B-231F-DA58-B22C-72495476F99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77861" y="5731586"/>
                  <a:ext cx="93960" cy="39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74" name="Entrada de lápiz 73">
                <a:extLst>
                  <a:ext uri="{FF2B5EF4-FFF2-40B4-BE49-F238E27FC236}">
                    <a16:creationId xmlns:a16="http://schemas.microsoft.com/office/drawing/2014/main" id="{CE7FA210-9C30-2ADA-5A86-520404198309}"/>
                  </a:ext>
                </a:extLst>
              </p14:cNvPr>
              <p14:cNvContentPartPr/>
              <p14:nvPr/>
            </p14:nvContentPartPr>
            <p14:xfrm>
              <a:off x="2861901" y="5870186"/>
              <a:ext cx="171000" cy="360"/>
            </p14:xfrm>
          </p:contentPart>
        </mc:Choice>
        <mc:Fallback xmlns="">
          <p:pic>
            <p:nvPicPr>
              <p:cNvPr id="74" name="Entrada de lápiz 73">
                <a:extLst>
                  <a:ext uri="{FF2B5EF4-FFF2-40B4-BE49-F238E27FC236}">
                    <a16:creationId xmlns:a16="http://schemas.microsoft.com/office/drawing/2014/main" id="{CE7FA210-9C30-2ADA-5A86-52040419830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855781" y="5864066"/>
                <a:ext cx="18324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75" name="Entrada de lápiz 74">
                <a:extLst>
                  <a:ext uri="{FF2B5EF4-FFF2-40B4-BE49-F238E27FC236}">
                    <a16:creationId xmlns:a16="http://schemas.microsoft.com/office/drawing/2014/main" id="{B2833444-D101-7DEA-ECC9-DD6DF8CFD1DE}"/>
                  </a:ext>
                </a:extLst>
              </p14:cNvPr>
              <p14:cNvContentPartPr/>
              <p14:nvPr/>
            </p14:nvContentPartPr>
            <p14:xfrm>
              <a:off x="2861901" y="6015986"/>
              <a:ext cx="185400" cy="360"/>
            </p14:xfrm>
          </p:contentPart>
        </mc:Choice>
        <mc:Fallback xmlns="">
          <p:pic>
            <p:nvPicPr>
              <p:cNvPr id="75" name="Entrada de lápiz 74">
                <a:extLst>
                  <a:ext uri="{FF2B5EF4-FFF2-40B4-BE49-F238E27FC236}">
                    <a16:creationId xmlns:a16="http://schemas.microsoft.com/office/drawing/2014/main" id="{B2833444-D101-7DEA-ECC9-DD6DF8CFD1DE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2855781" y="6009866"/>
                <a:ext cx="19764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76" name="Entrada de lápiz 75">
                <a:extLst>
                  <a:ext uri="{FF2B5EF4-FFF2-40B4-BE49-F238E27FC236}">
                    <a16:creationId xmlns:a16="http://schemas.microsoft.com/office/drawing/2014/main" id="{4C78373C-946D-5B86-8EA7-A3E2B1EB50A1}"/>
                  </a:ext>
                </a:extLst>
              </p14:cNvPr>
              <p14:cNvContentPartPr/>
              <p14:nvPr/>
            </p14:nvContentPartPr>
            <p14:xfrm>
              <a:off x="3233061" y="5910146"/>
              <a:ext cx="105120" cy="12240"/>
            </p14:xfrm>
          </p:contentPart>
        </mc:Choice>
        <mc:Fallback xmlns="">
          <p:pic>
            <p:nvPicPr>
              <p:cNvPr id="76" name="Entrada de lápiz 75">
                <a:extLst>
                  <a:ext uri="{FF2B5EF4-FFF2-40B4-BE49-F238E27FC236}">
                    <a16:creationId xmlns:a16="http://schemas.microsoft.com/office/drawing/2014/main" id="{4C78373C-946D-5B86-8EA7-A3E2B1EB50A1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3226941" y="5904026"/>
                <a:ext cx="11736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77" name="Entrada de lápiz 76">
                <a:extLst>
                  <a:ext uri="{FF2B5EF4-FFF2-40B4-BE49-F238E27FC236}">
                    <a16:creationId xmlns:a16="http://schemas.microsoft.com/office/drawing/2014/main" id="{9354D252-713C-79F9-1261-AEE8A648863E}"/>
                  </a:ext>
                </a:extLst>
              </p14:cNvPr>
              <p14:cNvContentPartPr/>
              <p14:nvPr/>
            </p14:nvContentPartPr>
            <p14:xfrm>
              <a:off x="3537621" y="5722226"/>
              <a:ext cx="162720" cy="283320"/>
            </p14:xfrm>
          </p:contentPart>
        </mc:Choice>
        <mc:Fallback xmlns="">
          <p:pic>
            <p:nvPicPr>
              <p:cNvPr id="77" name="Entrada de lápiz 76">
                <a:extLst>
                  <a:ext uri="{FF2B5EF4-FFF2-40B4-BE49-F238E27FC236}">
                    <a16:creationId xmlns:a16="http://schemas.microsoft.com/office/drawing/2014/main" id="{9354D252-713C-79F9-1261-AEE8A648863E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3531501" y="5716106"/>
                <a:ext cx="17496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78" name="Entrada de lápiz 77">
                <a:extLst>
                  <a:ext uri="{FF2B5EF4-FFF2-40B4-BE49-F238E27FC236}">
                    <a16:creationId xmlns:a16="http://schemas.microsoft.com/office/drawing/2014/main" id="{05430FD6-DD48-66AF-CCF3-8041539307BD}"/>
                  </a:ext>
                </a:extLst>
              </p14:cNvPr>
              <p14:cNvContentPartPr/>
              <p14:nvPr/>
            </p14:nvContentPartPr>
            <p14:xfrm>
              <a:off x="3762981" y="5801786"/>
              <a:ext cx="171360" cy="148320"/>
            </p14:xfrm>
          </p:contentPart>
        </mc:Choice>
        <mc:Fallback xmlns="">
          <p:pic>
            <p:nvPicPr>
              <p:cNvPr id="78" name="Entrada de lápiz 77">
                <a:extLst>
                  <a:ext uri="{FF2B5EF4-FFF2-40B4-BE49-F238E27FC236}">
                    <a16:creationId xmlns:a16="http://schemas.microsoft.com/office/drawing/2014/main" id="{05430FD6-DD48-66AF-CCF3-8041539307BD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3756861" y="5795666"/>
                <a:ext cx="18360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80" name="Entrada de lápiz 79">
                <a:extLst>
                  <a:ext uri="{FF2B5EF4-FFF2-40B4-BE49-F238E27FC236}">
                    <a16:creationId xmlns:a16="http://schemas.microsoft.com/office/drawing/2014/main" id="{BD6022C7-5B3A-9608-FAD0-A08D28E00C0C}"/>
                  </a:ext>
                </a:extLst>
              </p14:cNvPr>
              <p14:cNvContentPartPr/>
              <p14:nvPr/>
            </p14:nvContentPartPr>
            <p14:xfrm>
              <a:off x="4028661" y="5734106"/>
              <a:ext cx="199800" cy="237240"/>
            </p14:xfrm>
          </p:contentPart>
        </mc:Choice>
        <mc:Fallback xmlns="">
          <p:pic>
            <p:nvPicPr>
              <p:cNvPr id="80" name="Entrada de lápiz 79">
                <a:extLst>
                  <a:ext uri="{FF2B5EF4-FFF2-40B4-BE49-F238E27FC236}">
                    <a16:creationId xmlns:a16="http://schemas.microsoft.com/office/drawing/2014/main" id="{BD6022C7-5B3A-9608-FAD0-A08D28E00C0C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4022541" y="5727986"/>
                <a:ext cx="21204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82" name="Entrada de lápiz 81">
                <a:extLst>
                  <a:ext uri="{FF2B5EF4-FFF2-40B4-BE49-F238E27FC236}">
                    <a16:creationId xmlns:a16="http://schemas.microsoft.com/office/drawing/2014/main" id="{8A5929B7-5822-409E-2F45-13143CE5DA39}"/>
                  </a:ext>
                </a:extLst>
              </p14:cNvPr>
              <p14:cNvContentPartPr/>
              <p14:nvPr/>
            </p14:nvContentPartPr>
            <p14:xfrm>
              <a:off x="4450221" y="5592266"/>
              <a:ext cx="42120" cy="404640"/>
            </p14:xfrm>
          </p:contentPart>
        </mc:Choice>
        <mc:Fallback xmlns="">
          <p:pic>
            <p:nvPicPr>
              <p:cNvPr id="82" name="Entrada de lápiz 81">
                <a:extLst>
                  <a:ext uri="{FF2B5EF4-FFF2-40B4-BE49-F238E27FC236}">
                    <a16:creationId xmlns:a16="http://schemas.microsoft.com/office/drawing/2014/main" id="{8A5929B7-5822-409E-2F45-13143CE5DA39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4444101" y="5586146"/>
                <a:ext cx="54360" cy="41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84" name="Entrada de lápiz 83">
                <a:extLst>
                  <a:ext uri="{FF2B5EF4-FFF2-40B4-BE49-F238E27FC236}">
                    <a16:creationId xmlns:a16="http://schemas.microsoft.com/office/drawing/2014/main" id="{762C185B-F6C2-49F1-07ED-7F4E8B61EB4E}"/>
                  </a:ext>
                </a:extLst>
              </p14:cNvPr>
              <p14:cNvContentPartPr/>
              <p14:nvPr/>
            </p14:nvContentPartPr>
            <p14:xfrm>
              <a:off x="4571541" y="5658506"/>
              <a:ext cx="68040" cy="225360"/>
            </p14:xfrm>
          </p:contentPart>
        </mc:Choice>
        <mc:Fallback xmlns="">
          <p:pic>
            <p:nvPicPr>
              <p:cNvPr id="84" name="Entrada de lápiz 83">
                <a:extLst>
                  <a:ext uri="{FF2B5EF4-FFF2-40B4-BE49-F238E27FC236}">
                    <a16:creationId xmlns:a16="http://schemas.microsoft.com/office/drawing/2014/main" id="{762C185B-F6C2-49F1-07ED-7F4E8B61EB4E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4565421" y="5652386"/>
                <a:ext cx="8028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85" name="Entrada de lápiz 84">
                <a:extLst>
                  <a:ext uri="{FF2B5EF4-FFF2-40B4-BE49-F238E27FC236}">
                    <a16:creationId xmlns:a16="http://schemas.microsoft.com/office/drawing/2014/main" id="{47B92314-56FD-2948-E121-9D171F4C6AD7}"/>
                  </a:ext>
                </a:extLst>
              </p14:cNvPr>
              <p14:cNvContentPartPr/>
              <p14:nvPr/>
            </p14:nvContentPartPr>
            <p14:xfrm>
              <a:off x="4717341" y="5644466"/>
              <a:ext cx="130680" cy="272160"/>
            </p14:xfrm>
          </p:contentPart>
        </mc:Choice>
        <mc:Fallback xmlns="">
          <p:pic>
            <p:nvPicPr>
              <p:cNvPr id="85" name="Entrada de lápiz 84">
                <a:extLst>
                  <a:ext uri="{FF2B5EF4-FFF2-40B4-BE49-F238E27FC236}">
                    <a16:creationId xmlns:a16="http://schemas.microsoft.com/office/drawing/2014/main" id="{47B92314-56FD-2948-E121-9D171F4C6AD7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4711221" y="5638346"/>
                <a:ext cx="14292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87" name="Entrada de lápiz 86">
                <a:extLst>
                  <a:ext uri="{FF2B5EF4-FFF2-40B4-BE49-F238E27FC236}">
                    <a16:creationId xmlns:a16="http://schemas.microsoft.com/office/drawing/2014/main" id="{D5129DE8-A720-60B3-AAB0-8716C6E72B3D}"/>
                  </a:ext>
                </a:extLst>
              </p14:cNvPr>
              <p14:cNvContentPartPr/>
              <p14:nvPr/>
            </p14:nvContentPartPr>
            <p14:xfrm>
              <a:off x="4929741" y="5631506"/>
              <a:ext cx="170640" cy="250200"/>
            </p14:xfrm>
          </p:contentPart>
        </mc:Choice>
        <mc:Fallback xmlns="">
          <p:pic>
            <p:nvPicPr>
              <p:cNvPr id="87" name="Entrada de lápiz 86">
                <a:extLst>
                  <a:ext uri="{FF2B5EF4-FFF2-40B4-BE49-F238E27FC236}">
                    <a16:creationId xmlns:a16="http://schemas.microsoft.com/office/drawing/2014/main" id="{D5129DE8-A720-60B3-AAB0-8716C6E72B3D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4923621" y="5625386"/>
                <a:ext cx="18288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89" name="Entrada de lápiz 88">
                <a:extLst>
                  <a:ext uri="{FF2B5EF4-FFF2-40B4-BE49-F238E27FC236}">
                    <a16:creationId xmlns:a16="http://schemas.microsoft.com/office/drawing/2014/main" id="{D94AF00B-3D81-EF39-A792-F705643C62CB}"/>
                  </a:ext>
                </a:extLst>
              </p14:cNvPr>
              <p14:cNvContentPartPr/>
              <p14:nvPr/>
            </p14:nvContentPartPr>
            <p14:xfrm>
              <a:off x="4963581" y="5618546"/>
              <a:ext cx="138960" cy="223200"/>
            </p14:xfrm>
          </p:contentPart>
        </mc:Choice>
        <mc:Fallback xmlns="">
          <p:pic>
            <p:nvPicPr>
              <p:cNvPr id="89" name="Entrada de lápiz 88">
                <a:extLst>
                  <a:ext uri="{FF2B5EF4-FFF2-40B4-BE49-F238E27FC236}">
                    <a16:creationId xmlns:a16="http://schemas.microsoft.com/office/drawing/2014/main" id="{D94AF00B-3D81-EF39-A792-F705643C62CB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4957461" y="5612426"/>
                <a:ext cx="15120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90" name="Entrada de lápiz 89">
                <a:extLst>
                  <a:ext uri="{FF2B5EF4-FFF2-40B4-BE49-F238E27FC236}">
                    <a16:creationId xmlns:a16="http://schemas.microsoft.com/office/drawing/2014/main" id="{2885E82D-7A0A-9BA2-6C43-E379EDF6BE05}"/>
                  </a:ext>
                </a:extLst>
              </p14:cNvPr>
              <p14:cNvContentPartPr/>
              <p14:nvPr/>
            </p14:nvContentPartPr>
            <p14:xfrm>
              <a:off x="5168061" y="5418026"/>
              <a:ext cx="115560" cy="162720"/>
            </p14:xfrm>
          </p:contentPart>
        </mc:Choice>
        <mc:Fallback xmlns="">
          <p:pic>
            <p:nvPicPr>
              <p:cNvPr id="90" name="Entrada de lápiz 89">
                <a:extLst>
                  <a:ext uri="{FF2B5EF4-FFF2-40B4-BE49-F238E27FC236}">
                    <a16:creationId xmlns:a16="http://schemas.microsoft.com/office/drawing/2014/main" id="{2885E82D-7A0A-9BA2-6C43-E379EDF6BE05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5161941" y="5411906"/>
                <a:ext cx="12780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92" name="Entrada de lápiz 91">
                <a:extLst>
                  <a:ext uri="{FF2B5EF4-FFF2-40B4-BE49-F238E27FC236}">
                    <a16:creationId xmlns:a16="http://schemas.microsoft.com/office/drawing/2014/main" id="{21ABE88F-F09E-A963-9E0B-391C4FA6C1EA}"/>
                  </a:ext>
                </a:extLst>
              </p14:cNvPr>
              <p14:cNvContentPartPr/>
              <p14:nvPr/>
            </p14:nvContentPartPr>
            <p14:xfrm>
              <a:off x="5393421" y="5645186"/>
              <a:ext cx="360" cy="225000"/>
            </p14:xfrm>
          </p:contentPart>
        </mc:Choice>
        <mc:Fallback xmlns="">
          <p:pic>
            <p:nvPicPr>
              <p:cNvPr id="92" name="Entrada de lápiz 91">
                <a:extLst>
                  <a:ext uri="{FF2B5EF4-FFF2-40B4-BE49-F238E27FC236}">
                    <a16:creationId xmlns:a16="http://schemas.microsoft.com/office/drawing/2014/main" id="{21ABE88F-F09E-A963-9E0B-391C4FA6C1EA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5387301" y="5639066"/>
                <a:ext cx="1260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93" name="Entrada de lápiz 92">
                <a:extLst>
                  <a:ext uri="{FF2B5EF4-FFF2-40B4-BE49-F238E27FC236}">
                    <a16:creationId xmlns:a16="http://schemas.microsoft.com/office/drawing/2014/main" id="{96C06E66-AD41-317C-2B58-16DA8C5DFEB4}"/>
                  </a:ext>
                </a:extLst>
              </p14:cNvPr>
              <p14:cNvContentPartPr/>
              <p14:nvPr/>
            </p14:nvContentPartPr>
            <p14:xfrm>
              <a:off x="5300541" y="5737706"/>
              <a:ext cx="172440" cy="360"/>
            </p14:xfrm>
          </p:contentPart>
        </mc:Choice>
        <mc:Fallback xmlns="">
          <p:pic>
            <p:nvPicPr>
              <p:cNvPr id="93" name="Entrada de lápiz 92">
                <a:extLst>
                  <a:ext uri="{FF2B5EF4-FFF2-40B4-BE49-F238E27FC236}">
                    <a16:creationId xmlns:a16="http://schemas.microsoft.com/office/drawing/2014/main" id="{96C06E66-AD41-317C-2B58-16DA8C5DFEB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294421" y="5731586"/>
                <a:ext cx="18468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94" name="Entrada de lápiz 93">
                <a:extLst>
                  <a:ext uri="{FF2B5EF4-FFF2-40B4-BE49-F238E27FC236}">
                    <a16:creationId xmlns:a16="http://schemas.microsoft.com/office/drawing/2014/main" id="{C7D674D0-CB12-63E0-A72A-E1D421569A3D}"/>
                  </a:ext>
                </a:extLst>
              </p14:cNvPr>
              <p14:cNvContentPartPr/>
              <p14:nvPr/>
            </p14:nvContentPartPr>
            <p14:xfrm>
              <a:off x="5562981" y="5645186"/>
              <a:ext cx="95760" cy="200880"/>
            </p14:xfrm>
          </p:contentPart>
        </mc:Choice>
        <mc:Fallback xmlns="">
          <p:pic>
            <p:nvPicPr>
              <p:cNvPr id="94" name="Entrada de lápiz 93">
                <a:extLst>
                  <a:ext uri="{FF2B5EF4-FFF2-40B4-BE49-F238E27FC236}">
                    <a16:creationId xmlns:a16="http://schemas.microsoft.com/office/drawing/2014/main" id="{C7D674D0-CB12-63E0-A72A-E1D421569A3D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556861" y="5639066"/>
                <a:ext cx="10800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96" name="Entrada de lápiz 95">
                <a:extLst>
                  <a:ext uri="{FF2B5EF4-FFF2-40B4-BE49-F238E27FC236}">
                    <a16:creationId xmlns:a16="http://schemas.microsoft.com/office/drawing/2014/main" id="{D9E84F7B-AB27-9855-298A-E7864A904A23}"/>
                  </a:ext>
                </a:extLst>
              </p14:cNvPr>
              <p14:cNvContentPartPr/>
              <p14:nvPr/>
            </p14:nvContentPartPr>
            <p14:xfrm>
              <a:off x="5817141" y="5605226"/>
              <a:ext cx="39960" cy="225360"/>
            </p14:xfrm>
          </p:contentPart>
        </mc:Choice>
        <mc:Fallback xmlns="">
          <p:pic>
            <p:nvPicPr>
              <p:cNvPr id="96" name="Entrada de lápiz 95">
                <a:extLst>
                  <a:ext uri="{FF2B5EF4-FFF2-40B4-BE49-F238E27FC236}">
                    <a16:creationId xmlns:a16="http://schemas.microsoft.com/office/drawing/2014/main" id="{D9E84F7B-AB27-9855-298A-E7864A904A23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811021" y="5599106"/>
                <a:ext cx="5220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97" name="Entrada de lápiz 96">
                <a:extLst>
                  <a:ext uri="{FF2B5EF4-FFF2-40B4-BE49-F238E27FC236}">
                    <a16:creationId xmlns:a16="http://schemas.microsoft.com/office/drawing/2014/main" id="{DE60648A-CF4C-2299-7AB8-D678542A4709}"/>
                  </a:ext>
                </a:extLst>
              </p14:cNvPr>
              <p14:cNvContentPartPr/>
              <p14:nvPr/>
            </p14:nvContentPartPr>
            <p14:xfrm>
              <a:off x="5742261" y="5605226"/>
              <a:ext cx="181440" cy="175680"/>
            </p14:xfrm>
          </p:contentPart>
        </mc:Choice>
        <mc:Fallback xmlns="">
          <p:pic>
            <p:nvPicPr>
              <p:cNvPr id="97" name="Entrada de lápiz 96">
                <a:extLst>
                  <a:ext uri="{FF2B5EF4-FFF2-40B4-BE49-F238E27FC236}">
                    <a16:creationId xmlns:a16="http://schemas.microsoft.com/office/drawing/2014/main" id="{DE60648A-CF4C-2299-7AB8-D678542A4709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736141" y="5599106"/>
                <a:ext cx="19368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99" name="Entrada de lápiz 98">
                <a:extLst>
                  <a:ext uri="{FF2B5EF4-FFF2-40B4-BE49-F238E27FC236}">
                    <a16:creationId xmlns:a16="http://schemas.microsoft.com/office/drawing/2014/main" id="{A613B3F3-19BB-B9FA-4598-54BCEFEBAB90}"/>
                  </a:ext>
                </a:extLst>
              </p14:cNvPr>
              <p14:cNvContentPartPr/>
              <p14:nvPr/>
            </p14:nvContentPartPr>
            <p14:xfrm>
              <a:off x="6029541" y="5711426"/>
              <a:ext cx="144360" cy="13680"/>
            </p14:xfrm>
          </p:contentPart>
        </mc:Choice>
        <mc:Fallback xmlns="">
          <p:pic>
            <p:nvPicPr>
              <p:cNvPr id="99" name="Entrada de lápiz 98">
                <a:extLst>
                  <a:ext uri="{FF2B5EF4-FFF2-40B4-BE49-F238E27FC236}">
                    <a16:creationId xmlns:a16="http://schemas.microsoft.com/office/drawing/2014/main" id="{A613B3F3-19BB-B9FA-4598-54BCEFEBAB90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023421" y="5705306"/>
                <a:ext cx="15660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01" name="Entrada de lápiz 100">
                <a:extLst>
                  <a:ext uri="{FF2B5EF4-FFF2-40B4-BE49-F238E27FC236}">
                    <a16:creationId xmlns:a16="http://schemas.microsoft.com/office/drawing/2014/main" id="{2AD932ED-7CBE-5C15-32C8-4CC8ED95946E}"/>
                  </a:ext>
                </a:extLst>
              </p14:cNvPr>
              <p14:cNvContentPartPr/>
              <p14:nvPr/>
            </p14:nvContentPartPr>
            <p14:xfrm>
              <a:off x="6241221" y="5563466"/>
              <a:ext cx="175320" cy="297000"/>
            </p14:xfrm>
          </p:contentPart>
        </mc:Choice>
        <mc:Fallback xmlns="">
          <p:pic>
            <p:nvPicPr>
              <p:cNvPr id="101" name="Entrada de lápiz 100">
                <a:extLst>
                  <a:ext uri="{FF2B5EF4-FFF2-40B4-BE49-F238E27FC236}">
                    <a16:creationId xmlns:a16="http://schemas.microsoft.com/office/drawing/2014/main" id="{2AD932ED-7CBE-5C15-32C8-4CC8ED95946E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6235101" y="5557346"/>
                <a:ext cx="18756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2" name="Entrada de lápiz 101">
                <a:extLst>
                  <a:ext uri="{FF2B5EF4-FFF2-40B4-BE49-F238E27FC236}">
                    <a16:creationId xmlns:a16="http://schemas.microsoft.com/office/drawing/2014/main" id="{DD562EA9-49BC-1CC8-5E42-73D591DDEBE0}"/>
                  </a:ext>
                </a:extLst>
              </p14:cNvPr>
              <p14:cNvContentPartPr/>
              <p14:nvPr/>
            </p14:nvContentPartPr>
            <p14:xfrm>
              <a:off x="6493221" y="5393186"/>
              <a:ext cx="106920" cy="462600"/>
            </p14:xfrm>
          </p:contentPart>
        </mc:Choice>
        <mc:Fallback xmlns="">
          <p:pic>
            <p:nvPicPr>
              <p:cNvPr id="102" name="Entrada de lápiz 101">
                <a:extLst>
                  <a:ext uri="{FF2B5EF4-FFF2-40B4-BE49-F238E27FC236}">
                    <a16:creationId xmlns:a16="http://schemas.microsoft.com/office/drawing/2014/main" id="{DD562EA9-49BC-1CC8-5E42-73D591DDEBE0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487101" y="5387066"/>
                <a:ext cx="119160" cy="47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0" name="Grupo 119">
            <a:extLst>
              <a:ext uri="{FF2B5EF4-FFF2-40B4-BE49-F238E27FC236}">
                <a16:creationId xmlns:a16="http://schemas.microsoft.com/office/drawing/2014/main" id="{EAA724FF-B81E-DAE8-548F-29BC22746D3B}"/>
              </a:ext>
            </a:extLst>
          </p:cNvPr>
          <p:cNvGrpSpPr/>
          <p:nvPr/>
        </p:nvGrpSpPr>
        <p:grpSpPr>
          <a:xfrm>
            <a:off x="6771141" y="5260706"/>
            <a:ext cx="1592280" cy="552600"/>
            <a:chOff x="6771141" y="5260706"/>
            <a:chExt cx="1592280" cy="55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98EDF211-BB82-060C-0B0C-9E267B1B90C2}"/>
                    </a:ext>
                  </a:extLst>
                </p14:cNvPr>
                <p14:cNvContentPartPr/>
                <p14:nvPr/>
              </p14:nvContentPartPr>
              <p14:xfrm>
                <a:off x="7008381" y="5455826"/>
                <a:ext cx="218520" cy="293040"/>
              </p14:xfrm>
            </p:contentPart>
          </mc:Choice>
          <mc:Fallback xmlns=""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98EDF211-BB82-060C-0B0C-9E267B1B90C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002261" y="5449706"/>
                  <a:ext cx="23076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F2CF21CE-44F9-D801-055A-72E94E573A75}"/>
                    </a:ext>
                  </a:extLst>
                </p14:cNvPr>
                <p14:cNvContentPartPr/>
                <p14:nvPr/>
              </p14:nvContentPartPr>
              <p14:xfrm>
                <a:off x="7292421" y="5393186"/>
                <a:ext cx="116640" cy="383040"/>
              </p14:xfrm>
            </p:contentPart>
          </mc:Choice>
          <mc:Fallback xmlns=""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F2CF21CE-44F9-D801-055A-72E94E573A7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286301" y="5387066"/>
                  <a:ext cx="12888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BFACA330-BB2D-7277-37A2-39DF17D145AC}"/>
                    </a:ext>
                  </a:extLst>
                </p14:cNvPr>
                <p14:cNvContentPartPr/>
                <p14:nvPr/>
              </p14:nvContentPartPr>
              <p14:xfrm>
                <a:off x="7540101" y="5499386"/>
                <a:ext cx="131400" cy="213120"/>
              </p14:xfrm>
            </p:contentPart>
          </mc:Choice>
          <mc:Fallback xmlns=""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BFACA330-BB2D-7277-37A2-39DF17D145A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533981" y="5493266"/>
                  <a:ext cx="1436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D4CDA655-9A3D-2D29-B6AB-FB6B505DE885}"/>
                    </a:ext>
                  </a:extLst>
                </p14:cNvPr>
                <p14:cNvContentPartPr/>
                <p14:nvPr/>
              </p14:nvContentPartPr>
              <p14:xfrm>
                <a:off x="7546221" y="5486066"/>
                <a:ext cx="140040" cy="270000"/>
              </p14:xfrm>
            </p:contentPart>
          </mc:Choice>
          <mc:Fallback xmlns=""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D4CDA655-9A3D-2D29-B6AB-FB6B505DE88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540101" y="5479946"/>
                  <a:ext cx="1522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321ADF15-555D-89B1-2A50-CE81FE54E16A}"/>
                    </a:ext>
                  </a:extLst>
                </p14:cNvPr>
                <p14:cNvContentPartPr/>
                <p14:nvPr/>
              </p14:nvContentPartPr>
              <p14:xfrm>
                <a:off x="6851061" y="5790986"/>
                <a:ext cx="360" cy="360"/>
              </p14:xfrm>
            </p:contentPart>
          </mc:Choice>
          <mc:Fallback xmlns=""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321ADF15-555D-89B1-2A50-CE81FE54E16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844941" y="578486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B444EDDA-5D6E-5C18-F6D3-A0BE1DD8EC74}"/>
                    </a:ext>
                  </a:extLst>
                </p14:cNvPr>
                <p14:cNvContentPartPr/>
                <p14:nvPr/>
              </p14:nvContentPartPr>
              <p14:xfrm>
                <a:off x="6771141" y="5742746"/>
                <a:ext cx="16560" cy="8280"/>
              </p14:xfrm>
            </p:contentPart>
          </mc:Choice>
          <mc:Fallback xmlns=""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B444EDDA-5D6E-5C18-F6D3-A0BE1DD8EC7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765021" y="5736626"/>
                  <a:ext cx="288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B05F7572-E9D4-689F-C62C-B3F4FF92B42C}"/>
                    </a:ext>
                  </a:extLst>
                </p14:cNvPr>
                <p14:cNvContentPartPr/>
                <p14:nvPr/>
              </p14:nvContentPartPr>
              <p14:xfrm>
                <a:off x="6875181" y="5260706"/>
                <a:ext cx="68760" cy="552600"/>
              </p14:xfrm>
            </p:contentPart>
          </mc:Choice>
          <mc:Fallback xmlns=""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B05F7572-E9D4-689F-C62C-B3F4FF92B42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869061" y="5254586"/>
                  <a:ext cx="81000" cy="56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8B95A7E3-1888-D34E-AC11-17574A55A048}"/>
                    </a:ext>
                  </a:extLst>
                </p14:cNvPr>
                <p14:cNvContentPartPr/>
                <p14:nvPr/>
              </p14:nvContentPartPr>
              <p14:xfrm>
                <a:off x="7884621" y="5393186"/>
                <a:ext cx="14040" cy="251280"/>
              </p14:xfrm>
            </p:contentPart>
          </mc:Choice>
          <mc:Fallback xmlns=""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8B95A7E3-1888-D34E-AC11-17574A55A04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878501" y="5387066"/>
                  <a:ext cx="2628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E4C7C2C2-4E3E-F8C5-3FF5-C3552354B9A3}"/>
                    </a:ext>
                  </a:extLst>
                </p14:cNvPr>
                <p14:cNvContentPartPr/>
                <p14:nvPr/>
              </p14:nvContentPartPr>
              <p14:xfrm>
                <a:off x="7818741" y="5498306"/>
                <a:ext cx="183960" cy="27360"/>
              </p14:xfrm>
            </p:contentPart>
          </mc:Choice>
          <mc:Fallback xmlns=""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E4C7C2C2-4E3E-F8C5-3FF5-C3552354B9A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812621" y="5492186"/>
                  <a:ext cx="1962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77422BF6-D788-781B-7E98-A8B57441821C}"/>
                    </a:ext>
                  </a:extLst>
                </p14:cNvPr>
                <p14:cNvContentPartPr/>
                <p14:nvPr/>
              </p14:nvContentPartPr>
              <p14:xfrm>
                <a:off x="8107461" y="5353586"/>
                <a:ext cx="135360" cy="307440"/>
              </p14:xfrm>
            </p:contentPart>
          </mc:Choice>
          <mc:Fallback xmlns=""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77422BF6-D788-781B-7E98-A8B57441821C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101341" y="5347466"/>
                  <a:ext cx="14760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47A8C066-4DBC-A3F6-A5E0-6B5ED83505D2}"/>
                    </a:ext>
                  </a:extLst>
                </p14:cNvPr>
                <p14:cNvContentPartPr/>
                <p14:nvPr/>
              </p14:nvContentPartPr>
              <p14:xfrm>
                <a:off x="8268741" y="5274026"/>
                <a:ext cx="94680" cy="461520"/>
              </p14:xfrm>
            </p:contentPart>
          </mc:Choice>
          <mc:Fallback xmlns=""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47A8C066-4DBC-A3F6-A5E0-6B5ED83505D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262621" y="5267906"/>
                  <a:ext cx="106920" cy="47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22" name="Entrada de lápiz 121">
                <a:extLst>
                  <a:ext uri="{FF2B5EF4-FFF2-40B4-BE49-F238E27FC236}">
                    <a16:creationId xmlns:a16="http://schemas.microsoft.com/office/drawing/2014/main" id="{8FBF6153-A78D-3089-958E-8DAF0C8E2372}"/>
                  </a:ext>
                </a:extLst>
              </p14:cNvPr>
              <p14:cNvContentPartPr/>
              <p14:nvPr/>
            </p14:nvContentPartPr>
            <p14:xfrm>
              <a:off x="8494101" y="5035706"/>
              <a:ext cx="132840" cy="1169280"/>
            </p14:xfrm>
          </p:contentPart>
        </mc:Choice>
        <mc:Fallback xmlns="">
          <p:pic>
            <p:nvPicPr>
              <p:cNvPr id="122" name="Entrada de lápiz 121">
                <a:extLst>
                  <a:ext uri="{FF2B5EF4-FFF2-40B4-BE49-F238E27FC236}">
                    <a16:creationId xmlns:a16="http://schemas.microsoft.com/office/drawing/2014/main" id="{8FBF6153-A78D-3089-958E-8DAF0C8E2372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8458461" y="4999706"/>
                <a:ext cx="204480" cy="12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23" name="Entrada de lápiz 122">
                <a:extLst>
                  <a:ext uri="{FF2B5EF4-FFF2-40B4-BE49-F238E27FC236}">
                    <a16:creationId xmlns:a16="http://schemas.microsoft.com/office/drawing/2014/main" id="{0695E856-70C6-BA4F-DB88-719EEEF64213}"/>
                  </a:ext>
                </a:extLst>
              </p14:cNvPr>
              <p14:cNvContentPartPr/>
              <p14:nvPr/>
            </p14:nvContentPartPr>
            <p14:xfrm>
              <a:off x="5739741" y="2486906"/>
              <a:ext cx="2701800" cy="2536200"/>
            </p14:xfrm>
          </p:contentPart>
        </mc:Choice>
        <mc:Fallback xmlns="">
          <p:pic>
            <p:nvPicPr>
              <p:cNvPr id="123" name="Entrada de lápiz 122">
                <a:extLst>
                  <a:ext uri="{FF2B5EF4-FFF2-40B4-BE49-F238E27FC236}">
                    <a16:creationId xmlns:a16="http://schemas.microsoft.com/office/drawing/2014/main" id="{0695E856-70C6-BA4F-DB88-719EEEF64213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5704101" y="2451266"/>
                <a:ext cx="2773440" cy="260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27" name="Entrada de lápiz 126">
                <a:extLst>
                  <a:ext uri="{FF2B5EF4-FFF2-40B4-BE49-F238E27FC236}">
                    <a16:creationId xmlns:a16="http://schemas.microsoft.com/office/drawing/2014/main" id="{804578EC-FF69-2B8B-1293-4A670EE444CD}"/>
                  </a:ext>
                </a:extLst>
              </p14:cNvPr>
              <p14:cNvContentPartPr/>
              <p14:nvPr/>
            </p14:nvContentPartPr>
            <p14:xfrm>
              <a:off x="2199141" y="5168906"/>
              <a:ext cx="329040" cy="237600"/>
            </p14:xfrm>
          </p:contentPart>
        </mc:Choice>
        <mc:Fallback xmlns="">
          <p:pic>
            <p:nvPicPr>
              <p:cNvPr id="127" name="Entrada de lápiz 126">
                <a:extLst>
                  <a:ext uri="{FF2B5EF4-FFF2-40B4-BE49-F238E27FC236}">
                    <a16:creationId xmlns:a16="http://schemas.microsoft.com/office/drawing/2014/main" id="{804578EC-FF69-2B8B-1293-4A670EE444CD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2193021" y="5162786"/>
                <a:ext cx="341280" cy="24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57983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B77576E5-E7DB-46C7-B0D9-A0AB18787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A2C244BC-AB19-460B-9A7B-5BAFE9DEAB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2D7728D-2CB0-4ADE-B6BF-4BA8ED772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A3E0EDB8-8162-4D16-9521-52415777B0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27060CB3-C139-4548-A73F-74689C9292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DEB4B82D-A989-40D8-A457-F1D9C0345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C3B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14E99EC7-4ECA-46FD-A4EE-C28A8AC67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736" y="28937"/>
            <a:ext cx="12188825" cy="685621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AC19626-EEEA-F184-66E3-301AD3AE0AF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8885" t="10679" r="41610" b="9502"/>
          <a:stretch/>
        </p:blipFill>
        <p:spPr>
          <a:xfrm>
            <a:off x="3332259" y="765953"/>
            <a:ext cx="7030941" cy="5638800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67034349-EB95-4DEC-941A-A5BEB23CC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28956"/>
            <a:ext cx="12234672" cy="658368"/>
            <a:chOff x="-18288" y="3128956"/>
            <a:chExt cx="12234672" cy="658368"/>
          </a:xfrm>
        </p:grpSpPr>
        <p:sp useBgFill="1">
          <p:nvSpPr>
            <p:cNvPr id="42" name="Rounded Rectangle 21">
              <a:extLst>
                <a:ext uri="{FF2B5EF4-FFF2-40B4-BE49-F238E27FC236}">
                  <a16:creationId xmlns:a16="http://schemas.microsoft.com/office/drawing/2014/main" id="{4ED14EF1-39B3-426A-842A-CEA137A65D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2303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20BA46E3-54EA-491A-BDC2-C9A945118E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8288" y="3154680"/>
              <a:ext cx="777240" cy="606425"/>
            </a:xfrm>
            <a:prstGeom prst="rect">
              <a:avLst/>
            </a:prstGeom>
          </p:spPr>
        </p:pic>
        <p:sp useBgFill="1">
          <p:nvSpPr>
            <p:cNvPr id="44" name="Rounded Rectangle 27">
              <a:extLst>
                <a:ext uri="{FF2B5EF4-FFF2-40B4-BE49-F238E27FC236}">
                  <a16:creationId xmlns:a16="http://schemas.microsoft.com/office/drawing/2014/main" id="{BC6C1592-02CC-4EA4-9A0E-7BE7C1ED8B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14377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srgbClr val="171717">
                  <a:alpha val="82745"/>
                </a:srgb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367E44A5-FAF8-4D81-90C9-CFD68F1A1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11439144" y="3154680"/>
              <a:ext cx="777240" cy="606425"/>
            </a:xfrm>
            <a:prstGeom prst="rect">
              <a:avLst/>
            </a:prstGeom>
          </p:spPr>
        </p:pic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14272092-7BD7-EB7E-8B91-2648466E8FF2}"/>
              </a:ext>
            </a:extLst>
          </p:cNvPr>
          <p:cNvGrpSpPr/>
          <p:nvPr/>
        </p:nvGrpSpPr>
        <p:grpSpPr>
          <a:xfrm>
            <a:off x="5804181" y="5989706"/>
            <a:ext cx="66600" cy="176040"/>
            <a:chOff x="5804181" y="5989706"/>
            <a:chExt cx="66600" cy="17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22D9A72F-20D5-8022-CD1D-607A6637BA1A}"/>
                    </a:ext>
                  </a:extLst>
                </p14:cNvPr>
                <p14:cNvContentPartPr/>
                <p14:nvPr/>
              </p14:nvContentPartPr>
              <p14:xfrm>
                <a:off x="5804181" y="6003026"/>
                <a:ext cx="62280" cy="135360"/>
              </p14:xfrm>
            </p:contentPart>
          </mc:Choice>
          <mc:Fallback xmlns=""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22D9A72F-20D5-8022-CD1D-607A6637BA1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798061" y="5996906"/>
                  <a:ext cx="745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E4425D26-1C69-908F-F566-46E56C5B3374}"/>
                    </a:ext>
                  </a:extLst>
                </p14:cNvPr>
                <p14:cNvContentPartPr/>
                <p14:nvPr/>
              </p14:nvContentPartPr>
              <p14:xfrm>
                <a:off x="5835501" y="5989706"/>
                <a:ext cx="35280" cy="176040"/>
              </p14:xfrm>
            </p:contentPart>
          </mc:Choice>
          <mc:Fallback xmlns=""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E4425D26-1C69-908F-F566-46E56C5B337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829381" y="5983586"/>
                  <a:ext cx="47520" cy="188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02FAF6E8-CFA8-37EE-7356-B0250FEC876E}"/>
                  </a:ext>
                </a:extLst>
              </p14:cNvPr>
              <p14:cNvContentPartPr/>
              <p14:nvPr/>
            </p14:nvContentPartPr>
            <p14:xfrm>
              <a:off x="6530301" y="5949746"/>
              <a:ext cx="103320" cy="160560"/>
            </p14:xfrm>
          </p:contentPart>
        </mc:Choice>
        <mc:Fallback xmlns=""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02FAF6E8-CFA8-37EE-7356-B0250FEC876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24181" y="5943626"/>
                <a:ext cx="115560" cy="172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upo 22">
            <a:extLst>
              <a:ext uri="{FF2B5EF4-FFF2-40B4-BE49-F238E27FC236}">
                <a16:creationId xmlns:a16="http://schemas.microsoft.com/office/drawing/2014/main" id="{3F4B96FE-023A-7DA4-DF60-BC226D5E7F3E}"/>
              </a:ext>
            </a:extLst>
          </p:cNvPr>
          <p:cNvGrpSpPr/>
          <p:nvPr/>
        </p:nvGrpSpPr>
        <p:grpSpPr>
          <a:xfrm>
            <a:off x="5874381" y="5379866"/>
            <a:ext cx="105480" cy="282600"/>
            <a:chOff x="5874381" y="5379866"/>
            <a:chExt cx="105480" cy="28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A87E093D-3509-4AB8-57C5-9B1B7D66C371}"/>
                    </a:ext>
                  </a:extLst>
                </p14:cNvPr>
                <p14:cNvContentPartPr/>
                <p14:nvPr/>
              </p14:nvContentPartPr>
              <p14:xfrm>
                <a:off x="5896701" y="5379866"/>
                <a:ext cx="83160" cy="169560"/>
              </p14:xfrm>
            </p:contentPart>
          </mc:Choice>
          <mc:Fallback xmlns=""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A87E093D-3509-4AB8-57C5-9B1B7D66C37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890581" y="5373746"/>
                  <a:ext cx="954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7B6321F9-1AE2-FC29-842E-5F827C47E9C2}"/>
                    </a:ext>
                  </a:extLst>
                </p14:cNvPr>
                <p14:cNvContentPartPr/>
                <p14:nvPr/>
              </p14:nvContentPartPr>
              <p14:xfrm>
                <a:off x="5874381" y="5379866"/>
                <a:ext cx="102240" cy="282600"/>
              </p14:xfrm>
            </p:contentPart>
          </mc:Choice>
          <mc:Fallback xmlns=""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7B6321F9-1AE2-FC29-842E-5F827C47E9C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868261" y="5373746"/>
                  <a:ext cx="114480" cy="29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5" name="Entrada de lápiz 24">
                <a:extLst>
                  <a:ext uri="{FF2B5EF4-FFF2-40B4-BE49-F238E27FC236}">
                    <a16:creationId xmlns:a16="http://schemas.microsoft.com/office/drawing/2014/main" id="{E93794B7-1822-9A29-3674-0FE70A41B8EC}"/>
                  </a:ext>
                </a:extLst>
              </p14:cNvPr>
              <p14:cNvContentPartPr/>
              <p14:nvPr/>
            </p14:nvContentPartPr>
            <p14:xfrm>
              <a:off x="5548581" y="4106186"/>
              <a:ext cx="78480" cy="173520"/>
            </p14:xfrm>
          </p:contentPart>
        </mc:Choice>
        <mc:Fallback xmlns="">
          <p:pic>
            <p:nvPicPr>
              <p:cNvPr id="25" name="Entrada de lápiz 24">
                <a:extLst>
                  <a:ext uri="{FF2B5EF4-FFF2-40B4-BE49-F238E27FC236}">
                    <a16:creationId xmlns:a16="http://schemas.microsoft.com/office/drawing/2014/main" id="{E93794B7-1822-9A29-3674-0FE70A41B8E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542461" y="4100066"/>
                <a:ext cx="9072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7" name="Entrada de lápiz 26">
                <a:extLst>
                  <a:ext uri="{FF2B5EF4-FFF2-40B4-BE49-F238E27FC236}">
                    <a16:creationId xmlns:a16="http://schemas.microsoft.com/office/drawing/2014/main" id="{75B6F69E-98B7-3C56-242B-2283005C5659}"/>
                  </a:ext>
                </a:extLst>
              </p14:cNvPr>
              <p14:cNvContentPartPr/>
              <p14:nvPr/>
            </p14:nvContentPartPr>
            <p14:xfrm>
              <a:off x="6835581" y="5316866"/>
              <a:ext cx="66600" cy="189720"/>
            </p14:xfrm>
          </p:contentPart>
        </mc:Choice>
        <mc:Fallback xmlns="">
          <p:pic>
            <p:nvPicPr>
              <p:cNvPr id="27" name="Entrada de lápiz 26">
                <a:extLst>
                  <a:ext uri="{FF2B5EF4-FFF2-40B4-BE49-F238E27FC236}">
                    <a16:creationId xmlns:a16="http://schemas.microsoft.com/office/drawing/2014/main" id="{75B6F69E-98B7-3C56-242B-2283005C565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829461" y="5310746"/>
                <a:ext cx="7884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8" name="Entrada de lápiz 27">
                <a:extLst>
                  <a:ext uri="{FF2B5EF4-FFF2-40B4-BE49-F238E27FC236}">
                    <a16:creationId xmlns:a16="http://schemas.microsoft.com/office/drawing/2014/main" id="{59045A86-988E-D5E0-FDDE-B95C7B2FF2FF}"/>
                  </a:ext>
                </a:extLst>
              </p14:cNvPr>
              <p14:cNvContentPartPr/>
              <p14:nvPr/>
            </p14:nvContentPartPr>
            <p14:xfrm>
              <a:off x="6332661" y="2930066"/>
              <a:ext cx="68400" cy="156960"/>
            </p14:xfrm>
          </p:contentPart>
        </mc:Choice>
        <mc:Fallback xmlns="">
          <p:pic>
            <p:nvPicPr>
              <p:cNvPr id="28" name="Entrada de lápiz 27">
                <a:extLst>
                  <a:ext uri="{FF2B5EF4-FFF2-40B4-BE49-F238E27FC236}">
                    <a16:creationId xmlns:a16="http://schemas.microsoft.com/office/drawing/2014/main" id="{59045A86-988E-D5E0-FDDE-B95C7B2FF2F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326541" y="2923946"/>
                <a:ext cx="80640" cy="16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670746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8EC7B1-5E1A-A55B-0C88-FD4CC1529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050768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3575</TotalTime>
  <Words>1518</Words>
  <Application>Microsoft Office PowerPoint</Application>
  <PresentationFormat>Panorámica</PresentationFormat>
  <Paragraphs>187</Paragraphs>
  <Slides>38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47" baseType="lpstr">
      <vt:lpstr>-apple-system</vt:lpstr>
      <vt:lpstr>Arial</vt:lpstr>
      <vt:lpstr>Cambria Math</vt:lpstr>
      <vt:lpstr>Garamond</vt:lpstr>
      <vt:lpstr>KaTeX_Main</vt:lpstr>
      <vt:lpstr>KaTeX_Math</vt:lpstr>
      <vt:lpstr>Symbol</vt:lpstr>
      <vt:lpstr>Trebuchet MS</vt:lpstr>
      <vt:lpstr>Organic</vt:lpstr>
      <vt:lpstr>Derivadas</vt:lpstr>
      <vt:lpstr>Velocidad</vt:lpstr>
      <vt:lpstr>Velocidad</vt:lpstr>
      <vt:lpstr>Función Velocidad</vt:lpstr>
      <vt:lpstr>Velocidad</vt:lpstr>
      <vt:lpstr>Velocidad promedio</vt:lpstr>
      <vt:lpstr>Razón de cambio</vt:lpstr>
      <vt:lpstr>Velocidad instantánea </vt:lpstr>
      <vt:lpstr>Derivada </vt:lpstr>
      <vt:lpstr>Derivada </vt:lpstr>
      <vt:lpstr>Derivada </vt:lpstr>
      <vt:lpstr>Derivada </vt:lpstr>
      <vt:lpstr>Derivada </vt:lpstr>
      <vt:lpstr>Derivada </vt:lpstr>
      <vt:lpstr>Derivada </vt:lpstr>
      <vt:lpstr>Derivada </vt:lpstr>
      <vt:lpstr>Derivada </vt:lpstr>
      <vt:lpstr>Derivada </vt:lpstr>
      <vt:lpstr>Interpretación geométrica </vt:lpstr>
      <vt:lpstr>Por otro lado, se puede formar un triángulo rectángulo  con la recta secante entre los puntos A y B, trazando una línea horizontal desde A y una línea vertical desde B, donde vemos que la recta secante forma un ángulo α con la horizontal</vt:lpstr>
      <vt:lpstr>¿Cómo se calcula la tg de un ángulo? </vt:lpstr>
      <vt:lpstr>Presentación de PowerPoint</vt:lpstr>
      <vt:lpstr>Presentación de PowerPoint</vt:lpstr>
      <vt:lpstr>  ¿Qué sucede cuando el punto B se aproxima al punto A siguiendo la función?  </vt:lpstr>
      <vt:lpstr>Cuando h tiende a 0 la pendiente de la recta tangente en el punto A, es el límite de  h cuando tiende a cero,  la fórmula de la pendiente</vt:lpstr>
      <vt:lpstr>Presentación de PowerPoint</vt:lpstr>
      <vt:lpstr>Regla de la cadena </vt:lpstr>
      <vt:lpstr>Presentación de PowerPoint</vt:lpstr>
      <vt:lpstr>La fórmula de la regla de la cadena </vt:lpstr>
      <vt:lpstr>Presentación de PowerPoint</vt:lpstr>
      <vt:lpstr>Presentación de PowerPoint</vt:lpstr>
      <vt:lpstr>Presentación de PowerPoint</vt:lpstr>
      <vt:lpstr>Identificar a las funciones externa e interna</vt:lpstr>
      <vt:lpstr>Presentación de PowerPoint</vt:lpstr>
      <vt:lpstr>Derivar </vt:lpstr>
      <vt:lpstr>Deriva la siguiente función: 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Derivadas</dc:title>
  <dc:creator>ESTILO FOTOGRAFIA</dc:creator>
  <cp:lastModifiedBy>Mariana Soledad</cp:lastModifiedBy>
  <cp:revision>27</cp:revision>
  <dcterms:created xsi:type="dcterms:W3CDTF">2021-09-30T14:05:58Z</dcterms:created>
  <dcterms:modified xsi:type="dcterms:W3CDTF">2024-08-12T23:38:40Z</dcterms:modified>
</cp:coreProperties>
</file>