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smtClean="0"/>
              <a:t>Haga clic para editar el estilo de subtítulo del patrón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1D649-8235-4EE8-B9BA-6E50070BC9FA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1FFFC-E1FA-4D90-B19C-9D8ACF8D8A1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36935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1D649-8235-4EE8-B9BA-6E50070BC9FA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1FFFC-E1FA-4D90-B19C-9D8ACF8D8A1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03535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1D649-8235-4EE8-B9BA-6E50070BC9FA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1FFFC-E1FA-4D90-B19C-9D8ACF8D8A1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8842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1D649-8235-4EE8-B9BA-6E50070BC9FA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1FFFC-E1FA-4D90-B19C-9D8ACF8D8A1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95125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1D649-8235-4EE8-B9BA-6E50070BC9FA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1FFFC-E1FA-4D90-B19C-9D8ACF8D8A1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93765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1D649-8235-4EE8-B9BA-6E50070BC9FA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1FFFC-E1FA-4D90-B19C-9D8ACF8D8A1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37684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1D649-8235-4EE8-B9BA-6E50070BC9FA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1FFFC-E1FA-4D90-B19C-9D8ACF8D8A1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85339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1D649-8235-4EE8-B9BA-6E50070BC9FA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1FFFC-E1FA-4D90-B19C-9D8ACF8D8A1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3117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1D649-8235-4EE8-B9BA-6E50070BC9FA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1FFFC-E1FA-4D90-B19C-9D8ACF8D8A1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01136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1D649-8235-4EE8-B9BA-6E50070BC9FA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1FFFC-E1FA-4D90-B19C-9D8ACF8D8A1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59620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1D649-8235-4EE8-B9BA-6E50070BC9FA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1FFFC-E1FA-4D90-B19C-9D8ACF8D8A1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70735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11D649-8235-4EE8-B9BA-6E50070BC9FA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01FFFC-E1FA-4D90-B19C-9D8ACF8D8A1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6283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dirty="0" smtClean="0"/>
              <a:t>Ejercicios de Máquina de Turing (resueltos)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00020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200" dirty="0" smtClean="0"/>
              <a:t>.</a:t>
            </a:r>
            <a:endParaRPr lang="en-US" sz="200" dirty="0"/>
          </a:p>
        </p:txBody>
      </p:sp>
      <p:pic>
        <p:nvPicPr>
          <p:cNvPr id="4" name="Marcador de contenido 3"/>
          <p:cNvPicPr>
            <a:picLocks noGrp="1"/>
          </p:cNvPicPr>
          <p:nvPr>
            <p:ph idx="1"/>
          </p:nvPr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rcRect l="3395" t="11472" r="5465" b="39625"/>
          <a:stretch/>
        </p:blipFill>
        <p:spPr bwMode="auto">
          <a:xfrm>
            <a:off x="362491" y="1153313"/>
            <a:ext cx="11467018" cy="4454434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7258908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200" dirty="0" smtClean="0"/>
              <a:t>.</a:t>
            </a:r>
            <a:endParaRPr lang="en-US" sz="200" dirty="0"/>
          </a:p>
        </p:txBody>
      </p:sp>
      <p:pic>
        <p:nvPicPr>
          <p:cNvPr id="4" name="Marcador de contenido 3"/>
          <p:cNvPicPr>
            <a:picLocks noGrp="1"/>
          </p:cNvPicPr>
          <p:nvPr>
            <p:ph idx="1"/>
          </p:nvPr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rcRect l="3394" t="15093" r="4108" b="20608"/>
          <a:stretch/>
        </p:blipFill>
        <p:spPr bwMode="auto">
          <a:xfrm>
            <a:off x="574766" y="1946414"/>
            <a:ext cx="10779034" cy="442826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7838007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200" dirty="0" smtClean="0"/>
              <a:t>.</a:t>
            </a:r>
            <a:endParaRPr lang="en-US" sz="200" dirty="0"/>
          </a:p>
        </p:txBody>
      </p:sp>
      <p:pic>
        <p:nvPicPr>
          <p:cNvPr id="4" name="Marcador de contenido 3"/>
          <p:cNvPicPr>
            <a:picLocks noGrp="1"/>
          </p:cNvPicPr>
          <p:nvPr>
            <p:ph idx="1"/>
          </p:nvPr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rcRect l="4752" t="25961" r="3258" b="18193"/>
          <a:stretch/>
        </p:blipFill>
        <p:spPr bwMode="auto">
          <a:xfrm>
            <a:off x="202129" y="1027906"/>
            <a:ext cx="11586755" cy="4611187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1747199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200" dirty="0" smtClean="0"/>
              <a:t>.</a:t>
            </a:r>
            <a:endParaRPr lang="en-US" sz="200" dirty="0"/>
          </a:p>
        </p:txBody>
      </p:sp>
      <p:pic>
        <p:nvPicPr>
          <p:cNvPr id="4" name="Marcador de contenido 3"/>
          <p:cNvPicPr>
            <a:picLocks noGrp="1"/>
          </p:cNvPicPr>
          <p:nvPr>
            <p:ph idx="1"/>
          </p:nvPr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rcRect l="3485" t="41714" r="51196" b="35400"/>
          <a:stretch/>
        </p:blipFill>
        <p:spPr bwMode="auto">
          <a:xfrm>
            <a:off x="548640" y="4075612"/>
            <a:ext cx="7733211" cy="2181493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5" name="CuadroTexto 4"/>
          <p:cNvSpPr txBox="1"/>
          <p:nvPr/>
        </p:nvSpPr>
        <p:spPr>
          <a:xfrm>
            <a:off x="838200" y="431074"/>
            <a:ext cx="105156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dirty="0" smtClean="0"/>
              <a:t>4° graficar una M.T. que sume la cantidad de unos de dos números expresados en unarios y separados por un 0 </a:t>
            </a:r>
          </a:p>
          <a:p>
            <a:r>
              <a:rPr lang="es-ES" sz="3600" dirty="0" smtClean="0"/>
              <a:t>                      +</a:t>
            </a:r>
          </a:p>
          <a:p>
            <a:r>
              <a:rPr lang="es-ES" sz="3600" dirty="0" smtClean="0"/>
              <a:t>Inicial:  </a:t>
            </a:r>
            <a:r>
              <a:rPr lang="es-ES" sz="4400" dirty="0" smtClean="0"/>
              <a:t>1110110</a:t>
            </a:r>
          </a:p>
          <a:p>
            <a:r>
              <a:rPr lang="es-ES" sz="3600" dirty="0" smtClean="0"/>
              <a:t>Medio </a:t>
            </a:r>
            <a:r>
              <a:rPr lang="es-ES" sz="4400" dirty="0" smtClean="0"/>
              <a:t>1111110</a:t>
            </a:r>
          </a:p>
          <a:p>
            <a:r>
              <a:rPr lang="es-ES" sz="3600" dirty="0" smtClean="0"/>
              <a:t>Final: </a:t>
            </a:r>
            <a:r>
              <a:rPr lang="es-ES" sz="4400" dirty="0" smtClean="0"/>
              <a:t>1111100</a:t>
            </a:r>
            <a:endParaRPr lang="en-US" sz="4400" dirty="0"/>
          </a:p>
        </p:txBody>
      </p:sp>
      <p:sp>
        <p:nvSpPr>
          <p:cNvPr id="10" name="Arco 9"/>
          <p:cNvSpPr/>
          <p:nvPr/>
        </p:nvSpPr>
        <p:spPr>
          <a:xfrm>
            <a:off x="2220681" y="1795796"/>
            <a:ext cx="888279" cy="248197"/>
          </a:xfrm>
          <a:prstGeom prst="arc">
            <a:avLst>
              <a:gd name="adj1" fmla="val 10232263"/>
              <a:gd name="adj2" fmla="val 0"/>
            </a:avLst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Arco 10"/>
          <p:cNvSpPr/>
          <p:nvPr/>
        </p:nvSpPr>
        <p:spPr>
          <a:xfrm>
            <a:off x="3470371" y="1795796"/>
            <a:ext cx="618306" cy="248197"/>
          </a:xfrm>
          <a:prstGeom prst="arc">
            <a:avLst>
              <a:gd name="adj1" fmla="val 10232263"/>
              <a:gd name="adj2" fmla="val 0"/>
            </a:avLst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04731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217</TotalTime>
  <Words>45</Words>
  <Application>Microsoft Office PowerPoint</Application>
  <PresentationFormat>Panorámica</PresentationFormat>
  <Paragraphs>10</Paragraphs>
  <Slides>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Tema de Office</vt:lpstr>
      <vt:lpstr>Ejercicios de Máquina de Turing (resueltos)</vt:lpstr>
      <vt:lpstr>.</vt:lpstr>
      <vt:lpstr>.</vt:lpstr>
      <vt:lpstr>.</vt:lpstr>
      <vt:lpstr>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Bangho</dc:creator>
  <cp:lastModifiedBy>Bangho</cp:lastModifiedBy>
  <cp:revision>9</cp:revision>
  <dcterms:created xsi:type="dcterms:W3CDTF">2023-05-31T21:33:24Z</dcterms:created>
  <dcterms:modified xsi:type="dcterms:W3CDTF">2025-05-27T13:10:02Z</dcterms:modified>
</cp:coreProperties>
</file>