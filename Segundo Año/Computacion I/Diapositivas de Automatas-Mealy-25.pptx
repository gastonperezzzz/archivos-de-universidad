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_rels/theme10.xml.rels" ContentType="application/vnd.openxmlformats-package.relationships+xml"/>
  <Override PartName="/ppt/theme/_rels/theme1.xml.rels" ContentType="application/vnd.openxmlformats-package.relationships+xml"/>
  <Override PartName="/ppt/theme/_rels/theme9.xml.rels" ContentType="application/vnd.openxmlformats-package.relationships+xml"/>
  <Override PartName="/ppt/theme/_rels/theme8.xml.rels" ContentType="application/vnd.openxmlformats-package.relationships+xml"/>
  <Override PartName="/ppt/theme/_rels/theme7.xml.rels" ContentType="application/vnd.openxmlformats-package.relationships+xml"/>
  <Override PartName="/ppt/theme/_rels/theme6.xml.rels" ContentType="application/vnd.openxmlformats-package.relationships+xml"/>
  <Override PartName="/ppt/theme/_rels/theme5.xml.rels" ContentType="application/vnd.openxmlformats-package.relationships+xml"/>
  <Override PartName="/ppt/theme/_rels/theme4.xml.rels" ContentType="application/vnd.openxmlformats-package.relationships+xml"/>
  <Override PartName="/ppt/theme/_rels/theme3.xml.rels" ContentType="application/vnd.openxmlformats-package.relationships+xml"/>
  <Override PartName="/ppt/theme/_rels/theme2.xml.rels" ContentType="application/vnd.openxmlformats-package.relationships+xml"/>
  <Override PartName="/ppt/theme/_rels/theme11.xml.rels" ContentType="application/vnd.openxmlformats-package.relationships+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hdphoto2.wdp" ContentType="image/vnd.ms-photo"/>
  <Override PartName="/ppt/media/image9.png" ContentType="image/png"/>
  <Override PartName="/ppt/media/image1.jpeg" ContentType="image/jpeg"/>
  <Override PartName="/ppt/media/image10.png" ContentType="image/png"/>
  <Override PartName="/ppt/media/image6.png" ContentType="image/png"/>
  <Override PartName="/ppt/media/image15.png" ContentType="image/png"/>
  <Override PartName="/ppt/media/image14.png" ContentType="image/png"/>
  <Override PartName="/ppt/media/image5.png" ContentType="image/png"/>
  <Override PartName="/ppt/media/image16.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hdphoto1.wdp" ContentType="image/vnd.ms-photo"/>
  <Override PartName="/ppt/media/image3.png" ContentType="image/png"/>
  <Override PartName="/ppt/embeddings/oleObject1.bin" ContentType="application/vnd.openxmlformats-officedocument.oleObject"/>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26.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Century Schoolbook"/>
            </a:endParaRPr>
          </a:p>
        </p:txBody>
      </p:sp>
      <p:sp>
        <p:nvSpPr>
          <p:cNvPr id="2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F4F1025-17F1-43CB-9C46-66994C91B29B}"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9B6255F-2C9D-44B5-B9DE-64EB1AC604E4}" type="slidenum">
              <a:t>&lt;#&gt;</a:t>
            </a:fld>
          </a:p>
        </p:txBody>
      </p:sp>
      <p:sp>
        <p:nvSpPr>
          <p:cNvPr id="4" name="PlaceHolder 3"/>
          <p:cNvSpPr>
            <a:spLocks noGrp="1"/>
          </p:cNvSpPr>
          <p:nvPr>
            <p:ph type="dt" idx="4"/>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BCDE84A-1152-4144-AF68-0EC635B60FA6}" type="slidenum">
              <a:t>&lt;#&gt;</a:t>
            </a:fld>
          </a:p>
        </p:txBody>
      </p:sp>
      <p:sp>
        <p:nvSpPr>
          <p:cNvPr id="4" name="PlaceHolder 3"/>
          <p:cNvSpPr>
            <a:spLocks noGrp="1"/>
          </p:cNvSpPr>
          <p:nvPr>
            <p:ph type="dt" idx="7"/>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Century Schoolbook"/>
            </a:endParaRPr>
          </a:p>
        </p:txBody>
      </p:sp>
      <p:sp>
        <p:nvSpPr>
          <p:cNvPr id="6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ES" sz="2400" spc="-1" strike="noStrike">
              <a:solidFill>
                <a:schemeClr val="dk1"/>
              </a:solidFill>
              <a:latin typeface="Century Schoolbook"/>
            </a:endParaRPr>
          </a:p>
        </p:txBody>
      </p:sp>
      <p:sp>
        <p:nvSpPr>
          <p:cNvPr id="4" name="PlaceHolder 3"/>
          <p:cNvSpPr>
            <a:spLocks noGrp="1"/>
          </p:cNvSpPr>
          <p:nvPr>
            <p:ph type="ftr" idx="12"/>
          </p:nvPr>
        </p:nvSpPr>
        <p:spPr/>
        <p:txBody>
          <a:bodyPr/>
          <a:p>
            <a:r>
              <a:t>Footer</a:t>
            </a:r>
          </a:p>
        </p:txBody>
      </p:sp>
      <p:sp>
        <p:nvSpPr>
          <p:cNvPr id="5" name="PlaceHolder 4"/>
          <p:cNvSpPr>
            <a:spLocks noGrp="1"/>
          </p:cNvSpPr>
          <p:nvPr>
            <p:ph type="sldNum" idx="11"/>
          </p:nvPr>
        </p:nvSpPr>
        <p:spPr/>
        <p:txBody>
          <a:bodyPr/>
          <a:p>
            <a:fld id="{872041F0-FAFA-4DE7-9A5B-760567239C50}" type="slidenum">
              <a:t>&lt;#&gt;</a:t>
            </a:fld>
          </a:p>
        </p:txBody>
      </p:sp>
      <p:sp>
        <p:nvSpPr>
          <p:cNvPr id="6" name="PlaceHolder 5"/>
          <p:cNvSpPr>
            <a:spLocks noGrp="1"/>
          </p:cNvSpPr>
          <p:nvPr>
            <p:ph type="dt" idx="10"/>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C0DAEA7B-EA56-422C-85D9-EEBDD5E2DA3E}" type="slidenum">
              <a:t>&lt;#&gt;</a:t>
            </a:fld>
          </a:p>
        </p:txBody>
      </p:sp>
      <p:sp>
        <p:nvSpPr>
          <p:cNvPr id="4" name="PlaceHolder 3"/>
          <p:cNvSpPr>
            <a:spLocks noGrp="1"/>
          </p:cNvSpPr>
          <p:nvPr>
            <p:ph type="dt" idx="13"/>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Century Schoolbook"/>
            </a:endParaRPr>
          </a:p>
        </p:txBody>
      </p:sp>
      <p:sp>
        <p:nvSpPr>
          <p:cNvPr id="10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ES" sz="2400" spc="-1" strike="noStrike">
              <a:solidFill>
                <a:schemeClr val="dk1"/>
              </a:solidFill>
              <a:latin typeface="Century Schoolbook"/>
            </a:endParaRPr>
          </a:p>
        </p:txBody>
      </p:sp>
      <p:sp>
        <p:nvSpPr>
          <p:cNvPr id="10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ES" sz="2400" spc="-1" strike="noStrike">
              <a:solidFill>
                <a:schemeClr val="dk1"/>
              </a:solidFill>
              <a:latin typeface="Century Schoolbook"/>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86C362C5-40AA-4854-9EBA-D9210F3EC9A7}" type="slidenum">
              <a:t>&lt;#&gt;</a:t>
            </a:fld>
          </a:p>
        </p:txBody>
      </p:sp>
      <p:sp>
        <p:nvSpPr>
          <p:cNvPr id="7" name="PlaceHolder 6"/>
          <p:cNvSpPr>
            <a:spLocks noGrp="1"/>
          </p:cNvSpPr>
          <p:nvPr>
            <p:ph type="dt" idx="16"/>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C9A91B9E-C57F-4A7F-885E-EB984965154C}" type="slidenum">
              <a:t>&lt;#&gt;</a:t>
            </a:fld>
          </a:p>
        </p:txBody>
      </p:sp>
      <p:sp>
        <p:nvSpPr>
          <p:cNvPr id="4" name="PlaceHolder 3"/>
          <p:cNvSpPr>
            <a:spLocks noGrp="1"/>
          </p:cNvSpPr>
          <p:nvPr>
            <p:ph type="dt" idx="19"/>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ólo el título">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s-ES" sz="1800" spc="-1" strike="noStrike">
              <a:solidFill>
                <a:schemeClr val="dk1"/>
              </a:solidFill>
              <a:latin typeface="Century Schoolbook"/>
            </a:endParaRPr>
          </a:p>
        </p:txBody>
      </p:sp>
      <p:sp>
        <p:nvSpPr>
          <p:cNvPr id="3" name="PlaceHolder 2"/>
          <p:cNvSpPr>
            <a:spLocks noGrp="1"/>
          </p:cNvSpPr>
          <p:nvPr>
            <p:ph type="ftr" idx="24"/>
          </p:nvPr>
        </p:nvSpPr>
        <p:spPr/>
        <p:txBody>
          <a:bodyPr/>
          <a:p>
            <a:r>
              <a:t>Footer</a:t>
            </a:r>
          </a:p>
        </p:txBody>
      </p:sp>
      <p:sp>
        <p:nvSpPr>
          <p:cNvPr id="4" name="PlaceHolder 3"/>
          <p:cNvSpPr>
            <a:spLocks noGrp="1"/>
          </p:cNvSpPr>
          <p:nvPr>
            <p:ph type="sldNum" idx="23"/>
          </p:nvPr>
        </p:nvSpPr>
        <p:spPr/>
        <p:txBody>
          <a:bodyPr/>
          <a:p>
            <a:fld id="{8A834FC2-7B54-492C-A348-8DF07E4DBD20}" type="slidenum">
              <a:t>&lt;#&gt;</a:t>
            </a:fld>
          </a:p>
        </p:txBody>
      </p:sp>
      <p:sp>
        <p:nvSpPr>
          <p:cNvPr id="5" name="PlaceHolder 4"/>
          <p:cNvSpPr>
            <a:spLocks noGrp="1"/>
          </p:cNvSpPr>
          <p:nvPr>
            <p:ph type="dt" idx="22"/>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B68523FC-4F41-4ED2-A194-B87FB6161F50}" type="slidenum">
              <a:t>&lt;#&gt;</a:t>
            </a:fld>
          </a:p>
        </p:txBody>
      </p:sp>
      <p:sp>
        <p:nvSpPr>
          <p:cNvPr id="4" name="PlaceHolder 3"/>
          <p:cNvSpPr>
            <a:spLocks noGrp="1"/>
          </p:cNvSpPr>
          <p:nvPr>
            <p:ph type="dt" idx="25"/>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30"/>
          </p:nvPr>
        </p:nvSpPr>
        <p:spPr/>
        <p:txBody>
          <a:bodyPr/>
          <a:p>
            <a:r>
              <a:t>Footer</a:t>
            </a:r>
          </a:p>
        </p:txBody>
      </p:sp>
      <p:sp>
        <p:nvSpPr>
          <p:cNvPr id="3" name="PlaceHolder 2"/>
          <p:cNvSpPr>
            <a:spLocks noGrp="1"/>
          </p:cNvSpPr>
          <p:nvPr>
            <p:ph type="sldNum" idx="29"/>
          </p:nvPr>
        </p:nvSpPr>
        <p:spPr/>
        <p:txBody>
          <a:bodyPr/>
          <a:p>
            <a:fld id="{10454550-7B9B-492F-80CB-C853835DEF68}" type="slidenum">
              <a:t>&lt;#&gt;</a:t>
            </a:fld>
          </a:p>
        </p:txBody>
      </p:sp>
      <p:sp>
        <p:nvSpPr>
          <p:cNvPr id="4" name="PlaceHolder 3"/>
          <p:cNvSpPr>
            <a:spLocks noGrp="1"/>
          </p:cNvSpPr>
          <p:nvPr>
            <p:ph type="dt" idx="28"/>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spTree>
      <p:nvGrpSpPr>
        <p:cNvPr id="1" name=""/>
        <p:cNvGrpSpPr/>
        <p:nvPr/>
      </p:nvGrpSpPr>
      <p:grpSpPr>
        <a:xfrm>
          <a:off x="0" y="0"/>
          <a:ext cx="0" cy="0"/>
          <a:chOff x="0" y="0"/>
          <a:chExt cx="0" cy="0"/>
        </a:xfrm>
      </p:grpSpPr>
      <p:sp>
        <p:nvSpPr>
          <p:cNvPr id="2" name="PlaceHolder 1"/>
          <p:cNvSpPr>
            <a:spLocks noGrp="1"/>
          </p:cNvSpPr>
          <p:nvPr>
            <p:ph type="ftr" idx="33"/>
          </p:nvPr>
        </p:nvSpPr>
        <p:spPr/>
        <p:txBody>
          <a:bodyPr/>
          <a:p>
            <a:r>
              <a:t>Footer</a:t>
            </a:r>
          </a:p>
        </p:txBody>
      </p:sp>
      <p:sp>
        <p:nvSpPr>
          <p:cNvPr id="3" name="PlaceHolder 2"/>
          <p:cNvSpPr>
            <a:spLocks noGrp="1"/>
          </p:cNvSpPr>
          <p:nvPr>
            <p:ph type="sldNum" idx="32"/>
          </p:nvPr>
        </p:nvSpPr>
        <p:spPr/>
        <p:txBody>
          <a:bodyPr/>
          <a:p>
            <a:fld id="{B40BEC6A-8E51-4A41-ABC8-3ECD4A74292C}" type="slidenum">
              <a:t>&lt;#&gt;</a:t>
            </a:fld>
          </a:p>
        </p:txBody>
      </p:sp>
      <p:sp>
        <p:nvSpPr>
          <p:cNvPr id="4" name="PlaceHolder 3"/>
          <p:cNvSpPr>
            <a:spLocks noGrp="1"/>
          </p:cNvSpPr>
          <p:nvPr>
            <p:ph type="dt" idx="31"/>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2"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3" name="9 Rectángulo" hidden="1"/>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4"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5" name="11 Elipse" hidden="1"/>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6" name="PlaceHolder 1"/>
          <p:cNvSpPr>
            <a:spLocks noGrp="1"/>
          </p:cNvSpPr>
          <p:nvPr>
            <p:ph type="title"/>
          </p:nvPr>
        </p:nvSpPr>
        <p:spPr>
          <a:xfrm>
            <a:off x="2286000" y="3124080"/>
            <a:ext cx="6171840" cy="1893960"/>
          </a:xfrm>
          <a:prstGeom prst="rect">
            <a:avLst/>
          </a:prstGeom>
          <a:noFill/>
          <a:ln w="0">
            <a:noFill/>
          </a:ln>
        </p:spPr>
        <p:txBody>
          <a:bodyPr lIns="90000" rIns="90000" tIns="45000" bIns="45000" anchor="b">
            <a:noAutofit/>
          </a:bodyPr>
          <a:p>
            <a:pPr indent="0">
              <a:lnSpc>
                <a:spcPct val="100000"/>
              </a:lnSpc>
              <a:buNone/>
            </a:pPr>
            <a:r>
              <a:rPr b="1"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7" name="PlaceHolder 2"/>
          <p:cNvSpPr>
            <a:spLocks noGrp="1"/>
          </p:cNvSpPr>
          <p:nvPr>
            <p:ph type="dt" idx="1"/>
          </p:nvPr>
        </p:nvSpPr>
        <p:spPr>
          <a:xfrm rot="5400000">
            <a:off x="7765200" y="1174320"/>
            <a:ext cx="2285640" cy="38052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 </a:t>
            </a:r>
            <a:endParaRPr b="0" lang="es-ES" sz="1200" spc="-1" strike="noStrike">
              <a:solidFill>
                <a:srgbClr val="000000"/>
              </a:solidFill>
              <a:latin typeface="Times New Roman"/>
            </a:endParaRPr>
          </a:p>
        </p:txBody>
      </p:sp>
      <p:sp>
        <p:nvSpPr>
          <p:cNvPr id="8" name="PlaceHolder 3"/>
          <p:cNvSpPr>
            <a:spLocks noGrp="1"/>
          </p:cNvSpPr>
          <p:nvPr>
            <p:ph type="ftr" idx="2"/>
          </p:nvPr>
        </p:nvSpPr>
        <p:spPr>
          <a:xfrm rot="5400000">
            <a:off x="7077240" y="4181400"/>
            <a:ext cx="3657240" cy="38376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 </a:t>
            </a:r>
            <a:endParaRPr b="0" lang="es-ES" sz="1400" spc="-1" strike="noStrike">
              <a:solidFill>
                <a:srgbClr val="000000"/>
              </a:solidFill>
              <a:latin typeface="Times New Roman"/>
            </a:endParaRPr>
          </a:p>
        </p:txBody>
      </p:sp>
      <p:sp>
        <p:nvSpPr>
          <p:cNvPr id="9" name="9 Rectángulo"/>
          <p:cNvSpPr/>
          <p:nvPr/>
        </p:nvSpPr>
        <p:spPr>
          <a:xfrm>
            <a:off x="380880" y="0"/>
            <a:ext cx="609120" cy="6857640"/>
          </a:xfrm>
          <a:prstGeom prst="rect">
            <a:avLst/>
          </a:prstGeom>
          <a:solidFill>
            <a:schemeClr val="accent1">
              <a:tint val="60000"/>
              <a:alpha val="54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0" name="11 Rectángulo"/>
          <p:cNvSpPr/>
          <p:nvPr/>
        </p:nvSpPr>
        <p:spPr>
          <a:xfrm>
            <a:off x="276480" y="0"/>
            <a:ext cx="104400" cy="6857640"/>
          </a:xfrm>
          <a:prstGeom prst="rect">
            <a:avLst/>
          </a:prstGeom>
          <a:solidFill>
            <a:schemeClr val="accent1">
              <a:tint val="40000"/>
              <a:alpha val="36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1" name="13 Rectángulo"/>
          <p:cNvSpPr/>
          <p:nvPr/>
        </p:nvSpPr>
        <p:spPr>
          <a:xfrm>
            <a:off x="990720" y="0"/>
            <a:ext cx="181440" cy="6857640"/>
          </a:xfrm>
          <a:prstGeom prst="rect">
            <a:avLst/>
          </a:prstGeom>
          <a:solidFill>
            <a:schemeClr val="accent1">
              <a:tint val="40000"/>
              <a:alpha val="70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2" name="18 Rectángulo"/>
          <p:cNvSpPr/>
          <p:nvPr/>
        </p:nvSpPr>
        <p:spPr>
          <a:xfrm>
            <a:off x="1141200" y="0"/>
            <a:ext cx="230040" cy="6857640"/>
          </a:xfrm>
          <a:prstGeom prst="rect">
            <a:avLst/>
          </a:prstGeom>
          <a:solidFill>
            <a:schemeClr val="accent1">
              <a:tint val="20000"/>
              <a:alpha val="71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3" name="10 Conector recto"/>
          <p:cNvSpPr/>
          <p:nvPr/>
        </p:nvSpPr>
        <p:spPr>
          <a:xfrm>
            <a:off x="106200" y="0"/>
            <a:ext cx="360" cy="6858000"/>
          </a:xfrm>
          <a:prstGeom prst="line">
            <a:avLst/>
          </a:prstGeom>
          <a:ln w="57150">
            <a:solidFill>
              <a:srgbClr val="fe8637">
                <a:tint val="60000"/>
                <a:alpha val="7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4" name="17 Conector recto"/>
          <p:cNvSpPr/>
          <p:nvPr/>
        </p:nvSpPr>
        <p:spPr>
          <a:xfrm>
            <a:off x="914400" y="0"/>
            <a:ext cx="360" cy="6858000"/>
          </a:xfrm>
          <a:prstGeom prst="line">
            <a:avLst/>
          </a:prstGeom>
          <a:ln w="57150">
            <a:solidFill>
              <a:srgbClr val="fe8637">
                <a:tint val="20000"/>
                <a:alpha val="8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5" name="19 Conector recto"/>
          <p:cNvSpPr/>
          <p:nvPr/>
        </p:nvSpPr>
        <p:spPr>
          <a:xfrm>
            <a:off x="85392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6" name="15 Conector recto"/>
          <p:cNvSpPr/>
          <p:nvPr/>
        </p:nvSpPr>
        <p:spPr>
          <a:xfrm>
            <a:off x="1726560" y="0"/>
            <a:ext cx="360" cy="6858000"/>
          </a:xfrm>
          <a:prstGeom prst="line">
            <a:avLst/>
          </a:prstGeom>
          <a:ln w="28575">
            <a:solidFill>
              <a:srgbClr val="fe8637">
                <a:tint val="60000"/>
                <a:alpha val="82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7" name="14 Conector recto"/>
          <p:cNvSpPr/>
          <p:nvPr/>
        </p:nvSpPr>
        <p:spPr>
          <a:xfrm>
            <a:off x="1066680" y="0"/>
            <a:ext cx="360" cy="6858000"/>
          </a:xfrm>
          <a:prstGeom prst="line">
            <a:avLst/>
          </a:prstGeom>
          <a:ln w="9525">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8" name="21 Conector recto"/>
          <p:cNvSpPr/>
          <p:nvPr/>
        </p:nvSpPr>
        <p:spPr>
          <a:xfrm>
            <a:off x="91137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9" name="26 Rectángulo"/>
          <p:cNvSpPr/>
          <p:nvPr/>
        </p:nvSpPr>
        <p:spPr>
          <a:xfrm>
            <a:off x="1219320" y="0"/>
            <a:ext cx="75960" cy="6857640"/>
          </a:xfrm>
          <a:prstGeom prst="rect">
            <a:avLst/>
          </a:prstGeom>
          <a:solidFill>
            <a:schemeClr val="accent1">
              <a:tint val="60000"/>
              <a:alpha val="51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20" name="20 Elipse"/>
          <p:cNvSpPr/>
          <p:nvPr/>
        </p:nvSpPr>
        <p:spPr>
          <a:xfrm>
            <a:off x="609480" y="3429000"/>
            <a:ext cx="1294920" cy="1294920"/>
          </a:xfrm>
          <a:prstGeom prst="ellipse">
            <a:avLst/>
          </a:prstGeom>
          <a:solidFill>
            <a:schemeClr val="accent1"/>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21" name="22 Elipse"/>
          <p:cNvSpPr/>
          <p:nvPr/>
        </p:nvSpPr>
        <p:spPr>
          <a:xfrm>
            <a:off x="1309680" y="4866840"/>
            <a:ext cx="641160" cy="641160"/>
          </a:xfrm>
          <a:prstGeom prst="ellipse">
            <a:avLst/>
          </a:prstGeom>
          <a:solidFill>
            <a:srgbClr val="fe8637"/>
          </a:solidFill>
          <a:ln w="28575">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22" name="23 Elipse"/>
          <p:cNvSpPr/>
          <p:nvPr/>
        </p:nvSpPr>
        <p:spPr>
          <a:xfrm>
            <a:off x="1091160" y="5500800"/>
            <a:ext cx="136800" cy="136800"/>
          </a:xfrm>
          <a:prstGeom prst="ellipse">
            <a:avLst/>
          </a:prstGeom>
          <a:solidFill>
            <a:srgbClr val="fe8637"/>
          </a:solidFill>
          <a:ln w="127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23" name="25 Elipse"/>
          <p:cNvSpPr/>
          <p:nvPr/>
        </p:nvSpPr>
        <p:spPr>
          <a:xfrm>
            <a:off x="1664280" y="5788080"/>
            <a:ext cx="273960" cy="273960"/>
          </a:xfrm>
          <a:prstGeom prst="ellipse">
            <a:avLst/>
          </a:prstGeom>
          <a:solidFill>
            <a:srgbClr val="fe8637"/>
          </a:solidFill>
          <a:ln w="127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24" name="24 Elipse"/>
          <p:cNvSpPr/>
          <p:nvPr/>
        </p:nvSpPr>
        <p:spPr>
          <a:xfrm>
            <a:off x="1905120" y="4495680"/>
            <a:ext cx="365400" cy="365400"/>
          </a:xfrm>
          <a:prstGeom prst="ellipse">
            <a:avLst/>
          </a:prstGeom>
          <a:solidFill>
            <a:srgbClr val="fe8637"/>
          </a:solidFill>
          <a:ln w="28575">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25" name="PlaceHolder 4"/>
          <p:cNvSpPr>
            <a:spLocks noGrp="1"/>
          </p:cNvSpPr>
          <p:nvPr>
            <p:ph type="sldNum" idx="3"/>
          </p:nvPr>
        </p:nvSpPr>
        <p:spPr>
          <a:xfrm>
            <a:off x="1325520" y="4928760"/>
            <a:ext cx="609120" cy="5173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0D4CA1A8-9D21-4473-A032-0EB49798654C}" type="slidenum">
              <a:rPr b="1" lang="es-ES" sz="1400" spc="-1" strike="noStrike">
                <a:solidFill>
                  <a:srgbClr val="ffffff"/>
                </a:solidFill>
                <a:latin typeface="Century Schoolbook"/>
              </a:rPr>
              <a:t>25</a:t>
            </a:fld>
            <a:endParaRPr b="0" lang="es-ES" sz="1400" spc="-1" strike="noStrike">
              <a:solidFill>
                <a:srgbClr val="000000"/>
              </a:solidFill>
              <a:latin typeface="Times New Roman"/>
            </a:endParaRPr>
          </a:p>
        </p:txBody>
      </p:sp>
      <p:sp>
        <p:nvSpPr>
          <p:cNvPr id="2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2400" spc="-1" strike="noStrike">
                <a:solidFill>
                  <a:schemeClr val="dk1"/>
                </a:solidFill>
                <a:latin typeface="Century Schoolbook"/>
              </a:rPr>
              <a:t>Pulse para editar el formato de texto del esquema</a:t>
            </a:r>
            <a:endParaRPr b="0" lang="es-ES" sz="2400" spc="-1" strike="noStrike">
              <a:solidFill>
                <a:schemeClr val="dk1"/>
              </a:solidFill>
              <a:latin typeface="Century Schoolbook"/>
            </a:endParaRPr>
          </a:p>
          <a:p>
            <a:pPr lvl="1" marL="864000" indent="-324000">
              <a:spcBef>
                <a:spcPts val="1134"/>
              </a:spcBef>
              <a:buClr>
                <a:srgbClr val="000000"/>
              </a:buClr>
              <a:buSzPct val="75000"/>
              <a:buFont typeface="Symbol" charset="2"/>
              <a:buChar char=""/>
            </a:pPr>
            <a:r>
              <a:rPr b="0" lang="es-ES" sz="1800" spc="-1" strike="noStrike">
                <a:solidFill>
                  <a:schemeClr val="dk1"/>
                </a:solidFill>
                <a:latin typeface="Century Schoolbook"/>
              </a:rPr>
              <a:t>Segundo nivel del esquema</a:t>
            </a:r>
            <a:endParaRPr b="0" lang="es-ES" sz="1800" spc="-1" strike="noStrike">
              <a:solidFill>
                <a:schemeClr val="dk1"/>
              </a:solidFill>
              <a:latin typeface="Century Schoolbook"/>
            </a:endParaRPr>
          </a:p>
          <a:p>
            <a:pPr lvl="2" marL="1296000" indent="-288000">
              <a:spcBef>
                <a:spcPts val="850"/>
              </a:spcBef>
              <a:buClr>
                <a:srgbClr val="000000"/>
              </a:buClr>
              <a:buSzPct val="45000"/>
              <a:buFont typeface="Wingdings" charset="2"/>
              <a:buChar char=""/>
            </a:pPr>
            <a:r>
              <a:rPr b="0" lang="es-ES" sz="1800" spc="-1" strike="noStrike">
                <a:solidFill>
                  <a:schemeClr val="dk1"/>
                </a:solidFill>
                <a:latin typeface="Century Schoolbook"/>
              </a:rPr>
              <a:t>Tercer nivel del esquema</a:t>
            </a:r>
            <a:endParaRPr b="0" lang="es-ES" sz="1800" spc="-1" strike="noStrike">
              <a:solidFill>
                <a:schemeClr val="dk1"/>
              </a:solidFill>
              <a:latin typeface="Century Schoolbook"/>
            </a:endParaRPr>
          </a:p>
          <a:p>
            <a:pPr lvl="3" marL="1728000" indent="-216000">
              <a:spcBef>
                <a:spcPts val="567"/>
              </a:spcBef>
              <a:buClr>
                <a:srgbClr val="000000"/>
              </a:buClr>
              <a:buSzPct val="75000"/>
              <a:buFont typeface="Symbol" charset="2"/>
              <a:buChar char=""/>
            </a:pPr>
            <a:r>
              <a:rPr b="0" lang="es-ES" sz="1600" spc="-1" strike="noStrike">
                <a:solidFill>
                  <a:schemeClr val="dk1"/>
                </a:solidFill>
                <a:latin typeface="Century Schoolbook"/>
              </a:rPr>
              <a:t>Cuarto nivel del esquema</a:t>
            </a:r>
            <a:endParaRPr b="0" lang="es-ES" sz="1600" spc="-1" strike="noStrike">
              <a:solidFill>
                <a:schemeClr val="dk1"/>
              </a:solidFill>
              <a:latin typeface="Century Schoolbook"/>
            </a:endParaRPr>
          </a:p>
          <a:p>
            <a:pPr lvl="4" marL="2160000" indent="-216000">
              <a:spcBef>
                <a:spcPts val="283"/>
              </a:spcBef>
              <a:buClr>
                <a:srgbClr val="000000"/>
              </a:buClr>
              <a:buSzPct val="45000"/>
              <a:buFont typeface="Wingdings" charset="2"/>
              <a:buChar char=""/>
            </a:pPr>
            <a:r>
              <a:rPr b="0" lang="es-ES" sz="2000" spc="-1" strike="noStrike">
                <a:solidFill>
                  <a:schemeClr val="dk1"/>
                </a:solidFill>
                <a:latin typeface="Century Schoolbook"/>
              </a:rPr>
              <a:t>Quinto nivel del esquema</a:t>
            </a:r>
            <a:endParaRPr b="0" lang="es-ES" sz="2000" spc="-1" strike="noStrike">
              <a:solidFill>
                <a:schemeClr val="dk1"/>
              </a:solidFill>
              <a:latin typeface="Century Schoolbook"/>
            </a:endParaRPr>
          </a:p>
          <a:p>
            <a:pPr lvl="5" marL="2592000" indent="-216000">
              <a:spcBef>
                <a:spcPts val="283"/>
              </a:spcBef>
              <a:buClr>
                <a:srgbClr val="000000"/>
              </a:buClr>
              <a:buSzPct val="45000"/>
              <a:buFont typeface="Wingdings" charset="2"/>
              <a:buChar char=""/>
            </a:pPr>
            <a:r>
              <a:rPr b="0" lang="es-ES" sz="2000" spc="-1" strike="noStrike">
                <a:solidFill>
                  <a:schemeClr val="dk1"/>
                </a:solidFill>
                <a:latin typeface="Century Schoolbook"/>
              </a:rPr>
              <a:t>Sexto nivel del esquema</a:t>
            </a:r>
            <a:endParaRPr b="0" lang="es-ES" sz="2000" spc="-1" strike="noStrike">
              <a:solidFill>
                <a:schemeClr val="dk1"/>
              </a:solidFill>
              <a:latin typeface="Century Schoolbook"/>
            </a:endParaRPr>
          </a:p>
          <a:p>
            <a:pPr lvl="6" marL="3024000" indent="-216000">
              <a:spcBef>
                <a:spcPts val="283"/>
              </a:spcBef>
              <a:buClr>
                <a:srgbClr val="000000"/>
              </a:buClr>
              <a:buSzPct val="45000"/>
              <a:buFont typeface="Wingdings" charset="2"/>
              <a:buChar char=""/>
            </a:pPr>
            <a:r>
              <a:rPr b="0" lang="es-ES" sz="2000" spc="-1" strike="noStrike">
                <a:solidFill>
                  <a:schemeClr val="dk1"/>
                </a:solidFill>
                <a:latin typeface="Century Schoolbook"/>
              </a:rPr>
              <a:t>Séptimo nivel del esquema</a:t>
            </a:r>
            <a:endParaRPr b="0" lang="es-ES" sz="2000" spc="-1" strike="noStrike">
              <a:solidFill>
                <a:schemeClr val="dk1"/>
              </a:solidFill>
              <a:latin typeface="Century Schoolbook"/>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30"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31"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32"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33"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34"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35" name="PlaceHolder 1"/>
          <p:cNvSpPr>
            <a:spLocks noGrp="1"/>
          </p:cNvSpPr>
          <p:nvPr>
            <p:ph type="title"/>
          </p:nvPr>
        </p:nvSpPr>
        <p:spPr>
          <a:xfrm>
            <a:off x="457200" y="274680"/>
            <a:ext cx="7467120" cy="1142640"/>
          </a:xfrm>
          <a:prstGeom prst="rect">
            <a:avLst/>
          </a:prstGeom>
          <a:noFill/>
          <a:ln w="0">
            <a:noFill/>
          </a:ln>
        </p:spPr>
        <p:txBody>
          <a:bodyPr lIns="90000" rIns="90000" tIns="45000" bIns="45000" anchor="b">
            <a:noAutofit/>
          </a:bodyPr>
          <a:p>
            <a:pPr indent="0">
              <a:lnSpc>
                <a:spcPct val="100000"/>
              </a:lnSpc>
              <a:buNone/>
            </a:pPr>
            <a:r>
              <a:rPr b="0"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36" name="PlaceHolder 2"/>
          <p:cNvSpPr>
            <a:spLocks noGrp="1"/>
          </p:cNvSpPr>
          <p:nvPr>
            <p:ph type="body"/>
          </p:nvPr>
        </p:nvSpPr>
        <p:spPr>
          <a:xfrm>
            <a:off x="457200" y="1600200"/>
            <a:ext cx="7467120" cy="4873320"/>
          </a:xfrm>
          <a:prstGeom prst="rect">
            <a:avLst/>
          </a:prstGeom>
          <a:noFill/>
          <a:ln w="0">
            <a:noFill/>
          </a:ln>
        </p:spPr>
        <p:txBody>
          <a:bodyPr lIns="45000" rIns="45000" tIns="90000" bIns="90000" anchor="t" vert="eaVe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37" name="PlaceHolder 3"/>
          <p:cNvSpPr>
            <a:spLocks noGrp="1"/>
          </p:cNvSpPr>
          <p:nvPr>
            <p:ph type="dt" idx="4"/>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38" name="PlaceHolder 4"/>
          <p:cNvSpPr>
            <a:spLocks noGrp="1"/>
          </p:cNvSpPr>
          <p:nvPr>
            <p:ph type="ftr" idx="5"/>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39" name="PlaceHolder 5"/>
          <p:cNvSpPr>
            <a:spLocks noGrp="1"/>
          </p:cNvSpPr>
          <p:nvPr>
            <p:ph type="sldNum" idx="6"/>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B55734A5-156D-47FA-82B4-3E0A4E3600DB}"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41"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42"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43"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44"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45"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46" name="PlaceHolder 1"/>
          <p:cNvSpPr>
            <a:spLocks noGrp="1"/>
          </p:cNvSpPr>
          <p:nvPr>
            <p:ph type="title"/>
          </p:nvPr>
        </p:nvSpPr>
        <p:spPr>
          <a:xfrm>
            <a:off x="6629400" y="274680"/>
            <a:ext cx="1676160" cy="5851080"/>
          </a:xfrm>
          <a:prstGeom prst="rect">
            <a:avLst/>
          </a:prstGeom>
          <a:noFill/>
          <a:ln w="0">
            <a:noFill/>
          </a:ln>
        </p:spPr>
        <p:txBody>
          <a:bodyPr lIns="45000" rIns="45000" tIns="90000" bIns="90000" anchor="b" vert="eaVert">
            <a:noAutofit/>
          </a:bodyPr>
          <a:p>
            <a:pPr indent="0">
              <a:lnSpc>
                <a:spcPct val="100000"/>
              </a:lnSpc>
              <a:buNone/>
            </a:pPr>
            <a:r>
              <a:rPr b="0"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47" name="PlaceHolder 2"/>
          <p:cNvSpPr>
            <a:spLocks noGrp="1"/>
          </p:cNvSpPr>
          <p:nvPr>
            <p:ph type="body"/>
          </p:nvPr>
        </p:nvSpPr>
        <p:spPr>
          <a:xfrm>
            <a:off x="457200" y="274680"/>
            <a:ext cx="6019560" cy="5851080"/>
          </a:xfrm>
          <a:prstGeom prst="rect">
            <a:avLst/>
          </a:prstGeom>
          <a:noFill/>
          <a:ln w="0">
            <a:noFill/>
          </a:ln>
        </p:spPr>
        <p:txBody>
          <a:bodyPr lIns="45000" rIns="45000" tIns="90000" bIns="90000" anchor="t" vert="eaVe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48" name="PlaceHolder 3"/>
          <p:cNvSpPr>
            <a:spLocks noGrp="1"/>
          </p:cNvSpPr>
          <p:nvPr>
            <p:ph type="dt" idx="7"/>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49" name="PlaceHolder 4"/>
          <p:cNvSpPr>
            <a:spLocks noGrp="1"/>
          </p:cNvSpPr>
          <p:nvPr>
            <p:ph type="ftr" idx="8"/>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50" name="PlaceHolder 5"/>
          <p:cNvSpPr>
            <a:spLocks noGrp="1"/>
          </p:cNvSpPr>
          <p:nvPr>
            <p:ph type="sldNum" idx="9"/>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ED413E3C-D5FF-4664-AF51-7A4CEB4EFE86}"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52"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53"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54"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55"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56"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57" name="PlaceHolder 1"/>
          <p:cNvSpPr>
            <a:spLocks noGrp="1"/>
          </p:cNvSpPr>
          <p:nvPr>
            <p:ph type="title"/>
          </p:nvPr>
        </p:nvSpPr>
        <p:spPr>
          <a:xfrm>
            <a:off x="457200" y="274680"/>
            <a:ext cx="7467120" cy="1142640"/>
          </a:xfrm>
          <a:prstGeom prst="rect">
            <a:avLst/>
          </a:prstGeom>
          <a:noFill/>
          <a:ln w="0">
            <a:noFill/>
          </a:ln>
        </p:spPr>
        <p:txBody>
          <a:bodyPr lIns="90000" rIns="90000" tIns="45000" bIns="45000" anchor="b">
            <a:noAutofit/>
          </a:bodyPr>
          <a:p>
            <a:pPr indent="0">
              <a:lnSpc>
                <a:spcPct val="100000"/>
              </a:lnSpc>
              <a:buNone/>
            </a:pPr>
            <a:r>
              <a:rPr b="0"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58" name="PlaceHolder 2"/>
          <p:cNvSpPr>
            <a:spLocks noGrp="1"/>
          </p:cNvSpPr>
          <p:nvPr>
            <p:ph type="body"/>
          </p:nvPr>
        </p:nvSpPr>
        <p:spPr>
          <a:xfrm>
            <a:off x="457200" y="1600200"/>
            <a:ext cx="7467120" cy="487332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59" name="PlaceHolder 3"/>
          <p:cNvSpPr>
            <a:spLocks noGrp="1"/>
          </p:cNvSpPr>
          <p:nvPr>
            <p:ph type="dt" idx="10"/>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60" name="PlaceHolder 4"/>
          <p:cNvSpPr>
            <a:spLocks noGrp="1"/>
          </p:cNvSpPr>
          <p:nvPr>
            <p:ph type="sldNum" idx="11"/>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5D553E28-94F5-4A06-AFFA-B9EE7948358F}"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61" name="PlaceHolder 5"/>
          <p:cNvSpPr>
            <a:spLocks noGrp="1"/>
          </p:cNvSpPr>
          <p:nvPr>
            <p:ph type="ftr" idx="12"/>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75f6d"/>
        </a:solidFill>
      </p:bgPr>
    </p:bg>
    <p:spTree>
      <p:nvGrpSpPr>
        <p:cNvPr id="1" name=""/>
        <p:cNvGrpSpPr/>
        <p:nvPr/>
      </p:nvGrpSpPr>
      <p:grpSpPr>
        <a:xfrm>
          <a:off x="0" y="0"/>
          <a:ext cx="0" cy="0"/>
          <a:chOff x="0" y="0"/>
          <a:chExt cx="0" cy="0"/>
        </a:xfrm>
      </p:grpSpPr>
      <p:sp>
        <p:nvSpPr>
          <p:cNvPr id="64"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65"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66"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67" name="9 Rectángulo" hidden="1"/>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68"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69" name="11 Elipse" hidden="1"/>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70" name="PlaceHolder 1"/>
          <p:cNvSpPr>
            <a:spLocks noGrp="1"/>
          </p:cNvSpPr>
          <p:nvPr>
            <p:ph type="title"/>
          </p:nvPr>
        </p:nvSpPr>
        <p:spPr>
          <a:xfrm>
            <a:off x="2286000" y="2895480"/>
            <a:ext cx="6171840" cy="2053080"/>
          </a:xfrm>
          <a:prstGeom prst="rect">
            <a:avLst/>
          </a:prstGeom>
          <a:noFill/>
          <a:ln w="0">
            <a:noFill/>
          </a:ln>
        </p:spPr>
        <p:txBody>
          <a:bodyPr lIns="90000" rIns="90000" tIns="45000" bIns="45000" anchor="b">
            <a:noAutofit/>
          </a:bodyPr>
          <a:p>
            <a:pPr indent="0">
              <a:lnSpc>
                <a:spcPct val="100000"/>
              </a:lnSpc>
              <a:buNone/>
            </a:pPr>
            <a:r>
              <a:rPr b="1"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71" name="PlaceHolder 2"/>
          <p:cNvSpPr>
            <a:spLocks noGrp="1"/>
          </p:cNvSpPr>
          <p:nvPr>
            <p:ph type="body"/>
          </p:nvPr>
        </p:nvSpPr>
        <p:spPr>
          <a:xfrm>
            <a:off x="2286000" y="5010120"/>
            <a:ext cx="6171840" cy="1371240"/>
          </a:xfrm>
          <a:prstGeom prst="rect">
            <a:avLst/>
          </a:prstGeom>
          <a:noFill/>
          <a:ln w="0">
            <a:noFill/>
          </a:ln>
        </p:spPr>
        <p:txBody>
          <a:bodyPr lIns="90000" rIns="90000" tIns="45000" bIns="45000" anchor="t">
            <a:noAutofit/>
          </a:bodyPr>
          <a:p>
            <a:pPr indent="0">
              <a:lnSpc>
                <a:spcPct val="100000"/>
              </a:lnSpc>
              <a:spcBef>
                <a:spcPts val="601"/>
              </a:spcBef>
              <a:buNone/>
              <a:tabLst>
                <a:tab algn="l" pos="0"/>
              </a:tabLst>
            </a:pPr>
            <a:r>
              <a:rPr b="1" lang="es-ES" sz="1800" spc="-1" strike="noStrike">
                <a:solidFill>
                  <a:schemeClr val="dk2"/>
                </a:solidFill>
                <a:latin typeface="Century Schoolbook"/>
              </a:rPr>
              <a:t>Haga clic para modificar el estilo de texto del patrón</a:t>
            </a:r>
            <a:endParaRPr b="0" lang="es-ES" sz="1800" spc="-1" strike="noStrike">
              <a:solidFill>
                <a:schemeClr val="dk1"/>
              </a:solidFill>
              <a:latin typeface="Century Schoolbook"/>
            </a:endParaRPr>
          </a:p>
        </p:txBody>
      </p:sp>
      <p:sp>
        <p:nvSpPr>
          <p:cNvPr id="72" name="PlaceHolder 3"/>
          <p:cNvSpPr>
            <a:spLocks noGrp="1"/>
          </p:cNvSpPr>
          <p:nvPr>
            <p:ph type="dt" idx="13"/>
          </p:nvPr>
        </p:nvSpPr>
        <p:spPr>
          <a:xfrm rot="5400000">
            <a:off x="7763760" y="1170360"/>
            <a:ext cx="2285640" cy="38052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ffffff"/>
              </a:solidFill>
              <a:latin typeface="Times New Roman"/>
            </a:endParaRPr>
          </a:p>
        </p:txBody>
      </p:sp>
      <p:sp>
        <p:nvSpPr>
          <p:cNvPr id="73" name="PlaceHolder 4"/>
          <p:cNvSpPr>
            <a:spLocks noGrp="1"/>
          </p:cNvSpPr>
          <p:nvPr>
            <p:ph type="ftr" idx="14"/>
          </p:nvPr>
        </p:nvSpPr>
        <p:spPr>
          <a:xfrm rot="5400000">
            <a:off x="7077600" y="4178520"/>
            <a:ext cx="3657240" cy="383760"/>
          </a:xfrm>
          <a:prstGeom prst="rect">
            <a:avLst/>
          </a:prstGeom>
          <a:noFill/>
          <a:ln w="0">
            <a:noFill/>
          </a:ln>
        </p:spPr>
        <p:txBody>
          <a:bodyPr lIns="90000" rIns="90000" tIns="45000" bIns="4500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74" name="8 Rectángulo"/>
          <p:cNvSpPr/>
          <p:nvPr/>
        </p:nvSpPr>
        <p:spPr>
          <a:xfrm>
            <a:off x="380880" y="0"/>
            <a:ext cx="609120" cy="6857640"/>
          </a:xfrm>
          <a:prstGeom prst="rect">
            <a:avLst/>
          </a:prstGeom>
          <a:solidFill>
            <a:schemeClr val="accent1">
              <a:tint val="60000"/>
              <a:alpha val="54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75" name="9 Rectángulo"/>
          <p:cNvSpPr/>
          <p:nvPr/>
        </p:nvSpPr>
        <p:spPr>
          <a:xfrm>
            <a:off x="276480" y="0"/>
            <a:ext cx="104400" cy="6857640"/>
          </a:xfrm>
          <a:prstGeom prst="rect">
            <a:avLst/>
          </a:prstGeom>
          <a:solidFill>
            <a:schemeClr val="accent1">
              <a:tint val="40000"/>
              <a:alpha val="36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76" name="10 Rectángulo"/>
          <p:cNvSpPr/>
          <p:nvPr/>
        </p:nvSpPr>
        <p:spPr>
          <a:xfrm>
            <a:off x="990720" y="0"/>
            <a:ext cx="181440" cy="6857640"/>
          </a:xfrm>
          <a:prstGeom prst="rect">
            <a:avLst/>
          </a:prstGeom>
          <a:solidFill>
            <a:schemeClr val="accent1">
              <a:tint val="40000"/>
              <a:alpha val="70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77" name="11 Rectángulo"/>
          <p:cNvSpPr/>
          <p:nvPr/>
        </p:nvSpPr>
        <p:spPr>
          <a:xfrm>
            <a:off x="1141200" y="0"/>
            <a:ext cx="230040" cy="6857640"/>
          </a:xfrm>
          <a:prstGeom prst="rect">
            <a:avLst/>
          </a:prstGeom>
          <a:solidFill>
            <a:schemeClr val="accent1">
              <a:tint val="20000"/>
              <a:alpha val="71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78" name="12 Conector recto"/>
          <p:cNvSpPr/>
          <p:nvPr/>
        </p:nvSpPr>
        <p:spPr>
          <a:xfrm>
            <a:off x="106200" y="0"/>
            <a:ext cx="360" cy="6858000"/>
          </a:xfrm>
          <a:prstGeom prst="line">
            <a:avLst/>
          </a:prstGeom>
          <a:ln w="57150">
            <a:solidFill>
              <a:srgbClr val="fe8637">
                <a:tint val="60000"/>
                <a:alpha val="7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79" name="13 Conector recto"/>
          <p:cNvSpPr/>
          <p:nvPr/>
        </p:nvSpPr>
        <p:spPr>
          <a:xfrm>
            <a:off x="914400" y="0"/>
            <a:ext cx="360" cy="6858000"/>
          </a:xfrm>
          <a:prstGeom prst="line">
            <a:avLst/>
          </a:prstGeom>
          <a:ln w="57150">
            <a:solidFill>
              <a:srgbClr val="fe8637">
                <a:tint val="20000"/>
                <a:alpha val="8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80" name="14 Conector recto"/>
          <p:cNvSpPr/>
          <p:nvPr/>
        </p:nvSpPr>
        <p:spPr>
          <a:xfrm>
            <a:off x="85392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81" name="15 Conector recto"/>
          <p:cNvSpPr/>
          <p:nvPr/>
        </p:nvSpPr>
        <p:spPr>
          <a:xfrm>
            <a:off x="1726560" y="0"/>
            <a:ext cx="360" cy="6858000"/>
          </a:xfrm>
          <a:prstGeom prst="line">
            <a:avLst/>
          </a:prstGeom>
          <a:ln w="28575">
            <a:solidFill>
              <a:srgbClr val="fe8637">
                <a:tint val="60000"/>
                <a:alpha val="82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82" name="16 Conector recto"/>
          <p:cNvSpPr/>
          <p:nvPr/>
        </p:nvSpPr>
        <p:spPr>
          <a:xfrm>
            <a:off x="1066680" y="0"/>
            <a:ext cx="360" cy="6858000"/>
          </a:xfrm>
          <a:prstGeom prst="line">
            <a:avLst/>
          </a:prstGeom>
          <a:ln w="9525">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83" name="17 Rectángulo"/>
          <p:cNvSpPr/>
          <p:nvPr/>
        </p:nvSpPr>
        <p:spPr>
          <a:xfrm>
            <a:off x="1219320" y="0"/>
            <a:ext cx="75960" cy="6857640"/>
          </a:xfrm>
          <a:prstGeom prst="rect">
            <a:avLst/>
          </a:prstGeom>
          <a:solidFill>
            <a:schemeClr val="accent1">
              <a:tint val="60000"/>
              <a:alpha val="51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84" name="18 Elipse"/>
          <p:cNvSpPr/>
          <p:nvPr/>
        </p:nvSpPr>
        <p:spPr>
          <a:xfrm>
            <a:off x="609480" y="3429000"/>
            <a:ext cx="1294920" cy="129492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85" name="19 Elipse"/>
          <p:cNvSpPr/>
          <p:nvPr/>
        </p:nvSpPr>
        <p:spPr>
          <a:xfrm>
            <a:off x="1324800" y="4866840"/>
            <a:ext cx="641160" cy="641160"/>
          </a:xfrm>
          <a:prstGeom prst="ellipse">
            <a:avLst/>
          </a:prstGeom>
          <a:solidFill>
            <a:srgbClr val="fe8637"/>
          </a:solidFill>
          <a:ln w="28575">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86" name="20 Elipse"/>
          <p:cNvSpPr/>
          <p:nvPr/>
        </p:nvSpPr>
        <p:spPr>
          <a:xfrm>
            <a:off x="1091160" y="5500800"/>
            <a:ext cx="136800" cy="136800"/>
          </a:xfrm>
          <a:prstGeom prst="ellipse">
            <a:avLst/>
          </a:prstGeom>
          <a:solidFill>
            <a:srgbClr val="fe8637"/>
          </a:solidFill>
          <a:ln w="127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87" name="21 Elipse"/>
          <p:cNvSpPr/>
          <p:nvPr/>
        </p:nvSpPr>
        <p:spPr>
          <a:xfrm>
            <a:off x="1664280" y="5791320"/>
            <a:ext cx="273960" cy="273960"/>
          </a:xfrm>
          <a:prstGeom prst="ellipse">
            <a:avLst/>
          </a:prstGeom>
          <a:solidFill>
            <a:srgbClr val="fe8637"/>
          </a:solidFill>
          <a:ln w="127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88" name="22 Elipse"/>
          <p:cNvSpPr/>
          <p:nvPr/>
        </p:nvSpPr>
        <p:spPr>
          <a:xfrm>
            <a:off x="1879200" y="4479840"/>
            <a:ext cx="365400" cy="365400"/>
          </a:xfrm>
          <a:prstGeom prst="ellipse">
            <a:avLst/>
          </a:prstGeom>
          <a:solidFill>
            <a:srgbClr val="fe8637"/>
          </a:solidFill>
          <a:ln w="28575">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89" name="25 Conector recto"/>
          <p:cNvSpPr/>
          <p:nvPr/>
        </p:nvSpPr>
        <p:spPr>
          <a:xfrm>
            <a:off x="909792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90" name="PlaceHolder 5"/>
          <p:cNvSpPr>
            <a:spLocks noGrp="1"/>
          </p:cNvSpPr>
          <p:nvPr>
            <p:ph type="sldNum" idx="15"/>
          </p:nvPr>
        </p:nvSpPr>
        <p:spPr>
          <a:xfrm>
            <a:off x="1340640" y="4928760"/>
            <a:ext cx="609120" cy="5173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6BACFD4B-CDB3-4F1F-9F3F-5CD51DA632E2}" type="slidenum">
              <a:rPr b="1" lang="es-ES" sz="1400" spc="-1" strike="noStrike">
                <a:solidFill>
                  <a:srgbClr val="ffffff"/>
                </a:solidFill>
                <a:latin typeface="Century Schoolbook"/>
              </a:rPr>
              <a:t>&lt;número&gt;</a:t>
            </a:fld>
            <a:endParaRPr b="0" lang="es-E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92"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93"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94"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95"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96"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97" name="PlaceHolder 1"/>
          <p:cNvSpPr>
            <a:spLocks noGrp="1"/>
          </p:cNvSpPr>
          <p:nvPr>
            <p:ph type="title"/>
          </p:nvPr>
        </p:nvSpPr>
        <p:spPr>
          <a:xfrm>
            <a:off x="457200" y="274680"/>
            <a:ext cx="7467120" cy="1142640"/>
          </a:xfrm>
          <a:prstGeom prst="rect">
            <a:avLst/>
          </a:prstGeom>
          <a:noFill/>
          <a:ln w="0">
            <a:noFill/>
          </a:ln>
        </p:spPr>
        <p:txBody>
          <a:bodyPr lIns="90000" rIns="90000" tIns="45000" bIns="45000" anchor="b">
            <a:noAutofit/>
          </a:bodyPr>
          <a:p>
            <a:pPr indent="0">
              <a:lnSpc>
                <a:spcPct val="100000"/>
              </a:lnSpc>
              <a:buNone/>
            </a:pPr>
            <a:r>
              <a:rPr b="0"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98" name="PlaceHolder 2"/>
          <p:cNvSpPr>
            <a:spLocks noGrp="1"/>
          </p:cNvSpPr>
          <p:nvPr>
            <p:ph type="dt" idx="16"/>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99" name="PlaceHolder 3"/>
          <p:cNvSpPr>
            <a:spLocks noGrp="1"/>
          </p:cNvSpPr>
          <p:nvPr>
            <p:ph type="ftr" idx="17"/>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00" name="PlaceHolder 4"/>
          <p:cNvSpPr>
            <a:spLocks noGrp="1"/>
          </p:cNvSpPr>
          <p:nvPr>
            <p:ph type="sldNum" idx="18"/>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AAA753D6-8D3F-423C-B7F9-1E02CD38CF29}"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101" name="PlaceHolder 5"/>
          <p:cNvSpPr>
            <a:spLocks noGrp="1"/>
          </p:cNvSpPr>
          <p:nvPr>
            <p:ph type="body"/>
          </p:nvPr>
        </p:nvSpPr>
        <p:spPr>
          <a:xfrm>
            <a:off x="457200" y="1600200"/>
            <a:ext cx="3657240" cy="457164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102" name="PlaceHolder 6"/>
          <p:cNvSpPr>
            <a:spLocks noGrp="1"/>
          </p:cNvSpPr>
          <p:nvPr>
            <p:ph type="body"/>
          </p:nvPr>
        </p:nvSpPr>
        <p:spPr>
          <a:xfrm>
            <a:off x="4270320" y="1600200"/>
            <a:ext cx="3657240" cy="457164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07"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08"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09"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10"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11"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12" name="PlaceHolder 1"/>
          <p:cNvSpPr>
            <a:spLocks noGrp="1"/>
          </p:cNvSpPr>
          <p:nvPr>
            <p:ph type="title"/>
          </p:nvPr>
        </p:nvSpPr>
        <p:spPr>
          <a:xfrm>
            <a:off x="457200" y="272880"/>
            <a:ext cx="7543440" cy="1142640"/>
          </a:xfrm>
          <a:prstGeom prst="rect">
            <a:avLst/>
          </a:prstGeom>
          <a:noFill/>
          <a:ln w="0">
            <a:noFill/>
          </a:ln>
        </p:spPr>
        <p:txBody>
          <a:bodyPr lIns="90000" rIns="90000" tIns="45000" bIns="45000" anchor="b">
            <a:noAutofit/>
          </a:bodyPr>
          <a:p>
            <a:pPr indent="0">
              <a:lnSpc>
                <a:spcPct val="100000"/>
              </a:lnSpc>
              <a:buNone/>
            </a:pPr>
            <a:r>
              <a:rPr b="0"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113" name="PlaceHolder 2"/>
          <p:cNvSpPr>
            <a:spLocks noGrp="1"/>
          </p:cNvSpPr>
          <p:nvPr>
            <p:ph type="dt" idx="19"/>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114" name="PlaceHolder 3"/>
          <p:cNvSpPr>
            <a:spLocks noGrp="1"/>
          </p:cNvSpPr>
          <p:nvPr>
            <p:ph type="ftr" idx="20"/>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15" name="PlaceHolder 4"/>
          <p:cNvSpPr>
            <a:spLocks noGrp="1"/>
          </p:cNvSpPr>
          <p:nvPr>
            <p:ph type="sldNum" idx="21"/>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BB7E52E1-8DE7-4253-9C12-48153192A5CF}"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116" name="PlaceHolder 5"/>
          <p:cNvSpPr>
            <a:spLocks noGrp="1"/>
          </p:cNvSpPr>
          <p:nvPr>
            <p:ph type="body"/>
          </p:nvPr>
        </p:nvSpPr>
        <p:spPr>
          <a:xfrm>
            <a:off x="457200" y="2362320"/>
            <a:ext cx="3657240" cy="388584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117" name="PlaceHolder 6"/>
          <p:cNvSpPr>
            <a:spLocks noGrp="1"/>
          </p:cNvSpPr>
          <p:nvPr>
            <p:ph type="body"/>
          </p:nvPr>
        </p:nvSpPr>
        <p:spPr>
          <a:xfrm>
            <a:off x="4371840" y="2362320"/>
            <a:ext cx="3657240" cy="388584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118" name="11 Marcador de texto"/>
          <p:cNvSpPr/>
          <p:nvPr/>
        </p:nvSpPr>
        <p:spPr>
          <a:xfrm>
            <a:off x="457200" y="1569600"/>
            <a:ext cx="3657240" cy="65808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spcBef>
                <a:spcPts val="601"/>
              </a:spcBef>
              <a:tabLst>
                <a:tab algn="l" pos="0"/>
              </a:tabLst>
            </a:pPr>
            <a:r>
              <a:rPr b="1" lang="es-ES" sz="2000" spc="-1" strike="noStrike">
                <a:solidFill>
                  <a:srgbClr val="ffffff"/>
                </a:solidFill>
                <a:latin typeface="Century Schoolbook"/>
              </a:rPr>
              <a:t>Haga clic para modificar el estilo de texto del patrón</a:t>
            </a:r>
            <a:endParaRPr b="0" lang="es-ES" sz="2000" spc="-1" strike="noStrike">
              <a:solidFill>
                <a:srgbClr val="000000"/>
              </a:solidFill>
              <a:latin typeface="Arial"/>
            </a:endParaRPr>
          </a:p>
        </p:txBody>
      </p:sp>
      <p:sp>
        <p:nvSpPr>
          <p:cNvPr id="119" name="13 Marcador de texto"/>
          <p:cNvSpPr/>
          <p:nvPr/>
        </p:nvSpPr>
        <p:spPr>
          <a:xfrm>
            <a:off x="4343400" y="1569600"/>
            <a:ext cx="3657240" cy="65808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spcBef>
                <a:spcPts val="601"/>
              </a:spcBef>
              <a:tabLst>
                <a:tab algn="l" pos="0"/>
              </a:tabLst>
            </a:pPr>
            <a:r>
              <a:rPr b="1" lang="es-ES" sz="2000" spc="-1" strike="noStrike">
                <a:solidFill>
                  <a:srgbClr val="ffffff"/>
                </a:solidFill>
                <a:latin typeface="Century Schoolbook"/>
              </a:rPr>
              <a:t>Haga clic para modificar el estilo de texto del patrón</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21"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22"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23"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24"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25"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26" name="PlaceHolder 1"/>
          <p:cNvSpPr>
            <a:spLocks noGrp="1"/>
          </p:cNvSpPr>
          <p:nvPr>
            <p:ph type="title"/>
          </p:nvPr>
        </p:nvSpPr>
        <p:spPr>
          <a:xfrm>
            <a:off x="457200" y="274680"/>
            <a:ext cx="7467120" cy="1142640"/>
          </a:xfrm>
          <a:prstGeom prst="rect">
            <a:avLst/>
          </a:prstGeom>
          <a:noFill/>
          <a:ln w="0">
            <a:noFill/>
          </a:ln>
        </p:spPr>
        <p:txBody>
          <a:bodyPr lIns="90000" rIns="90000" tIns="45000" bIns="45000" anchor="b">
            <a:noAutofit/>
          </a:bodyPr>
          <a:p>
            <a:pPr indent="0">
              <a:lnSpc>
                <a:spcPct val="100000"/>
              </a:lnSpc>
              <a:buNone/>
            </a:pPr>
            <a:r>
              <a:rPr b="0" lang="es-ES" sz="3000" spc="-1" strike="noStrike" cap="small">
                <a:solidFill>
                  <a:schemeClr val="dk2"/>
                </a:solidFill>
                <a:latin typeface="Century Schoolbook"/>
              </a:rPr>
              <a:t>Haga clic para modificar el estilo de título del patrón</a:t>
            </a:r>
            <a:endParaRPr b="0" lang="es-ES" sz="3000" spc="-1" strike="noStrike">
              <a:solidFill>
                <a:schemeClr val="dk1"/>
              </a:solidFill>
              <a:latin typeface="Century Schoolbook"/>
            </a:endParaRPr>
          </a:p>
        </p:txBody>
      </p:sp>
      <p:sp>
        <p:nvSpPr>
          <p:cNvPr id="127" name="PlaceHolder 2"/>
          <p:cNvSpPr>
            <a:spLocks noGrp="1"/>
          </p:cNvSpPr>
          <p:nvPr>
            <p:ph type="dt" idx="22"/>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128" name="PlaceHolder 3"/>
          <p:cNvSpPr>
            <a:spLocks noGrp="1"/>
          </p:cNvSpPr>
          <p:nvPr>
            <p:ph type="sldNum" idx="23"/>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77C90C02-D8BD-4757-AAA7-23DC21593914}"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129" name="PlaceHolder 4"/>
          <p:cNvSpPr>
            <a:spLocks noGrp="1"/>
          </p:cNvSpPr>
          <p:nvPr>
            <p:ph type="ftr" idx="24"/>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32"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33"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34" name="9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35"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36" name="11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37" name="PlaceHolder 1"/>
          <p:cNvSpPr>
            <a:spLocks noGrp="1"/>
          </p:cNvSpPr>
          <p:nvPr>
            <p:ph type="dt" idx="25"/>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138" name="PlaceHolder 2"/>
          <p:cNvSpPr>
            <a:spLocks noGrp="1"/>
          </p:cNvSpPr>
          <p:nvPr>
            <p:ph type="ftr" idx="26"/>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39" name="PlaceHolder 3"/>
          <p:cNvSpPr>
            <a:spLocks noGrp="1"/>
          </p:cNvSpPr>
          <p:nvPr>
            <p:ph type="sldNum" idx="27"/>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00D8D051-AA3D-4B25-AD7C-97D29047C734}"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14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s-ES" sz="1800" spc="-1" strike="noStrike">
                <a:solidFill>
                  <a:schemeClr val="dk1"/>
                </a:solidFill>
                <a:latin typeface="Century Schoolbook"/>
              </a:rPr>
              <a:t>Pulse para editar el formato del texto de título</a:t>
            </a:r>
            <a:endParaRPr b="0" lang="es-ES" sz="1800" spc="-1" strike="noStrike">
              <a:solidFill>
                <a:schemeClr val="dk1"/>
              </a:solidFill>
              <a:latin typeface="Century Schoolbook"/>
            </a:endParaRPr>
          </a:p>
        </p:txBody>
      </p:sp>
      <p:sp>
        <p:nvSpPr>
          <p:cNvPr id="14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2400" spc="-1" strike="noStrike">
                <a:solidFill>
                  <a:schemeClr val="dk1"/>
                </a:solidFill>
                <a:latin typeface="Century Schoolbook"/>
              </a:rPr>
              <a:t>Pulse para editar el formato de texto del esquema</a:t>
            </a:r>
            <a:endParaRPr b="0" lang="es-ES" sz="2400" spc="-1" strike="noStrike">
              <a:solidFill>
                <a:schemeClr val="dk1"/>
              </a:solidFill>
              <a:latin typeface="Century Schoolbook"/>
            </a:endParaRPr>
          </a:p>
          <a:p>
            <a:pPr lvl="1" marL="864000" indent="-324000">
              <a:spcBef>
                <a:spcPts val="1134"/>
              </a:spcBef>
              <a:buClr>
                <a:srgbClr val="000000"/>
              </a:buClr>
              <a:buSzPct val="75000"/>
              <a:buFont typeface="Symbol" charset="2"/>
              <a:buChar char=""/>
            </a:pPr>
            <a:r>
              <a:rPr b="0" lang="es-ES" sz="1800" spc="-1" strike="noStrike">
                <a:solidFill>
                  <a:schemeClr val="dk1"/>
                </a:solidFill>
                <a:latin typeface="Century Schoolbook"/>
              </a:rPr>
              <a:t>Segundo nivel del esquema</a:t>
            </a:r>
            <a:endParaRPr b="0" lang="es-ES" sz="1800" spc="-1" strike="noStrike">
              <a:solidFill>
                <a:schemeClr val="dk1"/>
              </a:solidFill>
              <a:latin typeface="Century Schoolbook"/>
            </a:endParaRPr>
          </a:p>
          <a:p>
            <a:pPr lvl="2" marL="1296000" indent="-288000">
              <a:spcBef>
                <a:spcPts val="850"/>
              </a:spcBef>
              <a:buClr>
                <a:srgbClr val="000000"/>
              </a:buClr>
              <a:buSzPct val="45000"/>
              <a:buFont typeface="Wingdings" charset="2"/>
              <a:buChar char=""/>
            </a:pPr>
            <a:r>
              <a:rPr b="0" lang="es-ES" sz="1800" spc="-1" strike="noStrike">
                <a:solidFill>
                  <a:schemeClr val="dk1"/>
                </a:solidFill>
                <a:latin typeface="Century Schoolbook"/>
              </a:rPr>
              <a:t>Tercer nivel del esquema</a:t>
            </a:r>
            <a:endParaRPr b="0" lang="es-ES" sz="1800" spc="-1" strike="noStrike">
              <a:solidFill>
                <a:schemeClr val="dk1"/>
              </a:solidFill>
              <a:latin typeface="Century Schoolbook"/>
            </a:endParaRPr>
          </a:p>
          <a:p>
            <a:pPr lvl="3" marL="1728000" indent="-216000">
              <a:spcBef>
                <a:spcPts val="567"/>
              </a:spcBef>
              <a:buClr>
                <a:srgbClr val="000000"/>
              </a:buClr>
              <a:buSzPct val="75000"/>
              <a:buFont typeface="Symbol" charset="2"/>
              <a:buChar char=""/>
            </a:pPr>
            <a:r>
              <a:rPr b="0" lang="es-ES" sz="1600" spc="-1" strike="noStrike">
                <a:solidFill>
                  <a:schemeClr val="dk1"/>
                </a:solidFill>
                <a:latin typeface="Century Schoolbook"/>
              </a:rPr>
              <a:t>Cuarto nivel del esquema</a:t>
            </a:r>
            <a:endParaRPr b="0" lang="es-ES" sz="1600" spc="-1" strike="noStrike">
              <a:solidFill>
                <a:schemeClr val="dk1"/>
              </a:solidFill>
              <a:latin typeface="Century Schoolbook"/>
            </a:endParaRPr>
          </a:p>
          <a:p>
            <a:pPr lvl="4" marL="2160000" indent="-216000">
              <a:spcBef>
                <a:spcPts val="283"/>
              </a:spcBef>
              <a:buClr>
                <a:srgbClr val="000000"/>
              </a:buClr>
              <a:buSzPct val="45000"/>
              <a:buFont typeface="Wingdings" charset="2"/>
              <a:buChar char=""/>
            </a:pPr>
            <a:r>
              <a:rPr b="0" lang="es-ES" sz="2000" spc="-1" strike="noStrike">
                <a:solidFill>
                  <a:schemeClr val="dk1"/>
                </a:solidFill>
                <a:latin typeface="Century Schoolbook"/>
              </a:rPr>
              <a:t>Quinto nivel del esquema</a:t>
            </a:r>
            <a:endParaRPr b="0" lang="es-ES" sz="2000" spc="-1" strike="noStrike">
              <a:solidFill>
                <a:schemeClr val="dk1"/>
              </a:solidFill>
              <a:latin typeface="Century Schoolbook"/>
            </a:endParaRPr>
          </a:p>
          <a:p>
            <a:pPr lvl="5" marL="2592000" indent="-216000">
              <a:spcBef>
                <a:spcPts val="283"/>
              </a:spcBef>
              <a:buClr>
                <a:srgbClr val="000000"/>
              </a:buClr>
              <a:buSzPct val="45000"/>
              <a:buFont typeface="Wingdings" charset="2"/>
              <a:buChar char=""/>
            </a:pPr>
            <a:r>
              <a:rPr b="0" lang="es-ES" sz="2000" spc="-1" strike="noStrike">
                <a:solidFill>
                  <a:schemeClr val="dk1"/>
                </a:solidFill>
                <a:latin typeface="Century Schoolbook"/>
              </a:rPr>
              <a:t>Sexto nivel del esquema</a:t>
            </a:r>
            <a:endParaRPr b="0" lang="es-ES" sz="2000" spc="-1" strike="noStrike">
              <a:solidFill>
                <a:schemeClr val="dk1"/>
              </a:solidFill>
              <a:latin typeface="Century Schoolbook"/>
            </a:endParaRPr>
          </a:p>
          <a:p>
            <a:pPr lvl="6" marL="3024000" indent="-216000">
              <a:spcBef>
                <a:spcPts val="283"/>
              </a:spcBef>
              <a:buClr>
                <a:srgbClr val="000000"/>
              </a:buClr>
              <a:buSzPct val="45000"/>
              <a:buFont typeface="Wingdings" charset="2"/>
              <a:buChar char=""/>
            </a:pPr>
            <a:r>
              <a:rPr b="0" lang="es-ES" sz="2000" spc="-1" strike="noStrike">
                <a:solidFill>
                  <a:schemeClr val="dk1"/>
                </a:solidFill>
                <a:latin typeface="Century Schoolbook"/>
              </a:rPr>
              <a:t>Séptimo nivel del esquema</a:t>
            </a:r>
            <a:endParaRPr b="0" lang="es-ES" sz="2000" spc="-1" strike="noStrike">
              <a:solidFill>
                <a:schemeClr val="dk1"/>
              </a:solidFill>
              <a:latin typeface="Century Schoolbook"/>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43"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44"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45" name="9 Rectángulo" hidden="1"/>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46"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47" name="11 Elipse" hidden="1"/>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48" name="9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49" name="PlaceHolder 1"/>
          <p:cNvSpPr>
            <a:spLocks noGrp="1"/>
          </p:cNvSpPr>
          <p:nvPr>
            <p:ph type="title"/>
          </p:nvPr>
        </p:nvSpPr>
        <p:spPr>
          <a:xfrm rot="5400000">
            <a:off x="3371760" y="3200400"/>
            <a:ext cx="6309000" cy="456840"/>
          </a:xfrm>
          <a:prstGeom prst="rect">
            <a:avLst/>
          </a:prstGeom>
          <a:noFill/>
          <a:ln w="0">
            <a:noFill/>
          </a:ln>
        </p:spPr>
        <p:txBody>
          <a:bodyPr lIns="90000" rIns="90000" tIns="45000" bIns="45000" anchor="b">
            <a:noAutofit/>
          </a:bodyPr>
          <a:p>
            <a:pPr indent="0">
              <a:lnSpc>
                <a:spcPct val="100000"/>
              </a:lnSpc>
              <a:buNone/>
            </a:pPr>
            <a:r>
              <a:rPr b="1" lang="es-ES" sz="2000" spc="-1" strike="noStrike" cap="small">
                <a:solidFill>
                  <a:schemeClr val="dk2"/>
                </a:solidFill>
                <a:latin typeface="Century Schoolbook"/>
              </a:rPr>
              <a:t>Haga clic para modificar el estilo de título del patrón</a:t>
            </a:r>
            <a:endParaRPr b="0" lang="es-ES" sz="2000" spc="-1" strike="noStrike">
              <a:solidFill>
                <a:schemeClr val="dk1"/>
              </a:solidFill>
              <a:latin typeface="Century Schoolbook"/>
            </a:endParaRPr>
          </a:p>
        </p:txBody>
      </p:sp>
      <p:sp>
        <p:nvSpPr>
          <p:cNvPr id="150" name="PlaceHolder 2"/>
          <p:cNvSpPr>
            <a:spLocks noGrp="1"/>
          </p:cNvSpPr>
          <p:nvPr>
            <p:ph type="body"/>
          </p:nvPr>
        </p:nvSpPr>
        <p:spPr>
          <a:xfrm>
            <a:off x="6812280" y="274320"/>
            <a:ext cx="1526760" cy="4983120"/>
          </a:xfrm>
          <a:prstGeom prst="rect">
            <a:avLst/>
          </a:prstGeom>
          <a:noFill/>
          <a:ln w="0">
            <a:noFill/>
          </a:ln>
        </p:spPr>
        <p:txBody>
          <a:bodyPr lIns="90000" rIns="90000" tIns="45000" bIns="45000" anchor="t">
            <a:noAutofit/>
          </a:bodyPr>
          <a:p>
            <a:pPr indent="0">
              <a:lnSpc>
                <a:spcPct val="100000"/>
              </a:lnSpc>
              <a:spcBef>
                <a:spcPts val="400"/>
              </a:spcBef>
              <a:spcAft>
                <a:spcPts val="1001"/>
              </a:spcAft>
              <a:buNone/>
              <a:tabLst>
                <a:tab algn="l" pos="0"/>
              </a:tabLst>
            </a:pPr>
            <a:r>
              <a:rPr b="0" lang="es-ES" sz="1200" spc="-1" strike="noStrike">
                <a:solidFill>
                  <a:schemeClr val="dk1"/>
                </a:solidFill>
                <a:latin typeface="Century Schoolbook"/>
              </a:rPr>
              <a:t>Haga clic para modificar el estilo de texto del patrón</a:t>
            </a:r>
            <a:endParaRPr b="0" lang="es-ES" sz="1200" spc="-1" strike="noStrike">
              <a:solidFill>
                <a:schemeClr val="dk1"/>
              </a:solidFill>
              <a:latin typeface="Century Schoolbook"/>
            </a:endParaRPr>
          </a:p>
        </p:txBody>
      </p:sp>
      <p:sp>
        <p:nvSpPr>
          <p:cNvPr id="151" name="7 Conector recto"/>
          <p:cNvSpPr/>
          <p:nvPr/>
        </p:nvSpPr>
        <p:spPr>
          <a:xfrm>
            <a:off x="6248160" y="0"/>
            <a:ext cx="360" cy="6858000"/>
          </a:xfrm>
          <a:prstGeom prst="line">
            <a:avLst/>
          </a:prstGeom>
          <a:ln w="3810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52" name="8 Conector recto"/>
          <p:cNvSpPr/>
          <p:nvPr/>
        </p:nvSpPr>
        <p:spPr>
          <a:xfrm>
            <a:off x="6192000" y="0"/>
            <a:ext cx="360" cy="6858000"/>
          </a:xfrm>
          <a:prstGeom prst="line">
            <a:avLst/>
          </a:prstGeom>
          <a:ln w="1270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53" name="10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54" name="11 Rectángulo"/>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55" name="12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56" name="13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57" name="PlaceHolder 3"/>
          <p:cNvSpPr>
            <a:spLocks noGrp="1"/>
          </p:cNvSpPr>
          <p:nvPr>
            <p:ph type="body"/>
          </p:nvPr>
        </p:nvSpPr>
        <p:spPr>
          <a:xfrm>
            <a:off x="304920" y="274320"/>
            <a:ext cx="5638320" cy="632736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Haga clic para modificar el estilo de texto del patrón</a:t>
            </a:r>
            <a:endParaRPr b="0" lang="es-ES" sz="2400" spc="-1" strike="noStrike">
              <a:solidFill>
                <a:schemeClr val="dk1"/>
              </a:solidFill>
              <a:latin typeface="Century Schoolbook"/>
            </a:endParaRPr>
          </a:p>
          <a:p>
            <a:pPr lvl="1" marL="640080" indent="-274320">
              <a:lnSpc>
                <a:spcPct val="100000"/>
              </a:lnSpc>
              <a:spcBef>
                <a:spcPts val="420"/>
              </a:spcBef>
              <a:buClr>
                <a:srgbClr val="fe8637"/>
              </a:buClr>
              <a:buSzPct val="80000"/>
              <a:buFont typeface="Wingdings 2" charset="2"/>
              <a:buChar char=""/>
            </a:pPr>
            <a:r>
              <a:rPr b="0" lang="es-ES" sz="2100" spc="-1" strike="noStrike">
                <a:solidFill>
                  <a:schemeClr val="dk1"/>
                </a:solidFill>
                <a:latin typeface="Century Schoolbook"/>
              </a:rPr>
              <a:t>Segundo nivel</a:t>
            </a:r>
            <a:endParaRPr b="0" lang="es-ES" sz="2100" spc="-1" strike="noStrike">
              <a:solidFill>
                <a:schemeClr val="dk1"/>
              </a:solidFill>
              <a:latin typeface="Century Schoolbook"/>
            </a:endParaRPr>
          </a:p>
          <a:p>
            <a:pPr lvl="2" marL="914400" indent="-182880">
              <a:lnSpc>
                <a:spcPct val="100000"/>
              </a:lnSpc>
              <a:spcBef>
                <a:spcPts val="360"/>
              </a:spcBef>
              <a:buClr>
                <a:srgbClr val="e07630"/>
              </a:buClr>
              <a:buSzPct val="60000"/>
              <a:buFont typeface="Wingdings" charset="2"/>
              <a:buChar char=""/>
            </a:pPr>
            <a:r>
              <a:rPr b="0" lang="es-ES" sz="1800" spc="-1" strike="noStrike">
                <a:solidFill>
                  <a:schemeClr val="dk1"/>
                </a:solidFill>
                <a:latin typeface="Century Schoolbook"/>
              </a:rPr>
              <a:t>Tercer nivel</a:t>
            </a:r>
            <a:endParaRPr b="0" lang="es-ES" sz="1800" spc="-1" strike="noStrike">
              <a:solidFill>
                <a:schemeClr val="dk1"/>
              </a:solidFill>
              <a:latin typeface="Century Schoolbook"/>
            </a:endParaRPr>
          </a:p>
          <a:p>
            <a:pPr lvl="3" marL="1188720" indent="-182880">
              <a:lnSpc>
                <a:spcPct val="100000"/>
              </a:lnSpc>
              <a:spcBef>
                <a:spcPts val="360"/>
              </a:spcBef>
              <a:buClr>
                <a:srgbClr val="fec2ae"/>
              </a:buClr>
              <a:buSzPct val="60000"/>
              <a:buFont typeface="Wingdings" charset="2"/>
              <a:buChar char=""/>
            </a:pPr>
            <a:r>
              <a:rPr b="0" lang="es-ES" sz="1800" spc="-1" strike="noStrike">
                <a:solidFill>
                  <a:schemeClr val="dk1"/>
                </a:solidFill>
                <a:latin typeface="Century Schoolbook"/>
              </a:rPr>
              <a:t>Cuarto nivel</a:t>
            </a:r>
            <a:endParaRPr b="0" lang="es-ES" sz="1800" spc="-1" strike="noStrike">
              <a:solidFill>
                <a:schemeClr val="dk1"/>
              </a:solidFill>
              <a:latin typeface="Century Schoolbook"/>
            </a:endParaRPr>
          </a:p>
          <a:p>
            <a:pPr lvl="4" marL="1463040" indent="-182880">
              <a:lnSpc>
                <a:spcPct val="100000"/>
              </a:lnSpc>
              <a:spcBef>
                <a:spcPts val="320"/>
              </a:spcBef>
              <a:buClr>
                <a:srgbClr val="bcc9e9"/>
              </a:buClr>
              <a:buSzPct val="68000"/>
              <a:buFont typeface="Wingdings 2" charset="2"/>
              <a:buChar char=""/>
            </a:pPr>
            <a:r>
              <a:rPr b="0" lang="es-ES" sz="1600" spc="-1" strike="noStrike">
                <a:solidFill>
                  <a:schemeClr val="dk1"/>
                </a:solidFill>
                <a:latin typeface="Century Schoolbook"/>
              </a:rPr>
              <a:t>Quinto nivel</a:t>
            </a:r>
            <a:endParaRPr b="0" lang="es-ES" sz="1600" spc="-1" strike="noStrike">
              <a:solidFill>
                <a:schemeClr val="dk1"/>
              </a:solidFill>
              <a:latin typeface="Century Schoolbook"/>
            </a:endParaRPr>
          </a:p>
        </p:txBody>
      </p:sp>
      <p:sp>
        <p:nvSpPr>
          <p:cNvPr id="158" name="PlaceHolder 4"/>
          <p:cNvSpPr>
            <a:spLocks noGrp="1"/>
          </p:cNvSpPr>
          <p:nvPr>
            <p:ph type="dt" idx="28"/>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159" name="PlaceHolder 5"/>
          <p:cNvSpPr>
            <a:spLocks noGrp="1"/>
          </p:cNvSpPr>
          <p:nvPr>
            <p:ph type="sldNum" idx="29"/>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8E3B5F49-E7B4-49BF-A3F0-E1F157088C9E}"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160" name="PlaceHolder 6"/>
          <p:cNvSpPr>
            <a:spLocks noGrp="1"/>
          </p:cNvSpPr>
          <p:nvPr>
            <p:ph type="ftr" idx="30"/>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15 Conector recto"/>
          <p:cNvSpPr/>
          <p:nvPr/>
        </p:nvSpPr>
        <p:spPr>
          <a:xfrm>
            <a:off x="8762760" y="0"/>
            <a:ext cx="360" cy="6858000"/>
          </a:xfrm>
          <a:prstGeom prst="line">
            <a:avLst/>
          </a:prstGeom>
          <a:ln w="38100">
            <a:solidFill>
              <a:srgbClr val="fe8637">
                <a:tint val="60000"/>
                <a:alpha val="93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62" name="6 Conector recto"/>
          <p:cNvSpPr/>
          <p:nvPr/>
        </p:nvSpPr>
        <p:spPr>
          <a:xfrm>
            <a:off x="75960" y="0"/>
            <a:ext cx="360" cy="6858000"/>
          </a:xfrm>
          <a:prstGeom prst="line">
            <a:avLst/>
          </a:prstGeom>
          <a:ln w="5715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63" name="8 Conector recto"/>
          <p:cNvSpPr/>
          <p:nvPr/>
        </p:nvSpPr>
        <p:spPr>
          <a:xfrm>
            <a:off x="8991360" y="0"/>
            <a:ext cx="360" cy="6858000"/>
          </a:xfrm>
          <a:prstGeom prst="line">
            <a:avLst/>
          </a:prstGeom>
          <a:ln w="1905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64" name="9 Rectángulo" hidden="1"/>
          <p:cNvSpPr/>
          <p:nvPr/>
        </p:nvSpPr>
        <p:spPr>
          <a:xfrm>
            <a:off x="8839080" y="0"/>
            <a:ext cx="304560" cy="6857640"/>
          </a:xfrm>
          <a:prstGeom prst="rect">
            <a:avLst/>
          </a:prstGeom>
          <a:solidFill>
            <a:schemeClr val="accent1">
              <a:tint val="60000"/>
              <a:alpha val="87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65" name="10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66" name="11 Elipse" hidden="1"/>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67" name="8 Conector recto"/>
          <p:cNvSpPr/>
          <p:nvPr/>
        </p:nvSpPr>
        <p:spPr>
          <a:xfrm>
            <a:off x="8762760" y="0"/>
            <a:ext cx="360" cy="6858000"/>
          </a:xfrm>
          <a:prstGeom prst="line">
            <a:avLst/>
          </a:prstGeom>
          <a:ln w="3810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68" name="12 Elipse"/>
          <p:cNvSpPr/>
          <p:nvPr/>
        </p:nvSpPr>
        <p:spPr>
          <a:xfrm>
            <a:off x="8156520" y="5715000"/>
            <a:ext cx="548280" cy="548280"/>
          </a:xfrm>
          <a:prstGeom prst="ellipse">
            <a:avLst/>
          </a:prstGeom>
          <a:solidFill>
            <a:srgbClr val="fe8637"/>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69" name="PlaceHolder 1"/>
          <p:cNvSpPr>
            <a:spLocks noGrp="1"/>
          </p:cNvSpPr>
          <p:nvPr>
            <p:ph type="title"/>
          </p:nvPr>
        </p:nvSpPr>
        <p:spPr>
          <a:xfrm rot="5400000">
            <a:off x="3350160" y="3200400"/>
            <a:ext cx="6309000" cy="456840"/>
          </a:xfrm>
          <a:prstGeom prst="rect">
            <a:avLst/>
          </a:prstGeom>
          <a:noFill/>
          <a:ln w="0">
            <a:noFill/>
          </a:ln>
        </p:spPr>
        <p:txBody>
          <a:bodyPr lIns="90000" rIns="90000" tIns="45000" bIns="45000" anchor="b">
            <a:noAutofit/>
          </a:bodyPr>
          <a:p>
            <a:pPr indent="0">
              <a:lnSpc>
                <a:spcPct val="100000"/>
              </a:lnSpc>
              <a:buNone/>
            </a:pPr>
            <a:r>
              <a:rPr b="1" lang="es-ES" sz="2000" spc="-1" strike="noStrike" cap="small">
                <a:solidFill>
                  <a:schemeClr val="dk2"/>
                </a:solidFill>
                <a:latin typeface="Century Schoolbook"/>
              </a:rPr>
              <a:t>Haga clic para modificar el estilo de título del patrón</a:t>
            </a:r>
            <a:endParaRPr b="0" lang="es-ES" sz="2000" spc="-1" strike="noStrike">
              <a:solidFill>
                <a:schemeClr val="dk1"/>
              </a:solidFill>
              <a:latin typeface="Century Schoolbook"/>
            </a:endParaRPr>
          </a:p>
        </p:txBody>
      </p:sp>
      <p:sp>
        <p:nvSpPr>
          <p:cNvPr id="170" name="PlaceHolder 2"/>
          <p:cNvSpPr>
            <a:spLocks noGrp="1"/>
          </p:cNvSpPr>
          <p:nvPr>
            <p:ph type="body"/>
          </p:nvPr>
        </p:nvSpPr>
        <p:spPr>
          <a:xfrm>
            <a:off x="0" y="0"/>
            <a:ext cx="6171840" cy="6857640"/>
          </a:xfrm>
          <a:prstGeom prst="rect">
            <a:avLst/>
          </a:prstGeom>
          <a:solidFill>
            <a:schemeClr val="lt2"/>
          </a:solidFill>
          <a:ln w="127080">
            <a:noFill/>
          </a:ln>
          <a:effectLst>
            <a:outerShdw dist="24840" dir="5400000" blurRad="50760" rotWithShape="0">
              <a:srgbClr val="000000">
                <a:alpha val="40000"/>
              </a:srgbClr>
            </a:outerShdw>
          </a:effectLst>
        </p:spPr>
        <p:txBody>
          <a:bodyPr lIns="90000" rIns="90000" tIns="45000" bIns="45000" anchor="t">
            <a:noAutofit/>
          </a:bodyPr>
          <a:p>
            <a:pPr indent="0" algn="ctr" defTabSz="914400">
              <a:lnSpc>
                <a:spcPct val="100000"/>
              </a:lnSpc>
              <a:buNone/>
              <a:tabLst>
                <a:tab algn="l" pos="0"/>
              </a:tabLst>
            </a:pPr>
            <a:r>
              <a:rPr b="0" lang="es-ES" sz="3200" spc="-1" strike="noStrike">
                <a:solidFill>
                  <a:schemeClr val="lt1"/>
                </a:solidFill>
                <a:latin typeface="Century Schoolbook"/>
              </a:rPr>
              <a:t>Haga clic en el icono para agregar una imagen</a:t>
            </a:r>
            <a:endParaRPr b="0" lang="es-ES" sz="3200" spc="-1" strike="noStrike">
              <a:solidFill>
                <a:schemeClr val="dk1"/>
              </a:solidFill>
              <a:latin typeface="Century Schoolbook"/>
            </a:endParaRPr>
          </a:p>
        </p:txBody>
      </p:sp>
      <p:sp>
        <p:nvSpPr>
          <p:cNvPr id="171" name="PlaceHolder 3"/>
          <p:cNvSpPr>
            <a:spLocks noGrp="1"/>
          </p:cNvSpPr>
          <p:nvPr>
            <p:ph type="body"/>
          </p:nvPr>
        </p:nvSpPr>
        <p:spPr>
          <a:xfrm>
            <a:off x="6765840" y="264960"/>
            <a:ext cx="1523520" cy="4955760"/>
          </a:xfrm>
          <a:prstGeom prst="rect">
            <a:avLst/>
          </a:prstGeom>
          <a:noFill/>
          <a:ln w="0">
            <a:noFill/>
          </a:ln>
        </p:spPr>
        <p:txBody>
          <a:bodyPr numCol="1" spcCol="274320" lIns="91440" rIns="91440" tIns="45720" bIns="45720" anchor="t">
            <a:normAutofit/>
          </a:bodyPr>
          <a:p>
            <a:pPr indent="0">
              <a:lnSpc>
                <a:spcPct val="100000"/>
              </a:lnSpc>
              <a:spcBef>
                <a:spcPts val="99"/>
              </a:spcBef>
              <a:spcAft>
                <a:spcPts val="400"/>
              </a:spcAft>
              <a:buNone/>
              <a:tabLst>
                <a:tab algn="l" pos="0"/>
              </a:tabLst>
            </a:pPr>
            <a:r>
              <a:rPr b="0" lang="es-ES" sz="1200" spc="-1" strike="noStrike">
                <a:solidFill>
                  <a:schemeClr val="dk1"/>
                </a:solidFill>
                <a:latin typeface="Century Schoolbook"/>
              </a:rPr>
              <a:t>Haga clic para modificar el estilo de texto del patrón</a:t>
            </a:r>
            <a:endParaRPr b="0" lang="es-ES" sz="1200" spc="-1" strike="noStrike">
              <a:solidFill>
                <a:schemeClr val="dk1"/>
              </a:solidFill>
              <a:latin typeface="Century Schoolbook"/>
            </a:endParaRPr>
          </a:p>
        </p:txBody>
      </p:sp>
      <p:sp>
        <p:nvSpPr>
          <p:cNvPr id="172" name="9 Conector recto"/>
          <p:cNvSpPr/>
          <p:nvPr/>
        </p:nvSpPr>
        <p:spPr>
          <a:xfrm>
            <a:off x="8991360" y="0"/>
            <a:ext cx="360" cy="6858000"/>
          </a:xfrm>
          <a:prstGeom prst="line">
            <a:avLst/>
          </a:prstGeom>
          <a:ln w="9525">
            <a:solidFill>
              <a:srgbClr val="000000"/>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73" name="10 Rectángulo"/>
          <p:cNvSpPr/>
          <p:nvPr/>
        </p:nvSpPr>
        <p:spPr>
          <a:xfrm>
            <a:off x="8839080" y="0"/>
            <a:ext cx="304560" cy="6857640"/>
          </a:xfrm>
          <a:prstGeom prst="rect">
            <a:avLst/>
          </a:prstGeom>
          <a:solidFill>
            <a:schemeClr val="accent1">
              <a:tint val="60000"/>
            </a:schemeClr>
          </a:solidFill>
          <a:ln w="38100">
            <a:noFill/>
          </a:ln>
          <a:effectLst>
            <a:outerShdw blurRad="50760" dir="5400000" dist="24840" rotWithShape="0">
              <a:srgbClr val="000000">
                <a:alpha val="40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entury Schoolbook"/>
            </a:endParaRPr>
          </a:p>
        </p:txBody>
      </p:sp>
      <p:sp>
        <p:nvSpPr>
          <p:cNvPr id="174" name="11 Conector recto"/>
          <p:cNvSpPr/>
          <p:nvPr/>
        </p:nvSpPr>
        <p:spPr>
          <a:xfrm>
            <a:off x="8915400" y="0"/>
            <a:ext cx="360" cy="6858000"/>
          </a:xfrm>
          <a:prstGeom prst="line">
            <a:avLst/>
          </a:prstGeom>
          <a:ln w="9525">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75" name="18 Conector recto"/>
          <p:cNvSpPr/>
          <p:nvPr/>
        </p:nvSpPr>
        <p:spPr>
          <a:xfrm>
            <a:off x="6248160" y="0"/>
            <a:ext cx="360" cy="6858000"/>
          </a:xfrm>
          <a:prstGeom prst="line">
            <a:avLst/>
          </a:prstGeom>
          <a:ln w="38100">
            <a:solidFill>
              <a:srgbClr val="fe8637">
                <a:tint val="60000"/>
              </a:srgbClr>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76" name="19 Conector recto"/>
          <p:cNvSpPr/>
          <p:nvPr/>
        </p:nvSpPr>
        <p:spPr>
          <a:xfrm>
            <a:off x="6192000" y="0"/>
            <a:ext cx="360" cy="6858000"/>
          </a:xfrm>
          <a:prstGeom prst="line">
            <a:avLst/>
          </a:prstGeom>
          <a:ln w="12700">
            <a:solidFill>
              <a:srgbClr val="fe8637"/>
            </a:solidFill>
            <a:round/>
          </a:ln>
        </p:spPr>
        <p:style>
          <a:lnRef idx="0"/>
          <a:fillRef idx="0"/>
          <a:effectRef idx="0"/>
          <a:fontRef idx="minor"/>
        </p:style>
        <p:txBody>
          <a:bodyPr anchor="t">
            <a:noAutofit/>
          </a:bodyPr>
          <a:p>
            <a:endParaRPr b="0" lang="en-US" sz="1800" spc="-1" strike="noStrike">
              <a:solidFill>
                <a:schemeClr val="dk1"/>
              </a:solidFill>
              <a:latin typeface="Century Schoolbook"/>
            </a:endParaRPr>
          </a:p>
        </p:txBody>
      </p:sp>
      <p:sp>
        <p:nvSpPr>
          <p:cNvPr id="177" name="PlaceHolder 4"/>
          <p:cNvSpPr>
            <a:spLocks noGrp="1"/>
          </p:cNvSpPr>
          <p:nvPr>
            <p:ph type="dt" idx="31"/>
          </p:nvPr>
        </p:nvSpPr>
        <p:spPr>
          <a:xfrm rot="5400000">
            <a:off x="7589520" y="1081800"/>
            <a:ext cx="2011320" cy="383760"/>
          </a:xfrm>
          <a:prstGeom prst="rect">
            <a:avLst/>
          </a:prstGeom>
          <a:noFill/>
          <a:ln w="0">
            <a:noFill/>
          </a:ln>
        </p:spPr>
        <p:txBody>
          <a:bodyPr lIns="90000" rIns="90000" tIns="45000" bIns="45000" anchor="ctr">
            <a:noAutofit/>
          </a:bodyPr>
          <a:lstStyle>
            <a:lvl1pPr indent="0" algn="r" defTabSz="914400">
              <a:lnSpc>
                <a:spcPct val="100000"/>
              </a:lnSpc>
              <a:buNone/>
              <a:defRPr b="0" lang="es-ES" sz="1200" spc="-1" strike="noStrike">
                <a:solidFill>
                  <a:schemeClr val="dk2"/>
                </a:solidFill>
                <a:latin typeface="Century Schoolbook"/>
              </a:defRPr>
            </a:lvl1pPr>
          </a:lstStyle>
          <a:p>
            <a:pPr indent="0" algn="r" defTabSz="914400">
              <a:lnSpc>
                <a:spcPct val="100000"/>
              </a:lnSpc>
              <a:buNone/>
            </a:pPr>
            <a:r>
              <a:rPr b="0" lang="es-ES" sz="1200" spc="-1" strike="noStrike">
                <a:solidFill>
                  <a:schemeClr val="dk2"/>
                </a:solidFill>
                <a:latin typeface="Century Schoolbook"/>
              </a:rPr>
              <a:t>&lt;fecha/hora&gt;</a:t>
            </a:r>
            <a:endParaRPr b="0" lang="es-ES" sz="1200" spc="-1" strike="noStrike">
              <a:solidFill>
                <a:srgbClr val="000000"/>
              </a:solidFill>
              <a:latin typeface="Times New Roman"/>
            </a:endParaRPr>
          </a:p>
        </p:txBody>
      </p:sp>
      <p:sp>
        <p:nvSpPr>
          <p:cNvPr id="178" name="PlaceHolder 5"/>
          <p:cNvSpPr>
            <a:spLocks noGrp="1"/>
          </p:cNvSpPr>
          <p:nvPr>
            <p:ph type="sldNum" idx="32"/>
          </p:nvPr>
        </p:nvSpPr>
        <p:spPr>
          <a:xfrm>
            <a:off x="8129160" y="5734080"/>
            <a:ext cx="609120" cy="520920"/>
          </a:xfrm>
          <a:prstGeom prst="rect">
            <a:avLst/>
          </a:prstGeom>
          <a:noFill/>
          <a:ln w="0">
            <a:noFill/>
          </a:ln>
        </p:spPr>
        <p:txBody>
          <a:bodyPr lIns="90000" rIns="90000" tIns="45000" bIns="45000" anchor="ctr">
            <a:noAutofit/>
          </a:bodyPr>
          <a:lstStyle>
            <a:lvl1pPr indent="0" algn="ctr" defTabSz="914400">
              <a:lnSpc>
                <a:spcPct val="100000"/>
              </a:lnSpc>
              <a:buNone/>
              <a:defRPr b="1" lang="es-ES" sz="1400" spc="-1" strike="noStrike">
                <a:solidFill>
                  <a:srgbClr val="ffffff"/>
                </a:solidFill>
                <a:latin typeface="Century Schoolbook"/>
              </a:defRPr>
            </a:lvl1pPr>
          </a:lstStyle>
          <a:p>
            <a:pPr indent="0" algn="ctr" defTabSz="914400">
              <a:lnSpc>
                <a:spcPct val="100000"/>
              </a:lnSpc>
              <a:buNone/>
            </a:pPr>
            <a:fld id="{AC83B8C8-01E0-4385-BE89-A9990020C069}" type="slidenum">
              <a:rPr b="1" lang="es-ES" sz="1400" spc="-1" strike="noStrike">
                <a:solidFill>
                  <a:srgbClr val="ffffff"/>
                </a:solidFill>
                <a:latin typeface="Century Schoolbook"/>
              </a:rPr>
              <a:t>&lt;número&gt;</a:t>
            </a:fld>
            <a:endParaRPr b="0" lang="es-ES" sz="1400" spc="-1" strike="noStrike">
              <a:solidFill>
                <a:srgbClr val="000000"/>
              </a:solidFill>
              <a:latin typeface="Times New Roman"/>
            </a:endParaRPr>
          </a:p>
        </p:txBody>
      </p:sp>
      <p:sp>
        <p:nvSpPr>
          <p:cNvPr id="179" name="PlaceHolder 6"/>
          <p:cNvSpPr>
            <a:spLocks noGrp="1"/>
          </p:cNvSpPr>
          <p:nvPr>
            <p:ph type="ftr" idx="33"/>
          </p:nvPr>
        </p:nvSpPr>
        <p:spPr>
          <a:xfrm rot="5400000">
            <a:off x="6990480" y="3737160"/>
            <a:ext cx="3200040" cy="365400"/>
          </a:xfrm>
          <a:prstGeom prst="rect">
            <a:avLst/>
          </a:prstGeom>
          <a:noFill/>
          <a:ln w="0">
            <a:noFill/>
          </a:ln>
        </p:spPr>
        <p:txBody>
          <a:bodyPr lIns="90000" rIns="90000" tIns="45000" bIns="4500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hyperlink" Target="https://es.wikipedia.org/wiki/L&#243;gica_de_primer_orden" TargetMode="External"/><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15.png"/><Relationship Id="rId2" Type="http://schemas.microsoft.com/office/2007/relationships/hdphoto" Target="../media/hdphoto1.wdp"/><Relationship Id="rId3"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16.png"/><Relationship Id="rId2" Type="http://schemas.microsoft.com/office/2007/relationships/hdphoto" Target="../media/hdphoto2.wdp"/><Relationship Id="rId3"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2214720" y="2571840"/>
            <a:ext cx="6171840" cy="856800"/>
          </a:xfrm>
          <a:prstGeom prst="rect">
            <a:avLst/>
          </a:prstGeom>
          <a:noFill/>
          <a:ln w="0">
            <a:noFill/>
          </a:ln>
        </p:spPr>
        <p:txBody>
          <a:bodyPr lIns="90000" rIns="90000" tIns="45000" bIns="45000" anchor="b">
            <a:normAutofit/>
          </a:bodyPr>
          <a:p>
            <a:pPr indent="0">
              <a:lnSpc>
                <a:spcPct val="100000"/>
              </a:lnSpc>
              <a:buNone/>
            </a:pPr>
            <a:r>
              <a:rPr b="1" lang="es-ES" sz="2400" spc="-1" strike="noStrike" cap="small">
                <a:solidFill>
                  <a:schemeClr val="dk2"/>
                </a:solidFill>
                <a:latin typeface="Century Schoolbook"/>
              </a:rPr>
              <a:t>Universidad Nacional de La Rioja</a:t>
            </a:r>
            <a:endParaRPr b="0" lang="es-ES" sz="2400" spc="-1" strike="noStrike">
              <a:solidFill>
                <a:schemeClr val="dk1"/>
              </a:solidFill>
              <a:latin typeface="Century Schoolbook"/>
            </a:endParaRPr>
          </a:p>
        </p:txBody>
      </p:sp>
      <p:sp>
        <p:nvSpPr>
          <p:cNvPr id="181" name="PlaceHolder 2"/>
          <p:cNvSpPr>
            <a:spLocks noGrp="1"/>
          </p:cNvSpPr>
          <p:nvPr>
            <p:ph type="subTitle"/>
          </p:nvPr>
        </p:nvSpPr>
        <p:spPr>
          <a:xfrm>
            <a:off x="2093040" y="3825360"/>
            <a:ext cx="6582960" cy="798480"/>
          </a:xfrm>
          <a:prstGeom prst="rect">
            <a:avLst/>
          </a:prstGeom>
          <a:solidFill>
            <a:schemeClr val="accent6">
              <a:lumMod val="20000"/>
              <a:lumOff val="80000"/>
            </a:schemeClr>
          </a:solidFill>
          <a:ln w="0">
            <a:noFill/>
          </a:ln>
        </p:spPr>
        <p:txBody>
          <a:bodyPr lIns="90000" rIns="90000" tIns="45000" bIns="45000" anchor="t">
            <a:normAutofit fontScale="87222" lnSpcReduction="10000"/>
          </a:bodyPr>
          <a:p>
            <a:pPr indent="0">
              <a:lnSpc>
                <a:spcPct val="100000"/>
              </a:lnSpc>
              <a:spcBef>
                <a:spcPts val="601"/>
              </a:spcBef>
              <a:buNone/>
              <a:tabLst>
                <a:tab algn="l" pos="0"/>
              </a:tabLst>
            </a:pPr>
            <a:r>
              <a:rPr b="1" lang="es-ES" sz="1800" spc="-1" strike="noStrike">
                <a:solidFill>
                  <a:schemeClr val="accent1">
                    <a:lumMod val="75000"/>
                  </a:schemeClr>
                </a:solidFill>
                <a:latin typeface="Century Schoolbook"/>
              </a:rPr>
              <a:t>Carrera: Licenciatura e Ingeniería en Sistemas de Información</a:t>
            </a:r>
            <a:endParaRPr b="0" lang="es-ES" sz="1800" spc="-1" strike="noStrike">
              <a:solidFill>
                <a:srgbClr val="000000"/>
              </a:solidFill>
              <a:latin typeface="Arial"/>
            </a:endParaRPr>
          </a:p>
          <a:p>
            <a:pPr indent="0">
              <a:lnSpc>
                <a:spcPct val="100000"/>
              </a:lnSpc>
              <a:spcBef>
                <a:spcPts val="601"/>
              </a:spcBef>
              <a:buNone/>
              <a:tabLst>
                <a:tab algn="l" pos="0"/>
              </a:tabLst>
            </a:pPr>
            <a:r>
              <a:rPr b="1" lang="es-ES" sz="1800" spc="-1" strike="noStrike">
                <a:solidFill>
                  <a:schemeClr val="accent1">
                    <a:lumMod val="75000"/>
                  </a:schemeClr>
                </a:solidFill>
                <a:latin typeface="Century Schoolbook"/>
              </a:rPr>
              <a:t>Prof. : Lic. Alejandra Espinosa</a:t>
            </a:r>
            <a:endParaRPr b="0" lang="es-ES" sz="1800" spc="-1" strike="noStrike">
              <a:solidFill>
                <a:srgbClr val="000000"/>
              </a:solidFill>
              <a:latin typeface="Arial"/>
            </a:endParaRPr>
          </a:p>
        </p:txBody>
      </p:sp>
      <p:sp>
        <p:nvSpPr>
          <p:cNvPr id="182" name="Rectangle 2"/>
          <p:cNvSpPr/>
          <p:nvPr/>
        </p:nvSpPr>
        <p:spPr>
          <a:xfrm>
            <a:off x="0" y="0"/>
            <a:ext cx="9143640" cy="360"/>
          </a:xfrm>
          <a:prstGeom prst="rect">
            <a:avLst/>
          </a:prstGeom>
          <a:noFill/>
          <a:ln w="9525">
            <a:noFill/>
          </a:ln>
        </p:spPr>
        <p:style>
          <a:lnRef idx="0"/>
          <a:fillRef idx="0"/>
          <a:effectRef idx="0"/>
          <a:fontRef idx="minor"/>
        </p:style>
        <p:txBody>
          <a:bodyPr numCol="1" spcCol="0" wrap="none" tIns="360" bIns="360" anchor="ctr">
            <a:spAutoFit/>
          </a:bodyPr>
          <a:p>
            <a:pPr defTabSz="914400">
              <a:lnSpc>
                <a:spcPct val="100000"/>
              </a:lnSpc>
            </a:pPr>
            <a:endParaRPr b="0" lang="es-ES" sz="1800" spc="-1" strike="noStrike">
              <a:solidFill>
                <a:schemeClr val="dk1"/>
              </a:solidFill>
              <a:latin typeface="Century Schoolbook"/>
            </a:endParaRPr>
          </a:p>
        </p:txBody>
      </p:sp>
      <p:graphicFrame>
        <p:nvGraphicFramePr>
          <p:cNvPr id="183" name="Object 1"/>
          <p:cNvGraphicFramePr/>
          <p:nvPr/>
        </p:nvGraphicFramePr>
        <p:xfrm>
          <a:off x="3786120" y="571320"/>
          <a:ext cx="1609200" cy="1780920"/>
        </p:xfrm>
        <a:graphic>
          <a:graphicData uri="http://schemas.openxmlformats.org/presentationml/2006/ole">
            <p:oleObj progId="Word.Picture.8" r:id="rId1" spid="">
              <p:embed/>
              <p:pic>
                <p:nvPicPr>
                  <p:cNvPr id="184" name="Object 1" descr=""/>
                  <p:cNvPicPr/>
                  <p:nvPr/>
                </p:nvPicPr>
                <p:blipFill>
                  <a:blip r:embed="rId2"/>
                  <a:stretch/>
                </p:blipFill>
                <p:spPr>
                  <a:xfrm>
                    <a:off x="3786120" y="571320"/>
                    <a:ext cx="1609200" cy="1780920"/>
                  </a:xfrm>
                  <a:prstGeom prst="rect">
                    <a:avLst/>
                  </a:prstGeom>
                  <a:ln w="0">
                    <a:noFill/>
                  </a:ln>
                </p:spPr>
              </p:pic>
            </p:oleObj>
          </a:graphicData>
        </a:graphic>
      </p:graphicFrame>
      <p:sp>
        <p:nvSpPr>
          <p:cNvPr id="185" name="CuadroTexto 3"/>
          <p:cNvSpPr/>
          <p:nvPr/>
        </p:nvSpPr>
        <p:spPr>
          <a:xfrm>
            <a:off x="2123640" y="5301360"/>
            <a:ext cx="590436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MX" sz="1800" spc="-1" strike="noStrike">
                <a:solidFill>
                  <a:schemeClr val="dk1"/>
                </a:solidFill>
                <a:latin typeface="Century Schoolbook"/>
              </a:rPr>
              <a:t>Nacimiento de la Ciencia de la computación</a:t>
            </a:r>
            <a:endParaRPr b="0" lang="es-ES" sz="1800" spc="-1" strike="noStrike">
              <a:solidFill>
                <a:srgbClr val="000000"/>
              </a:solidFill>
              <a:latin typeface="Arial"/>
            </a:endParaRPr>
          </a:p>
          <a:p>
            <a:pPr marL="285840" indent="-285840" defTabSz="914400">
              <a:lnSpc>
                <a:spcPct val="100000"/>
              </a:lnSpc>
              <a:buClr>
                <a:srgbClr val="000000"/>
              </a:buClr>
              <a:buFont typeface="OpenSymbol"/>
              <a:buChar char="-"/>
            </a:pPr>
            <a:r>
              <a:rPr b="0" lang="es-MX" sz="1800" spc="-1" strike="noStrike">
                <a:solidFill>
                  <a:schemeClr val="dk1"/>
                </a:solidFill>
                <a:latin typeface="Century Schoolbook"/>
              </a:rPr>
              <a:t>Teoría de la Ciencia de la computación </a:t>
            </a:r>
            <a:endParaRPr b="0" lang="es-ES" sz="1800" spc="-1" strike="noStrike">
              <a:solidFill>
                <a:srgbClr val="000000"/>
              </a:solidFill>
              <a:latin typeface="Arial"/>
            </a:endParaRPr>
          </a:p>
          <a:p>
            <a:pPr marL="285840" indent="-285840" defTabSz="914400">
              <a:lnSpc>
                <a:spcPct val="100000"/>
              </a:lnSpc>
              <a:buClr>
                <a:srgbClr val="000000"/>
              </a:buClr>
              <a:buFont typeface="OpenSymbol"/>
              <a:buChar char="-"/>
            </a:pPr>
            <a:r>
              <a:rPr b="0" lang="es-MX" sz="1800" spc="-1" strike="noStrike">
                <a:solidFill>
                  <a:schemeClr val="dk1"/>
                </a:solidFill>
                <a:latin typeface="Century Schoolbook"/>
              </a:rPr>
              <a:t>Teoría de autómatas</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74680"/>
            <a:ext cx="7467120" cy="561600"/>
          </a:xfrm>
          <a:prstGeom prst="rect">
            <a:avLst/>
          </a:prstGeom>
          <a:noFill/>
          <a:ln w="0">
            <a:noFill/>
          </a:ln>
        </p:spPr>
        <p:txBody>
          <a:bodyPr lIns="90000" rIns="90000" tIns="45000" bIns="45000" anchor="b">
            <a:noAutofit/>
          </a:bodyPr>
          <a:p>
            <a:pPr indent="0" algn="ctr">
              <a:lnSpc>
                <a:spcPct val="100000"/>
              </a:lnSpc>
              <a:buNone/>
            </a:pPr>
            <a:r>
              <a:rPr b="1" lang="es-MX" sz="3000" spc="-1" strike="noStrike" cap="small">
                <a:solidFill>
                  <a:srgbClr val="0033cc"/>
                </a:solidFill>
                <a:latin typeface="Century Schoolbook"/>
              </a:rPr>
              <a:t>Repasando Lenguajes Formales</a:t>
            </a:r>
            <a:endParaRPr b="0" lang="es-ES" sz="3000" spc="-1" strike="noStrike">
              <a:solidFill>
                <a:schemeClr val="dk1"/>
              </a:solidFill>
              <a:latin typeface="Century Schoolbook"/>
            </a:endParaRPr>
          </a:p>
        </p:txBody>
      </p:sp>
      <p:pic>
        <p:nvPicPr>
          <p:cNvPr id="187" name="Marcador de contenido 3" descr=""/>
          <p:cNvPicPr/>
          <p:nvPr/>
        </p:nvPicPr>
        <p:blipFill>
          <a:blip r:embed="rId1"/>
          <a:srcRect l="30864" t="12859" r="22387" b="9641"/>
          <a:stretch/>
        </p:blipFill>
        <p:spPr>
          <a:xfrm>
            <a:off x="457200" y="836640"/>
            <a:ext cx="7858800" cy="59043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179640" y="260640"/>
            <a:ext cx="8604000" cy="633600"/>
          </a:xfrm>
          <a:prstGeom prst="rect">
            <a:avLst/>
          </a:prstGeom>
          <a:noFill/>
          <a:ln w="0">
            <a:noFill/>
          </a:ln>
        </p:spPr>
        <p:txBody>
          <a:bodyPr lIns="90000" rIns="90000" tIns="45000" bIns="45000" anchor="b">
            <a:normAutofit fontScale="96363"/>
          </a:bodyPr>
          <a:p>
            <a:pPr indent="0">
              <a:lnSpc>
                <a:spcPct val="100000"/>
              </a:lnSpc>
              <a:buNone/>
            </a:pPr>
            <a:r>
              <a:rPr b="0" lang="es-MX" sz="2800" spc="-1" strike="noStrike" cap="small">
                <a:solidFill>
                  <a:srgbClr val="002060"/>
                </a:solidFill>
                <a:latin typeface="Century Schoolbook"/>
              </a:rPr>
              <a:t>teorías que forman la ciencia de la computación</a:t>
            </a:r>
            <a:endParaRPr b="0" lang="es-ES" sz="2800" spc="-1" strike="noStrike">
              <a:solidFill>
                <a:schemeClr val="dk1"/>
              </a:solidFill>
              <a:latin typeface="Century Schoolbook"/>
            </a:endParaRPr>
          </a:p>
        </p:txBody>
      </p:sp>
      <p:sp>
        <p:nvSpPr>
          <p:cNvPr id="189" name="PlaceHolder 2"/>
          <p:cNvSpPr>
            <a:spLocks noGrp="1"/>
          </p:cNvSpPr>
          <p:nvPr>
            <p:ph/>
          </p:nvPr>
        </p:nvSpPr>
        <p:spPr>
          <a:xfrm>
            <a:off x="457200" y="1600200"/>
            <a:ext cx="7467120" cy="487332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0" lang="es-MX" sz="2400" spc="-1" strike="noStrike">
                <a:solidFill>
                  <a:schemeClr val="dk1"/>
                </a:solidFill>
                <a:latin typeface="Century Schoolbook"/>
              </a:rPr>
              <a:t>Teoría de Lenguajes Formales </a:t>
            </a:r>
            <a:endParaRPr b="0" lang="es-ES" sz="2400" spc="-1" strike="noStrike">
              <a:solidFill>
                <a:schemeClr val="dk1"/>
              </a:solidFill>
              <a:latin typeface="Century Schoolbook"/>
            </a:endParaRPr>
          </a:p>
          <a:p>
            <a:pPr indent="0">
              <a:lnSpc>
                <a:spcPct val="100000"/>
              </a:lnSpc>
              <a:spcBef>
                <a:spcPts val="601"/>
              </a:spcBef>
              <a:buNone/>
              <a:tabLst>
                <a:tab algn="l" pos="0"/>
              </a:tabLst>
            </a:pP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MX" sz="2400" spc="-1" strike="noStrike">
                <a:solidFill>
                  <a:schemeClr val="dk1"/>
                </a:solidFill>
                <a:latin typeface="Century Schoolbook"/>
              </a:rPr>
              <a:t>Teoría de Autómatas (Estudio de máquinas de computación abstractas).</a:t>
            </a:r>
            <a:endParaRPr b="0" lang="es-ES" sz="2400" spc="-1" strike="noStrike">
              <a:solidFill>
                <a:schemeClr val="dk1"/>
              </a:solidFill>
              <a:latin typeface="Century Schoolbook"/>
            </a:endParaRPr>
          </a:p>
          <a:p>
            <a:pPr indent="0">
              <a:lnSpc>
                <a:spcPct val="100000"/>
              </a:lnSpc>
              <a:spcBef>
                <a:spcPts val="601"/>
              </a:spcBef>
              <a:buNone/>
              <a:tabLst>
                <a:tab algn="l" pos="0"/>
              </a:tabLst>
            </a:pP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MX" sz="2400" spc="-1" strike="noStrike">
                <a:solidFill>
                  <a:schemeClr val="dk1"/>
                </a:solidFill>
                <a:latin typeface="Century Schoolbook"/>
              </a:rPr>
              <a:t>Teoría de la computación (estudio de la computabilidad y la complejidad)</a:t>
            </a: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74680"/>
            <a:ext cx="7467120" cy="633600"/>
          </a:xfrm>
          <a:prstGeom prst="rect">
            <a:avLst/>
          </a:prstGeom>
          <a:solidFill>
            <a:schemeClr val="accent6">
              <a:lumMod val="20000"/>
              <a:lumOff val="80000"/>
            </a:schemeClr>
          </a:solidFill>
          <a:ln w="0">
            <a:noFill/>
          </a:ln>
        </p:spPr>
        <p:txBody>
          <a:bodyPr lIns="90000" rIns="90000" tIns="45000" bIns="45000" anchor="b">
            <a:normAutofit/>
          </a:bodyPr>
          <a:p>
            <a:pPr indent="0">
              <a:lnSpc>
                <a:spcPct val="100000"/>
              </a:lnSpc>
              <a:buNone/>
            </a:pPr>
            <a:r>
              <a:rPr b="0" lang="es-ES" sz="3200" spc="-1" strike="noStrike" cap="small">
                <a:solidFill>
                  <a:schemeClr val="dk2"/>
                </a:solidFill>
                <a:latin typeface="Century Schoolbook"/>
              </a:rPr>
              <a:t>Un poco de historia</a:t>
            </a:r>
            <a:endParaRPr b="0" lang="es-ES" sz="3200" spc="-1" strike="noStrike">
              <a:solidFill>
                <a:schemeClr val="dk1"/>
              </a:solidFill>
              <a:latin typeface="Century Schoolbook"/>
            </a:endParaRPr>
          </a:p>
        </p:txBody>
      </p:sp>
      <p:pic>
        <p:nvPicPr>
          <p:cNvPr id="191" name="Picture 2" descr=""/>
          <p:cNvPicPr/>
          <p:nvPr/>
        </p:nvPicPr>
        <p:blipFill>
          <a:blip r:embed="rId1"/>
          <a:stretch/>
        </p:blipFill>
        <p:spPr>
          <a:xfrm>
            <a:off x="6643800" y="1357200"/>
            <a:ext cx="1856880" cy="1714320"/>
          </a:xfrm>
          <a:prstGeom prst="rect">
            <a:avLst/>
          </a:prstGeom>
          <a:ln w="9525">
            <a:noFill/>
          </a:ln>
        </p:spPr>
      </p:pic>
      <p:sp>
        <p:nvSpPr>
          <p:cNvPr id="192" name="4 CuadroTexto"/>
          <p:cNvSpPr/>
          <p:nvPr/>
        </p:nvSpPr>
        <p:spPr>
          <a:xfrm>
            <a:off x="457200" y="994320"/>
            <a:ext cx="7643520" cy="6261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800" spc="-1" strike="noStrike">
                <a:solidFill>
                  <a:schemeClr val="accent6">
                    <a:lumMod val="75000"/>
                  </a:schemeClr>
                </a:solidFill>
                <a:latin typeface="Century Schoolbook"/>
              </a:rPr>
              <a:t>Lógica matemática</a:t>
            </a:r>
            <a:endParaRPr b="0" lang="es-ES" sz="2800" spc="-1" strike="noStrike">
              <a:solidFill>
                <a:srgbClr val="000000"/>
              </a:solidFill>
              <a:latin typeface="Arial"/>
            </a:endParaRPr>
          </a:p>
          <a:p>
            <a:pPr defTabSz="914400">
              <a:lnSpc>
                <a:spcPct val="100000"/>
              </a:lnSpc>
            </a:pPr>
            <a:endParaRPr b="0" lang="es-ES" sz="1600" spc="-1" strike="noStrike">
              <a:solidFill>
                <a:srgbClr val="000000"/>
              </a:solidFill>
              <a:latin typeface="Arial"/>
            </a:endParaRPr>
          </a:p>
          <a:p>
            <a:pPr defTabSz="914400">
              <a:lnSpc>
                <a:spcPct val="100000"/>
              </a:lnSpc>
            </a:pPr>
            <a:r>
              <a:rPr b="1" lang="es-ES" sz="2000" spc="-1" strike="noStrike">
                <a:solidFill>
                  <a:schemeClr val="dk1"/>
                </a:solidFill>
                <a:latin typeface="Century Schoolbook"/>
              </a:rPr>
              <a:t>Friedrich Ludwig Gottlob Frege </a:t>
            </a:r>
            <a:r>
              <a:rPr b="0" lang="es-ES" sz="2000" spc="-1" strike="noStrike">
                <a:solidFill>
                  <a:schemeClr val="dk1"/>
                </a:solidFill>
                <a:latin typeface="Century Schoolbook"/>
              </a:rPr>
              <a:t>(1848-1945)</a:t>
            </a:r>
            <a:endParaRPr b="0" lang="es-ES" sz="2000" spc="-1" strike="noStrike">
              <a:solidFill>
                <a:srgbClr val="000000"/>
              </a:solidFill>
              <a:latin typeface="Arial"/>
            </a:endParaRPr>
          </a:p>
          <a:p>
            <a:pPr defTabSz="914400">
              <a:lnSpc>
                <a:spcPct val="100000"/>
              </a:lnSpc>
            </a:pP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0" lang="es-ES" sz="2000" spc="-1" strike="noStrike">
                <a:solidFill>
                  <a:schemeClr val="dk1"/>
                </a:solidFill>
                <a:latin typeface="Century Schoolbook"/>
              </a:rPr>
              <a:t>Profesor en la Universidad de Jena (Alemania)</a:t>
            </a: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0" lang="es-ES" sz="2000" spc="-1" strike="noStrike">
                <a:solidFill>
                  <a:schemeClr val="dk1"/>
                </a:solidFill>
                <a:latin typeface="Century Schoolbook"/>
              </a:rPr>
              <a:t>En 1879 publicó </a:t>
            </a:r>
            <a:r>
              <a:rPr b="0" i="1" lang="es-ES" sz="2000" spc="-1" strike="noStrike">
                <a:solidFill>
                  <a:schemeClr val="dk1"/>
                </a:solidFill>
                <a:latin typeface="Century Schoolbook"/>
              </a:rPr>
              <a:t>Conceptografía (Begriffsschrift) ó Escritura de conceptos</a:t>
            </a: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1" lang="es-ES" sz="2000" spc="-1" strike="noStrike">
                <a:solidFill>
                  <a:schemeClr val="dk1"/>
                </a:solidFill>
                <a:latin typeface="Century Schoolbook"/>
              </a:rPr>
              <a:t>Desarrollo de la lógica de primer orden </a:t>
            </a:r>
            <a:r>
              <a:rPr b="0" lang="es-ES" sz="2000" spc="-1" strike="noStrike">
                <a:solidFill>
                  <a:srgbClr val="ff0000"/>
                </a:solidFill>
                <a:latin typeface="Century Schoolbook"/>
              </a:rPr>
              <a:t>*</a:t>
            </a:r>
            <a:endParaRPr b="0" lang="es-ES" sz="2000" spc="-1" strike="noStrike">
              <a:solidFill>
                <a:srgbClr val="000000"/>
              </a:solidFill>
              <a:latin typeface="Arial"/>
            </a:endParaRPr>
          </a:p>
          <a:p>
            <a:pPr defTabSz="914400">
              <a:lnSpc>
                <a:spcPct val="150000"/>
              </a:lnSpc>
            </a:pPr>
            <a:r>
              <a:rPr b="1" lang="es-ES" sz="2000" spc="-1" strike="noStrike">
                <a:solidFill>
                  <a:schemeClr val="dk1"/>
                </a:solidFill>
                <a:latin typeface="Century Schoolbook"/>
              </a:rPr>
              <a:t>(operadores and, or, not, implicación, para-todo, existe</a:t>
            </a:r>
            <a:r>
              <a:rPr b="0" lang="es-ES" sz="2000" spc="-1" strike="noStrike">
                <a:solidFill>
                  <a:schemeClr val="dk1"/>
                </a:solidFill>
                <a:latin typeface="Century Schoolbook"/>
              </a:rPr>
              <a:t>)</a:t>
            </a: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0" lang="es-ES" sz="2000" spc="-1" strike="noStrike">
                <a:solidFill>
                  <a:schemeClr val="dk1"/>
                </a:solidFill>
                <a:latin typeface="Century Schoolbook"/>
              </a:rPr>
              <a:t>La notación que utilizaba era bastante complicada</a:t>
            </a:r>
            <a:endParaRPr b="0" lang="es-ES" sz="2000" spc="-1" strike="noStrike">
              <a:solidFill>
                <a:srgbClr val="000000"/>
              </a:solidFill>
              <a:latin typeface="Arial"/>
            </a:endParaRPr>
          </a:p>
          <a:p>
            <a:pPr defTabSz="914400">
              <a:lnSpc>
                <a:spcPct val="150000"/>
              </a:lnSpc>
            </a:pPr>
            <a:endParaRPr b="0" lang="es-ES" sz="2000" spc="-1" strike="noStrike">
              <a:solidFill>
                <a:srgbClr val="000000"/>
              </a:solidFill>
              <a:latin typeface="Arial"/>
            </a:endParaRPr>
          </a:p>
          <a:p>
            <a:pPr defTabSz="914400">
              <a:lnSpc>
                <a:spcPct val="150000"/>
              </a:lnSpc>
            </a:pPr>
            <a:r>
              <a:rPr b="0" lang="es-ES" sz="2400" spc="-1" strike="noStrike">
                <a:solidFill>
                  <a:srgbClr val="ff0000"/>
                </a:solidFill>
                <a:latin typeface="Century Schoolbook"/>
              </a:rPr>
              <a:t>* </a:t>
            </a:r>
            <a:r>
              <a:rPr b="0" lang="es-ES" sz="1600" spc="-1" strike="noStrike">
                <a:solidFill>
                  <a:schemeClr val="dk1"/>
                </a:solidFill>
                <a:latin typeface="Century Schoolbook"/>
              </a:rPr>
              <a:t>Una lógica de primer orden, es un sistema formal diseñado para estudiar la inferencia en los lenguajes de primer orden. Los lenguajes de primer orden son a su vez, lenguajes formales</a:t>
            </a:r>
            <a:endParaRPr b="0" lang="es-ES" sz="1600" spc="-1" strike="noStrike">
              <a:solidFill>
                <a:srgbClr val="000000"/>
              </a:solidFill>
              <a:latin typeface="Arial"/>
            </a:endParaRPr>
          </a:p>
          <a:p>
            <a:pPr algn="ctr" defTabSz="914400">
              <a:lnSpc>
                <a:spcPct val="150000"/>
              </a:lnSpc>
            </a:pPr>
            <a:r>
              <a:rPr b="0" lang="es-ES" sz="1800" spc="-1" strike="noStrike" u="sng">
                <a:solidFill>
                  <a:schemeClr val="dk1"/>
                </a:solidFill>
                <a:uFillTx/>
                <a:latin typeface="Century Schoolbook"/>
                <a:hlinkClick r:id="rId2"/>
              </a:rPr>
              <a:t> </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74680"/>
            <a:ext cx="8229240" cy="633600"/>
          </a:xfrm>
          <a:prstGeom prst="rect">
            <a:avLst/>
          </a:prstGeom>
          <a:solidFill>
            <a:schemeClr val="accent6">
              <a:lumMod val="20000"/>
              <a:lumOff val="80000"/>
            </a:schemeClr>
          </a:solidFill>
          <a:ln w="0">
            <a:noFill/>
          </a:ln>
        </p:spPr>
        <p:txBody>
          <a:bodyPr lIns="90000" rIns="90000" tIns="45000" bIns="45000" anchor="b">
            <a:noAutofit/>
          </a:bodyPr>
          <a:p>
            <a:pPr indent="0">
              <a:lnSpc>
                <a:spcPct val="100000"/>
              </a:lnSpc>
              <a:buNone/>
            </a:pPr>
            <a:r>
              <a:rPr b="0" lang="es-ES" sz="3200" spc="-1" strike="noStrike" cap="small">
                <a:solidFill>
                  <a:schemeClr val="dk2"/>
                </a:solidFill>
                <a:latin typeface="Century Schoolbook"/>
              </a:rPr>
              <a:t>Un poco de historia</a:t>
            </a:r>
            <a:endParaRPr b="0" lang="es-ES" sz="3200" spc="-1" strike="noStrike">
              <a:solidFill>
                <a:schemeClr val="dk1"/>
              </a:solidFill>
              <a:latin typeface="Century Schoolbook"/>
            </a:endParaRPr>
          </a:p>
        </p:txBody>
      </p:sp>
      <p:pic>
        <p:nvPicPr>
          <p:cNvPr id="194" name="Picture 2" descr=""/>
          <p:cNvPicPr/>
          <p:nvPr/>
        </p:nvPicPr>
        <p:blipFill>
          <a:blip r:embed="rId1"/>
          <a:stretch/>
        </p:blipFill>
        <p:spPr>
          <a:xfrm>
            <a:off x="6500880" y="1785960"/>
            <a:ext cx="2095200" cy="1785600"/>
          </a:xfrm>
          <a:prstGeom prst="rect">
            <a:avLst/>
          </a:prstGeom>
          <a:ln w="9525">
            <a:noFill/>
          </a:ln>
        </p:spPr>
      </p:pic>
      <p:sp>
        <p:nvSpPr>
          <p:cNvPr id="195" name="4 CuadroTexto"/>
          <p:cNvSpPr/>
          <p:nvPr/>
        </p:nvSpPr>
        <p:spPr>
          <a:xfrm>
            <a:off x="755640" y="1140480"/>
            <a:ext cx="5571720" cy="5271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800" spc="-1" strike="noStrike">
                <a:solidFill>
                  <a:schemeClr val="accent6">
                    <a:lumMod val="75000"/>
                  </a:schemeClr>
                </a:solidFill>
                <a:latin typeface="Century Schoolbook"/>
              </a:rPr>
              <a:t>Lógica matemática</a:t>
            </a:r>
            <a:endParaRPr b="0" lang="es-ES" sz="2800" spc="-1" strike="noStrike">
              <a:solidFill>
                <a:srgbClr val="000000"/>
              </a:solidFill>
              <a:latin typeface="Arial"/>
            </a:endParaRPr>
          </a:p>
          <a:p>
            <a:pPr defTabSz="914400">
              <a:lnSpc>
                <a:spcPct val="100000"/>
              </a:lnSpc>
            </a:pPr>
            <a:endParaRPr b="0" lang="es-ES" sz="1200" spc="-1" strike="noStrike">
              <a:solidFill>
                <a:srgbClr val="000000"/>
              </a:solidFill>
              <a:latin typeface="Arial"/>
            </a:endParaRPr>
          </a:p>
          <a:p>
            <a:pPr defTabSz="914400">
              <a:lnSpc>
                <a:spcPct val="100000"/>
              </a:lnSpc>
            </a:pPr>
            <a:r>
              <a:rPr b="1" lang="es-ES" sz="2000" spc="-1" strike="noStrike">
                <a:solidFill>
                  <a:schemeClr val="dk1"/>
                </a:solidFill>
                <a:latin typeface="Century Schoolbook"/>
              </a:rPr>
              <a:t>Giuseppe Peano </a:t>
            </a:r>
            <a:r>
              <a:rPr b="0" lang="es-ES" sz="2000" spc="-1" strike="noStrike">
                <a:solidFill>
                  <a:schemeClr val="dk1"/>
                </a:solidFill>
                <a:latin typeface="Century Schoolbook"/>
              </a:rPr>
              <a:t>(1858-1932)</a:t>
            </a:r>
            <a:endParaRPr b="0" lang="es-ES" sz="2000" spc="-1" strike="noStrike">
              <a:solidFill>
                <a:srgbClr val="000000"/>
              </a:solidFill>
              <a:latin typeface="Arial"/>
            </a:endParaRPr>
          </a:p>
          <a:p>
            <a:pPr defTabSz="914400">
              <a:lnSpc>
                <a:spcPct val="100000"/>
              </a:lnSpc>
            </a:pP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0" lang="es-ES" sz="2000" spc="-1" strike="noStrike">
                <a:solidFill>
                  <a:schemeClr val="dk1"/>
                </a:solidFill>
                <a:latin typeface="Century Schoolbook"/>
              </a:rPr>
              <a:t>Profesor en la Universidad de Turín</a:t>
            </a: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y en la Academia Militar Real</a:t>
            </a: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0" lang="es-ES" sz="2000" spc="-1" strike="noStrike">
                <a:solidFill>
                  <a:schemeClr val="dk1"/>
                </a:solidFill>
                <a:latin typeface="Century Schoolbook"/>
              </a:rPr>
              <a:t>Matemático y filósofo, </a:t>
            </a:r>
            <a:r>
              <a:rPr b="1" lang="es-ES" sz="2000" spc="-1" strike="noStrike">
                <a:solidFill>
                  <a:schemeClr val="dk1"/>
                </a:solidFill>
                <a:latin typeface="Century Schoolbook"/>
              </a:rPr>
              <a:t>propuso la notación actual de la lógica y estudió los principios de la matemática.</a:t>
            </a:r>
            <a:endParaRPr b="0" lang="es-ES" sz="2000" spc="-1" strike="noStrike">
              <a:solidFill>
                <a:srgbClr val="000000"/>
              </a:solidFill>
              <a:latin typeface="Arial"/>
            </a:endParaRPr>
          </a:p>
          <a:p>
            <a:pPr defTabSz="914400">
              <a:lnSpc>
                <a:spcPct val="150000"/>
              </a:lnSpc>
            </a:pPr>
            <a:r>
              <a:rPr b="0" lang="es-ES" sz="2000" spc="-1" strike="noStrike">
                <a:solidFill>
                  <a:schemeClr val="dk1"/>
                </a:solidFill>
                <a:latin typeface="Century Schoolbook"/>
              </a:rPr>
              <a:t>–</a:t>
            </a:r>
            <a:r>
              <a:rPr b="0" i="1" lang="es-ES" sz="2000" spc="-1" strike="noStrike">
                <a:solidFill>
                  <a:srgbClr val="0033cc"/>
                </a:solidFill>
                <a:latin typeface="Century Schoolbook"/>
              </a:rPr>
              <a:t>Escribió una enciclopedia con todas las fórmulas y teoremas conocidos en matemáticas</a:t>
            </a:r>
            <a:endParaRPr b="0" lang="es-ES" sz="2000" spc="-1" strike="noStrike">
              <a:solidFill>
                <a:srgbClr val="000000"/>
              </a:solidFill>
              <a:latin typeface="Arial"/>
            </a:endParaRPr>
          </a:p>
          <a:p>
            <a:pPr defTabSz="914400">
              <a:lnSpc>
                <a:spcPct val="100000"/>
              </a:lnSpc>
            </a:pP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74680"/>
            <a:ext cx="8229240" cy="582120"/>
          </a:xfrm>
          <a:prstGeom prst="rect">
            <a:avLst/>
          </a:prstGeom>
          <a:solidFill>
            <a:schemeClr val="accent6">
              <a:lumMod val="20000"/>
              <a:lumOff val="80000"/>
            </a:schemeClr>
          </a:solidFill>
          <a:ln w="0">
            <a:noFill/>
          </a:ln>
        </p:spPr>
        <p:txBody>
          <a:bodyPr lIns="90000" rIns="90000" tIns="45000" bIns="45000" anchor="b">
            <a:noAutofit/>
          </a:bodyPr>
          <a:p>
            <a:pPr indent="0">
              <a:lnSpc>
                <a:spcPct val="100000"/>
              </a:lnSpc>
              <a:buNone/>
            </a:pPr>
            <a:r>
              <a:rPr b="0" lang="es-ES" sz="3200" spc="-1" strike="noStrike" cap="small">
                <a:solidFill>
                  <a:schemeClr val="dk2"/>
                </a:solidFill>
                <a:latin typeface="Century Schoolbook"/>
              </a:rPr>
              <a:t>Un poco de historia</a:t>
            </a:r>
            <a:endParaRPr b="0" lang="es-ES" sz="3200" spc="-1" strike="noStrike">
              <a:solidFill>
                <a:schemeClr val="dk1"/>
              </a:solidFill>
              <a:latin typeface="Century Schoolbook"/>
            </a:endParaRPr>
          </a:p>
        </p:txBody>
      </p:sp>
      <p:pic>
        <p:nvPicPr>
          <p:cNvPr id="197" name="Picture 2" descr=""/>
          <p:cNvPicPr/>
          <p:nvPr/>
        </p:nvPicPr>
        <p:blipFill>
          <a:blip r:embed="rId1"/>
          <a:stretch/>
        </p:blipFill>
        <p:spPr>
          <a:xfrm>
            <a:off x="6215040" y="2143080"/>
            <a:ext cx="1904760" cy="2685600"/>
          </a:xfrm>
          <a:prstGeom prst="rect">
            <a:avLst/>
          </a:prstGeom>
          <a:ln w="9525">
            <a:noFill/>
          </a:ln>
        </p:spPr>
      </p:pic>
      <p:sp>
        <p:nvSpPr>
          <p:cNvPr id="198" name="4 CuadroTexto"/>
          <p:cNvSpPr/>
          <p:nvPr/>
        </p:nvSpPr>
        <p:spPr>
          <a:xfrm>
            <a:off x="500040" y="928800"/>
            <a:ext cx="5571720" cy="6736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800" spc="-1" strike="noStrike">
                <a:solidFill>
                  <a:schemeClr val="accent6">
                    <a:lumMod val="75000"/>
                  </a:schemeClr>
                </a:solidFill>
                <a:latin typeface="Century Schoolbook"/>
              </a:rPr>
              <a:t>Teoría de autómatas</a:t>
            </a:r>
            <a:endParaRPr b="0" lang="es-ES" sz="2800" spc="-1" strike="noStrike">
              <a:solidFill>
                <a:srgbClr val="000000"/>
              </a:solidFill>
              <a:latin typeface="Arial"/>
            </a:endParaRPr>
          </a:p>
          <a:p>
            <a:pPr defTabSz="914400">
              <a:lnSpc>
                <a:spcPct val="100000"/>
              </a:lnSpc>
            </a:pPr>
            <a:endParaRPr b="0" lang="es-ES" sz="1200" spc="-1" strike="noStrike">
              <a:solidFill>
                <a:srgbClr val="000000"/>
              </a:solidFill>
              <a:latin typeface="Arial"/>
            </a:endParaRPr>
          </a:p>
          <a:p>
            <a:pPr defTabSz="914400">
              <a:lnSpc>
                <a:spcPct val="100000"/>
              </a:lnSpc>
            </a:pPr>
            <a:r>
              <a:rPr b="1" lang="en-US" sz="2400" spc="-1" strike="noStrike">
                <a:solidFill>
                  <a:schemeClr val="dk1"/>
                </a:solidFill>
                <a:latin typeface="Century Schoolbook"/>
              </a:rPr>
              <a:t>Claude Elwood Shannon</a:t>
            </a:r>
            <a:r>
              <a:rPr b="1" lang="en-US" sz="2000" spc="-1" strike="noStrike">
                <a:solidFill>
                  <a:schemeClr val="dk1"/>
                </a:solidFill>
                <a:latin typeface="Century Schoolbook"/>
              </a:rPr>
              <a:t> (1916 –2001)</a:t>
            </a:r>
            <a:endParaRPr b="0" lang="es-ES" sz="2000" spc="-1" strike="noStrike">
              <a:solidFill>
                <a:srgbClr val="000000"/>
              </a:solidFill>
              <a:latin typeface="Arial"/>
            </a:endParaRPr>
          </a:p>
          <a:p>
            <a:pPr defTabSz="914400">
              <a:lnSpc>
                <a:spcPct val="100000"/>
              </a:lnSpc>
            </a:pPr>
            <a:endParaRPr b="0" lang="es-ES" sz="2000" spc="-1" strike="noStrike">
              <a:solidFill>
                <a:srgbClr val="000000"/>
              </a:solidFill>
              <a:latin typeface="Arial"/>
            </a:endParaRPr>
          </a:p>
          <a:p>
            <a:pPr defTabSz="914400">
              <a:lnSpc>
                <a:spcPct val="100000"/>
              </a:lnSpc>
            </a:pPr>
            <a:r>
              <a:rPr b="0" lang="es-ES" sz="2000" spc="-1" strike="noStrike">
                <a:solidFill>
                  <a:schemeClr val="dk1"/>
                </a:solidFill>
                <a:latin typeface="Century Schoolbook"/>
              </a:rPr>
              <a:t>–</a:t>
            </a:r>
            <a:r>
              <a:rPr b="0" lang="es-ES" sz="2000" spc="-1" strike="noStrike">
                <a:solidFill>
                  <a:schemeClr val="dk1"/>
                </a:solidFill>
                <a:latin typeface="Century Schoolbook"/>
              </a:rPr>
              <a:t>Estudia en la U. Michigan. Profesor en el Instituto de Tecnología de Massachusetts (MIT)</a:t>
            </a:r>
            <a:endParaRPr b="0" lang="es-ES" sz="2000" spc="-1" strike="noStrike">
              <a:solidFill>
                <a:srgbClr val="000000"/>
              </a:solidFill>
              <a:latin typeface="Arial"/>
            </a:endParaRPr>
          </a:p>
          <a:p>
            <a:pPr defTabSz="914400">
              <a:lnSpc>
                <a:spcPct val="100000"/>
              </a:lnSpc>
            </a:pPr>
            <a:r>
              <a:rPr b="0" lang="es-ES" sz="2000" spc="-1" strike="noStrike">
                <a:solidFill>
                  <a:schemeClr val="dk1"/>
                </a:solidFill>
                <a:latin typeface="Century Schoolbook"/>
              </a:rPr>
              <a:t>–</a:t>
            </a:r>
            <a:r>
              <a:rPr b="0" lang="es-ES" sz="2000" spc="-1" strike="noStrike">
                <a:solidFill>
                  <a:schemeClr val="dk1"/>
                </a:solidFill>
                <a:latin typeface="Century Schoolbook"/>
              </a:rPr>
              <a:t>En 1938 publica </a:t>
            </a:r>
            <a:r>
              <a:rPr b="0" i="1" lang="es-ES" sz="2000" spc="-1" strike="noStrike">
                <a:solidFill>
                  <a:schemeClr val="dk1"/>
                </a:solidFill>
                <a:latin typeface="Century Schoolbook"/>
              </a:rPr>
              <a:t>A Symbolic Analysis of Relay and Switching Circuits. </a:t>
            </a:r>
            <a:r>
              <a:rPr b="1" i="1" lang="es-ES" sz="2000" spc="-1" strike="noStrike">
                <a:solidFill>
                  <a:srgbClr val="0033cc"/>
                </a:solidFill>
                <a:latin typeface="Century Schoolbook"/>
              </a:rPr>
              <a:t>Aplicación de la lógica matemática a los circuitos electrónicos.</a:t>
            </a:r>
            <a:endParaRPr b="0" lang="es-ES" sz="2000" spc="-1" strike="noStrike">
              <a:solidFill>
                <a:srgbClr val="000000"/>
              </a:solidFill>
              <a:latin typeface="Arial"/>
            </a:endParaRPr>
          </a:p>
          <a:p>
            <a:pPr defTabSz="914400">
              <a:lnSpc>
                <a:spcPct val="100000"/>
              </a:lnSpc>
            </a:pPr>
            <a:r>
              <a:rPr b="0" lang="es-ES" sz="2000" spc="-1" strike="noStrike">
                <a:solidFill>
                  <a:schemeClr val="dk1"/>
                </a:solidFill>
                <a:latin typeface="Century Schoolbook"/>
              </a:rPr>
              <a:t>–</a:t>
            </a:r>
            <a:r>
              <a:rPr b="0" lang="es-ES" sz="2000" spc="-1" strike="noStrike">
                <a:solidFill>
                  <a:schemeClr val="dk1"/>
                </a:solidFill>
                <a:latin typeface="Century Schoolbook"/>
              </a:rPr>
              <a:t>En 1948 publica </a:t>
            </a:r>
            <a:r>
              <a:rPr b="1" i="1" lang="es-ES" sz="2000" spc="-1" strike="noStrike">
                <a:solidFill>
                  <a:srgbClr val="0033cc"/>
                </a:solidFill>
                <a:latin typeface="Century Schoolbook"/>
              </a:rPr>
              <a:t>Una Teoría Matemática de la Comunicación. </a:t>
            </a:r>
            <a:r>
              <a:rPr b="1" i="1" lang="es-ES" sz="1600" spc="-1" strike="noStrike">
                <a:solidFill>
                  <a:schemeClr val="dk1"/>
                </a:solidFill>
                <a:latin typeface="Century Schoolbook"/>
              </a:rPr>
              <a:t>(establece un paralelismo entre el algebra de Boole y los circuitos de trasmisión)</a:t>
            </a:r>
            <a:endParaRPr b="0" lang="es-ES" sz="1600" spc="-1" strike="noStrike">
              <a:solidFill>
                <a:srgbClr val="000000"/>
              </a:solidFill>
              <a:latin typeface="Arial"/>
            </a:endParaRPr>
          </a:p>
          <a:p>
            <a:pPr defTabSz="914400">
              <a:lnSpc>
                <a:spcPct val="100000"/>
              </a:lnSpc>
            </a:pPr>
            <a:r>
              <a:rPr b="1" i="1" lang="es-ES" sz="2000" spc="-1" strike="noStrike">
                <a:solidFill>
                  <a:srgbClr val="0033cc"/>
                </a:solidFill>
                <a:latin typeface="Century Schoolbook"/>
              </a:rPr>
              <a:t>Nacimiento de la Teoría de la Información</a:t>
            </a:r>
            <a:endParaRPr b="0" lang="es-ES" sz="2000" spc="-1" strike="noStrike">
              <a:solidFill>
                <a:srgbClr val="000000"/>
              </a:solidFill>
              <a:latin typeface="Arial"/>
            </a:endParaRPr>
          </a:p>
          <a:p>
            <a:pPr defTabSz="914400">
              <a:lnSpc>
                <a:spcPct val="100000"/>
              </a:lnSpc>
            </a:pPr>
            <a:r>
              <a:rPr b="0" lang="es-ES" sz="2000" spc="-1" strike="noStrike">
                <a:solidFill>
                  <a:schemeClr val="dk1"/>
                </a:solidFill>
                <a:latin typeface="Century Schoolbook"/>
              </a:rPr>
              <a:t>–</a:t>
            </a:r>
            <a:r>
              <a:rPr b="0" lang="es-ES" sz="2000" spc="-1" strike="noStrike">
                <a:solidFill>
                  <a:schemeClr val="dk1"/>
                </a:solidFill>
                <a:latin typeface="Century Schoolbook"/>
              </a:rPr>
              <a:t>En 1956 edita, junto a McCarthy, </a:t>
            </a:r>
            <a:r>
              <a:rPr b="0" i="1" lang="es-ES" sz="2000" spc="-1" strike="noStrike">
                <a:solidFill>
                  <a:schemeClr val="dk1"/>
                </a:solidFill>
                <a:latin typeface="Century Schoolbook"/>
              </a:rPr>
              <a:t>Automata Studies, sobre </a:t>
            </a:r>
            <a:r>
              <a:rPr b="1" i="1" lang="es-ES" sz="2000" spc="-1" strike="noStrike">
                <a:solidFill>
                  <a:srgbClr val="0033cc"/>
                </a:solidFill>
                <a:latin typeface="Century Schoolbook"/>
              </a:rPr>
              <a:t>máquinas secuenciales y autómatas finitos.</a:t>
            </a:r>
            <a:endParaRPr b="0" lang="es-ES" sz="2000" spc="-1" strike="noStrike">
              <a:solidFill>
                <a:srgbClr val="000000"/>
              </a:solidFill>
              <a:latin typeface="Arial"/>
            </a:endParaRPr>
          </a:p>
          <a:p>
            <a:pPr defTabSz="914400">
              <a:lnSpc>
                <a:spcPct val="100000"/>
              </a:lnSpc>
            </a:pP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457200" y="274680"/>
            <a:ext cx="8229240" cy="653760"/>
          </a:xfrm>
          <a:prstGeom prst="rect">
            <a:avLst/>
          </a:prstGeom>
          <a:solidFill>
            <a:schemeClr val="accent6">
              <a:lumMod val="20000"/>
              <a:lumOff val="80000"/>
            </a:schemeClr>
          </a:solidFill>
          <a:ln w="0">
            <a:noFill/>
          </a:ln>
        </p:spPr>
        <p:txBody>
          <a:bodyPr lIns="90000" rIns="90000" tIns="45000" bIns="45000" anchor="b">
            <a:noAutofit/>
          </a:bodyPr>
          <a:p>
            <a:pPr indent="0">
              <a:lnSpc>
                <a:spcPct val="100000"/>
              </a:lnSpc>
              <a:buNone/>
            </a:pPr>
            <a:r>
              <a:rPr b="0" lang="es-ES" sz="3200" spc="-1" strike="noStrike" cap="small">
                <a:solidFill>
                  <a:schemeClr val="dk2"/>
                </a:solidFill>
                <a:latin typeface="Century Schoolbook"/>
              </a:rPr>
              <a:t>Un poco de historia</a:t>
            </a:r>
            <a:endParaRPr b="0" lang="es-ES" sz="3200" spc="-1" strike="noStrike">
              <a:solidFill>
                <a:schemeClr val="dk1"/>
              </a:solidFill>
              <a:latin typeface="Century Schoolbook"/>
            </a:endParaRPr>
          </a:p>
        </p:txBody>
      </p:sp>
      <p:sp>
        <p:nvSpPr>
          <p:cNvPr id="200" name="PlaceHolder 2"/>
          <p:cNvSpPr>
            <a:spLocks noGrp="1"/>
          </p:cNvSpPr>
          <p:nvPr>
            <p:ph/>
          </p:nvPr>
        </p:nvSpPr>
        <p:spPr>
          <a:xfrm>
            <a:off x="457200" y="1000080"/>
            <a:ext cx="8229240" cy="5125680"/>
          </a:xfrm>
          <a:prstGeom prst="rect">
            <a:avLst/>
          </a:prstGeom>
          <a:noFill/>
          <a:ln w="0">
            <a:noFill/>
          </a:ln>
        </p:spPr>
        <p:txBody>
          <a:bodyPr lIns="90000" rIns="90000" tIns="45000" bIns="45000" anchor="t">
            <a:normAutofit/>
          </a:bodyPr>
          <a:p>
            <a:pPr marL="274320" indent="-274320">
              <a:lnSpc>
                <a:spcPct val="100000"/>
              </a:lnSpc>
              <a:spcBef>
                <a:spcPts val="601"/>
              </a:spcBef>
              <a:buNone/>
              <a:tabLst>
                <a:tab algn="l" pos="0"/>
              </a:tabLst>
            </a:pPr>
            <a:r>
              <a:rPr b="1" lang="es-ES" sz="2400" spc="-1" strike="noStrike">
                <a:solidFill>
                  <a:schemeClr val="accent6">
                    <a:lumMod val="75000"/>
                  </a:schemeClr>
                </a:solidFill>
                <a:latin typeface="Century Schoolbook"/>
              </a:rPr>
              <a:t>Nos introducen a la teoría de autómatas</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1" lang="es-ES" sz="2400" spc="-1" strike="noStrike">
                <a:solidFill>
                  <a:schemeClr val="dk1"/>
                </a:solidFill>
                <a:latin typeface="Century Schoolbook"/>
              </a:rPr>
              <a:t>Autómatas Finitos Deterministas</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n-US" sz="2400" spc="-1" strike="noStrike">
                <a:solidFill>
                  <a:schemeClr val="dk1"/>
                </a:solidFill>
                <a:latin typeface="Century Schoolbook"/>
              </a:rPr>
              <a:t>––</a:t>
            </a:r>
            <a:r>
              <a:rPr b="1" lang="en-US" sz="2400" spc="-1" strike="noStrike">
                <a:solidFill>
                  <a:srgbClr val="ff0000"/>
                </a:solidFill>
                <a:latin typeface="Century Schoolbook"/>
              </a:rPr>
              <a:t>G. H. Mealy, </a:t>
            </a:r>
            <a:r>
              <a:rPr b="0" lang="es-MX" sz="2400" spc="-1" strike="noStrike">
                <a:solidFill>
                  <a:schemeClr val="dk1"/>
                </a:solidFill>
                <a:latin typeface="Century Schoolbook"/>
              </a:rPr>
              <a:t>Un método para sintetizar circuitos secuenciales.</a:t>
            </a:r>
            <a:r>
              <a:rPr b="0" i="1" lang="en-US" sz="2400" spc="-1" strike="noStrike">
                <a:solidFill>
                  <a:schemeClr val="dk1"/>
                </a:solidFill>
                <a:latin typeface="Century Schoolbook"/>
              </a:rPr>
              <a:t>(1955)</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ES" sz="2400" spc="-1" strike="noStrike">
                <a:solidFill>
                  <a:schemeClr val="dk1"/>
                </a:solidFill>
                <a:latin typeface="Century Schoolbook"/>
              </a:rPr>
              <a:t>–</a:t>
            </a:r>
            <a:r>
              <a:rPr b="0" lang="es-ES" sz="2400" spc="-1" strike="noStrike">
                <a:solidFill>
                  <a:schemeClr val="dk1"/>
                </a:solidFill>
                <a:latin typeface="Century Schoolbook"/>
              </a:rPr>
              <a:t>E.F. Moore, </a:t>
            </a:r>
            <a:r>
              <a:rPr b="0" i="1" lang="es-ES" sz="2400" spc="-1" strike="noStrike">
                <a:solidFill>
                  <a:schemeClr val="dk1"/>
                </a:solidFill>
                <a:latin typeface="Century Schoolbook"/>
              </a:rPr>
              <a:t>Gedanken experiments on sequential machines, en Automata Studies (1956)</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1" lang="es-ES" sz="2400" spc="-1" strike="noStrike">
                <a:solidFill>
                  <a:schemeClr val="dk1"/>
                </a:solidFill>
                <a:latin typeface="Century Schoolbook"/>
              </a:rPr>
              <a:t>Autómatas Finitos No Deterministas</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n-US" sz="2400" spc="-1" strike="noStrike">
                <a:solidFill>
                  <a:schemeClr val="dk1"/>
                </a:solidFill>
                <a:latin typeface="Century Schoolbook"/>
              </a:rPr>
              <a:t>–</a:t>
            </a:r>
            <a:r>
              <a:rPr b="0" lang="en-US" sz="2400" spc="-1" strike="noStrike">
                <a:solidFill>
                  <a:schemeClr val="dk1"/>
                </a:solidFill>
                <a:latin typeface="Century Schoolbook"/>
              </a:rPr>
              <a:t>M.O. Rabin y D. Scott, </a:t>
            </a:r>
            <a:r>
              <a:rPr b="0" i="1" lang="en-US" sz="2400" spc="-1" strike="noStrike">
                <a:solidFill>
                  <a:schemeClr val="dk1"/>
                </a:solidFill>
                <a:latin typeface="Century Schoolbook"/>
              </a:rPr>
              <a:t>Finite automata and their decision problems, IBM J. Research and Development, vol. 3 (1959)</a:t>
            </a: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274680"/>
            <a:ext cx="8229240" cy="653760"/>
          </a:xfrm>
          <a:prstGeom prst="rect">
            <a:avLst/>
          </a:prstGeom>
          <a:solidFill>
            <a:schemeClr val="accent6">
              <a:lumMod val="20000"/>
              <a:lumOff val="80000"/>
            </a:schemeClr>
          </a:solidFill>
          <a:ln w="0">
            <a:noFill/>
          </a:ln>
        </p:spPr>
        <p:txBody>
          <a:bodyPr lIns="90000" rIns="90000" tIns="45000" bIns="45000" anchor="b">
            <a:noAutofit/>
          </a:bodyPr>
          <a:p>
            <a:pPr indent="0">
              <a:lnSpc>
                <a:spcPct val="100000"/>
              </a:lnSpc>
              <a:buNone/>
            </a:pPr>
            <a:r>
              <a:rPr b="0" lang="es-ES" sz="3200" spc="-1" strike="noStrike" cap="small">
                <a:solidFill>
                  <a:schemeClr val="dk2"/>
                </a:solidFill>
                <a:latin typeface="Century Schoolbook"/>
              </a:rPr>
              <a:t>Un poco de historia</a:t>
            </a:r>
            <a:endParaRPr b="0" lang="es-ES" sz="3200" spc="-1" strike="noStrike">
              <a:solidFill>
                <a:schemeClr val="dk1"/>
              </a:solidFill>
              <a:latin typeface="Century Schoolbook"/>
            </a:endParaRPr>
          </a:p>
        </p:txBody>
      </p:sp>
      <p:pic>
        <p:nvPicPr>
          <p:cNvPr id="202" name="Picture 2" descr=""/>
          <p:cNvPicPr/>
          <p:nvPr/>
        </p:nvPicPr>
        <p:blipFill>
          <a:blip r:embed="rId1"/>
          <a:stretch/>
        </p:blipFill>
        <p:spPr>
          <a:xfrm>
            <a:off x="6595920" y="1785960"/>
            <a:ext cx="1904760" cy="2142720"/>
          </a:xfrm>
          <a:prstGeom prst="rect">
            <a:avLst/>
          </a:prstGeom>
          <a:ln w="9525">
            <a:noFill/>
          </a:ln>
        </p:spPr>
      </p:pic>
      <p:sp>
        <p:nvSpPr>
          <p:cNvPr id="203" name="4 CuadroTexto"/>
          <p:cNvSpPr/>
          <p:nvPr/>
        </p:nvSpPr>
        <p:spPr>
          <a:xfrm>
            <a:off x="428760" y="857160"/>
            <a:ext cx="6071760" cy="3715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ES" sz="2800" spc="-1" strike="noStrike">
                <a:solidFill>
                  <a:schemeClr val="accent6">
                    <a:lumMod val="75000"/>
                  </a:schemeClr>
                </a:solidFill>
                <a:latin typeface="Century Schoolbook"/>
              </a:rPr>
              <a:t>Lingüística</a:t>
            </a:r>
            <a:endParaRPr b="0" lang="es-ES" sz="2800" spc="-1" strike="noStrike">
              <a:solidFill>
                <a:srgbClr val="000000"/>
              </a:solidFill>
              <a:latin typeface="Arial"/>
            </a:endParaRPr>
          </a:p>
          <a:p>
            <a:pPr defTabSz="914400">
              <a:lnSpc>
                <a:spcPct val="100000"/>
              </a:lnSpc>
            </a:pPr>
            <a:endParaRPr b="0" lang="es-ES" sz="1800" spc="-1" strike="noStrike">
              <a:solidFill>
                <a:srgbClr val="000000"/>
              </a:solidFill>
              <a:latin typeface="Arial"/>
            </a:endParaRPr>
          </a:p>
          <a:p>
            <a:pPr defTabSz="914400">
              <a:lnSpc>
                <a:spcPct val="100000"/>
              </a:lnSpc>
            </a:pPr>
            <a:r>
              <a:rPr b="1" lang="es-ES" sz="1600" spc="-1" strike="noStrike">
                <a:solidFill>
                  <a:schemeClr val="dk1"/>
                </a:solidFill>
                <a:latin typeface="Century Schoolbook"/>
              </a:rPr>
              <a:t>Noam Chomsky (1928 -)</a:t>
            </a:r>
            <a:endParaRPr b="0" lang="es-ES" sz="1600" spc="-1" strike="noStrike">
              <a:solidFill>
                <a:srgbClr val="000000"/>
              </a:solidFill>
              <a:latin typeface="Arial"/>
            </a:endParaRPr>
          </a:p>
          <a:p>
            <a:pPr defTabSz="914400">
              <a:lnSpc>
                <a:spcPct val="100000"/>
              </a:lnSpc>
            </a:pPr>
            <a:endParaRPr b="0" lang="es-ES" sz="1600" spc="-1" strike="noStrike">
              <a:solidFill>
                <a:srgbClr val="000000"/>
              </a:solidFill>
              <a:latin typeface="Arial"/>
            </a:endParaRPr>
          </a:p>
          <a:p>
            <a:pPr defTabSz="914400">
              <a:lnSpc>
                <a:spcPct val="100000"/>
              </a:lnSpc>
            </a:pPr>
            <a:r>
              <a:rPr b="0" lang="es-ES" sz="1600" spc="-1" strike="noStrike">
                <a:solidFill>
                  <a:schemeClr val="dk1"/>
                </a:solidFill>
                <a:latin typeface="Century Schoolbook"/>
              </a:rPr>
              <a:t>–</a:t>
            </a:r>
            <a:r>
              <a:rPr b="0" lang="es-ES" sz="1600" spc="-1" strike="noStrike">
                <a:solidFill>
                  <a:schemeClr val="dk1"/>
                </a:solidFill>
                <a:latin typeface="Century Schoolbook"/>
              </a:rPr>
              <a:t>Profesor del Massachusetts Institute of</a:t>
            </a:r>
            <a:endParaRPr b="0" lang="es-ES" sz="1600" spc="-1" strike="noStrike">
              <a:solidFill>
                <a:srgbClr val="000000"/>
              </a:solidFill>
              <a:latin typeface="Arial"/>
            </a:endParaRPr>
          </a:p>
          <a:p>
            <a:pPr defTabSz="914400">
              <a:lnSpc>
                <a:spcPct val="100000"/>
              </a:lnSpc>
            </a:pPr>
            <a:r>
              <a:rPr b="0" lang="es-ES" sz="1600" spc="-1" strike="noStrike">
                <a:solidFill>
                  <a:schemeClr val="dk1"/>
                </a:solidFill>
                <a:latin typeface="Century Schoolbook"/>
              </a:rPr>
              <a:t>Technology (MIT)</a:t>
            </a:r>
            <a:endParaRPr b="0" lang="es-ES" sz="1600" spc="-1" strike="noStrike">
              <a:solidFill>
                <a:srgbClr val="000000"/>
              </a:solidFill>
              <a:latin typeface="Arial"/>
            </a:endParaRPr>
          </a:p>
          <a:p>
            <a:pPr defTabSz="914400">
              <a:lnSpc>
                <a:spcPct val="100000"/>
              </a:lnSpc>
            </a:pPr>
            <a:endParaRPr b="0" lang="es-ES" sz="1600" spc="-1" strike="noStrike">
              <a:solidFill>
                <a:srgbClr val="000000"/>
              </a:solidFill>
              <a:latin typeface="Arial"/>
            </a:endParaRPr>
          </a:p>
          <a:p>
            <a:pPr defTabSz="914400">
              <a:lnSpc>
                <a:spcPct val="100000"/>
              </a:lnSpc>
            </a:pPr>
            <a:r>
              <a:rPr b="0" lang="es-ES" sz="1600" spc="-1" strike="noStrike">
                <a:solidFill>
                  <a:schemeClr val="dk1"/>
                </a:solidFill>
                <a:latin typeface="Century Schoolbook"/>
              </a:rPr>
              <a:t>–</a:t>
            </a:r>
            <a:r>
              <a:rPr b="0" lang="es-ES" sz="1600" spc="-1" strike="noStrike">
                <a:solidFill>
                  <a:schemeClr val="dk1"/>
                </a:solidFill>
                <a:latin typeface="Century Schoolbook"/>
              </a:rPr>
              <a:t>Conocido por su activismo político</a:t>
            </a:r>
            <a:endParaRPr b="0" lang="es-ES" sz="1600" spc="-1" strike="noStrike">
              <a:solidFill>
                <a:srgbClr val="000000"/>
              </a:solidFill>
              <a:latin typeface="Arial"/>
            </a:endParaRPr>
          </a:p>
          <a:p>
            <a:pPr defTabSz="914400">
              <a:lnSpc>
                <a:spcPct val="100000"/>
              </a:lnSpc>
            </a:pPr>
            <a:endParaRPr b="0" lang="es-ES" sz="1600" spc="-1" strike="noStrike">
              <a:solidFill>
                <a:srgbClr val="000000"/>
              </a:solidFill>
              <a:latin typeface="Arial"/>
            </a:endParaRPr>
          </a:p>
          <a:p>
            <a:pPr defTabSz="914400">
              <a:lnSpc>
                <a:spcPct val="100000"/>
              </a:lnSpc>
            </a:pPr>
            <a:r>
              <a:rPr b="0" lang="es-ES" sz="1600" spc="-1" strike="noStrike">
                <a:solidFill>
                  <a:schemeClr val="dk1"/>
                </a:solidFill>
                <a:latin typeface="Century Schoolbook"/>
              </a:rPr>
              <a:t>–</a:t>
            </a:r>
            <a:r>
              <a:rPr b="0" lang="es-ES" sz="1600" spc="-1" strike="noStrike">
                <a:solidFill>
                  <a:schemeClr val="dk1"/>
                </a:solidFill>
                <a:latin typeface="Century Schoolbook"/>
              </a:rPr>
              <a:t>Doctorado en 1955 en la U. Harvard con la tesis </a:t>
            </a:r>
            <a:r>
              <a:rPr b="0" i="1" lang="es-ES" sz="1600" spc="-1" strike="noStrike">
                <a:solidFill>
                  <a:schemeClr val="dk1"/>
                </a:solidFill>
                <a:latin typeface="Century Schoolbook"/>
              </a:rPr>
              <a:t>Estructura lógica de la teoría lingüística (que no se publicó hasta 1975)</a:t>
            </a:r>
            <a:endParaRPr b="0" lang="es-ES" sz="1600" spc="-1" strike="noStrike">
              <a:solidFill>
                <a:srgbClr val="000000"/>
              </a:solidFill>
              <a:latin typeface="Arial"/>
            </a:endParaRPr>
          </a:p>
          <a:p>
            <a:pPr defTabSz="914400">
              <a:lnSpc>
                <a:spcPct val="100000"/>
              </a:lnSpc>
            </a:pPr>
            <a:endParaRPr b="0" lang="es-ES" sz="1600" spc="-1" strike="noStrike">
              <a:solidFill>
                <a:srgbClr val="000000"/>
              </a:solidFill>
              <a:latin typeface="Arial"/>
            </a:endParaRPr>
          </a:p>
          <a:p>
            <a:pPr defTabSz="914400">
              <a:lnSpc>
                <a:spcPct val="100000"/>
              </a:lnSpc>
            </a:pPr>
            <a:r>
              <a:rPr b="0" lang="es-ES" sz="1600" spc="-1" strike="noStrike">
                <a:solidFill>
                  <a:schemeClr val="dk1"/>
                </a:solidFill>
                <a:latin typeface="Century Schoolbook"/>
              </a:rPr>
              <a:t>–</a:t>
            </a:r>
            <a:r>
              <a:rPr b="0" lang="es-ES" sz="1600" spc="-1" strike="noStrike">
                <a:solidFill>
                  <a:schemeClr val="dk1"/>
                </a:solidFill>
                <a:latin typeface="Century Schoolbook"/>
              </a:rPr>
              <a:t>En 1957 publica </a:t>
            </a:r>
            <a:r>
              <a:rPr b="0" i="1" lang="es-ES" sz="1600" spc="-1" strike="noStrike">
                <a:solidFill>
                  <a:schemeClr val="dk1"/>
                </a:solidFill>
                <a:latin typeface="Century Schoolbook"/>
              </a:rPr>
              <a:t>Estructuras sintácticas en el que aparece la clasificación de gramáticas </a:t>
            </a:r>
            <a:r>
              <a:rPr b="1" i="1" lang="es-ES" sz="1600" spc="-1" strike="noStrike">
                <a:solidFill>
                  <a:srgbClr val="00b050"/>
                </a:solidFill>
                <a:latin typeface="Century Schoolbook"/>
              </a:rPr>
              <a:t>(Jerarquía de Chomsky)</a:t>
            </a:r>
            <a:endParaRPr b="0" lang="es-ES" sz="1600" spc="-1" strike="noStrike">
              <a:solidFill>
                <a:srgbClr val="000000"/>
              </a:solidFill>
              <a:latin typeface="Arial"/>
            </a:endParaRPr>
          </a:p>
        </p:txBody>
      </p:sp>
      <p:sp>
        <p:nvSpPr>
          <p:cNvPr id="204" name="5 CuadroTexto"/>
          <p:cNvSpPr/>
          <p:nvPr/>
        </p:nvSpPr>
        <p:spPr>
          <a:xfrm>
            <a:off x="6657840" y="4373640"/>
            <a:ext cx="20905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MX" sz="1800" spc="-1" strike="noStrike">
                <a:solidFill>
                  <a:schemeClr val="dk1"/>
                </a:solidFill>
                <a:latin typeface="Century Schoolbook"/>
              </a:rPr>
              <a:t>Actualmente tiene 95 años.</a:t>
            </a:r>
            <a:endParaRPr b="0" lang="es-ES" sz="1800" spc="-1" strike="noStrike">
              <a:solidFill>
                <a:srgbClr val="000000"/>
              </a:solidFill>
              <a:latin typeface="Arial"/>
            </a:endParaRPr>
          </a:p>
        </p:txBody>
      </p:sp>
      <p:sp>
        <p:nvSpPr>
          <p:cNvPr id="205" name="CuadroTexto 2"/>
          <p:cNvSpPr/>
          <p:nvPr/>
        </p:nvSpPr>
        <p:spPr>
          <a:xfrm>
            <a:off x="404640" y="5019840"/>
            <a:ext cx="6807240" cy="1735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1800" spc="-1" strike="noStrike">
                <a:solidFill>
                  <a:schemeClr val="dk1"/>
                </a:solidFill>
                <a:latin typeface="Century Schoolbook"/>
              </a:rPr>
              <a:t>Noam Chomsky, en un intento por formalizar los lenguajes naturales estableció las base de la lingüística formal y con ello </a:t>
            </a:r>
            <a:r>
              <a:rPr b="1" lang="es-ES" sz="1800" spc="-1" strike="noStrike">
                <a:solidFill>
                  <a:schemeClr val="dk1"/>
                </a:solidFill>
                <a:latin typeface="Century Schoolbook"/>
              </a:rPr>
              <a:t>proporcionó una poderosa herramienta que facilitó la definición de los primeros lenguajes de programación que empezaban a surgir en esa época. (1950)</a:t>
            </a:r>
            <a:endParaRPr b="0" lang="es-ES" sz="1800" spc="-1" strike="noStrike">
              <a:solidFill>
                <a:srgbClr val="000000"/>
              </a:solidFill>
              <a:latin typeface="Arial"/>
            </a:endParaRPr>
          </a:p>
          <a:p>
            <a:pPr defTabSz="914400">
              <a:lnSpc>
                <a:spcPct val="100000"/>
              </a:lnSpc>
            </a:pP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457200" y="274680"/>
            <a:ext cx="8229240" cy="1010880"/>
          </a:xfrm>
          <a:prstGeom prst="rect">
            <a:avLst/>
          </a:prstGeom>
          <a:solidFill>
            <a:schemeClr val="accent6">
              <a:lumMod val="20000"/>
              <a:lumOff val="80000"/>
            </a:schemeClr>
          </a:solidFill>
          <a:ln w="0">
            <a:noFill/>
          </a:ln>
        </p:spPr>
        <p:txBody>
          <a:bodyPr lIns="90000" rIns="90000" tIns="45000" bIns="45000" anchor="b">
            <a:normAutofit fontScale="93362"/>
          </a:bodyPr>
          <a:p>
            <a:pPr indent="0" algn="ctr">
              <a:lnSpc>
                <a:spcPct val="100000"/>
              </a:lnSpc>
              <a:buNone/>
            </a:pPr>
            <a:r>
              <a:rPr b="0" lang="es-ES" sz="3200" spc="-1" strike="noStrike" cap="small">
                <a:solidFill>
                  <a:schemeClr val="dk2"/>
                </a:solidFill>
                <a:latin typeface="Century Schoolbook"/>
              </a:rPr>
              <a:t>En nuestro curso estudiaremos:</a:t>
            </a:r>
            <a:br>
              <a:rPr sz="3200"/>
            </a:br>
            <a:r>
              <a:rPr b="1" lang="es-ES" sz="3200" spc="-1" strike="noStrike" cap="small">
                <a:solidFill>
                  <a:schemeClr val="dk2"/>
                </a:solidFill>
                <a:latin typeface="Century Schoolbook"/>
              </a:rPr>
              <a:t>TEORÍA DE AUTÓMATAS</a:t>
            </a:r>
            <a:endParaRPr b="0" lang="es-ES" sz="3200" spc="-1" strike="noStrike">
              <a:solidFill>
                <a:schemeClr val="dk1"/>
              </a:solidFill>
              <a:latin typeface="Century Schoolbook"/>
            </a:endParaRPr>
          </a:p>
        </p:txBody>
      </p:sp>
      <p:sp>
        <p:nvSpPr>
          <p:cNvPr id="207" name="PlaceHolder 2"/>
          <p:cNvSpPr>
            <a:spLocks noGrp="1"/>
          </p:cNvSpPr>
          <p:nvPr>
            <p:ph/>
          </p:nvPr>
        </p:nvSpPr>
        <p:spPr>
          <a:xfrm>
            <a:off x="179640" y="1412640"/>
            <a:ext cx="8478360" cy="5112360"/>
          </a:xfrm>
          <a:prstGeom prst="rect">
            <a:avLst/>
          </a:prstGeom>
          <a:noFill/>
          <a:ln w="0">
            <a:noFill/>
          </a:ln>
        </p:spPr>
        <p:txBody>
          <a:bodyPr lIns="90000" rIns="90000" tIns="45000" bIns="45000" anchor="t">
            <a:normAutofit fontScale="86216"/>
          </a:bodyPr>
          <a:p>
            <a:pPr marL="274320" indent="-274320">
              <a:lnSpc>
                <a:spcPct val="100000"/>
              </a:lnSpc>
              <a:spcBef>
                <a:spcPts val="601"/>
              </a:spcBef>
              <a:buNone/>
              <a:tabLst>
                <a:tab algn="l" pos="0"/>
              </a:tabLst>
            </a:pPr>
            <a:r>
              <a:rPr b="0" lang="es-ES" sz="2600" spc="-1" strike="noStrike">
                <a:solidFill>
                  <a:schemeClr val="dk1"/>
                </a:solidFill>
                <a:latin typeface="Century Schoolbook"/>
              </a:rPr>
              <a:t>Se ocupa de clasificar y estudiar de modo sistemático diferentes tipos de </a:t>
            </a:r>
            <a:r>
              <a:rPr b="0" lang="es-ES" sz="2600" spc="-1" strike="noStrike">
                <a:solidFill>
                  <a:srgbClr val="0033cc"/>
                </a:solidFill>
                <a:latin typeface="Century Schoolbook"/>
              </a:rPr>
              <a:t>Autómatas.</a:t>
            </a:r>
            <a:endParaRPr b="0" lang="es-ES" sz="2600" spc="-1" strike="noStrike">
              <a:solidFill>
                <a:schemeClr val="dk1"/>
              </a:solidFill>
              <a:latin typeface="Century Schoolbook"/>
            </a:endParaRPr>
          </a:p>
          <a:p>
            <a:pPr marL="274320" indent="-274320">
              <a:lnSpc>
                <a:spcPct val="100000"/>
              </a:lnSpc>
              <a:spcBef>
                <a:spcPts val="601"/>
              </a:spcBef>
              <a:buNone/>
              <a:tabLst>
                <a:tab algn="l" pos="0"/>
              </a:tabLst>
            </a:pPr>
            <a:endParaRPr b="0" lang="es-ES" sz="2600" spc="-1" strike="noStrike">
              <a:solidFill>
                <a:schemeClr val="dk1"/>
              </a:solidFill>
              <a:latin typeface="Century Schoolbook"/>
            </a:endParaRPr>
          </a:p>
          <a:p>
            <a:pPr marL="274320" indent="-274320" algn="just">
              <a:lnSpc>
                <a:spcPct val="100000"/>
              </a:lnSpc>
              <a:spcBef>
                <a:spcPts val="601"/>
              </a:spcBef>
              <a:buNone/>
              <a:tabLst>
                <a:tab algn="l" pos="0"/>
              </a:tabLst>
            </a:pPr>
            <a:r>
              <a:rPr b="1" lang="es-ES" sz="2800" spc="-1" strike="noStrike">
                <a:solidFill>
                  <a:srgbClr val="ff0000"/>
                </a:solidFill>
                <a:latin typeface="Century Schoolbook"/>
              </a:rPr>
              <a:t>AUTÓMATA</a:t>
            </a:r>
            <a:r>
              <a:rPr b="0" lang="es-ES" sz="2800" spc="-1" strike="noStrike">
                <a:solidFill>
                  <a:schemeClr val="dk1"/>
                </a:solidFill>
                <a:latin typeface="Century Schoolbook"/>
              </a:rPr>
              <a:t> es un modelo de computación, una máquina de estados, una máquina abstracta, un dispositivo de control, que recibe como entrada un cadena de símbolos y los procesa, cambiando de estado y produciendo una salida que esta formada por  una cadena de símbolos. </a:t>
            </a:r>
            <a:endParaRPr b="0" lang="es-ES" sz="2800" spc="-1" strike="noStrike">
              <a:solidFill>
                <a:schemeClr val="dk1"/>
              </a:solidFill>
              <a:latin typeface="Century Schoolbook"/>
            </a:endParaRPr>
          </a:p>
          <a:p>
            <a:pPr marL="274320" indent="-274320" algn="just">
              <a:lnSpc>
                <a:spcPct val="100000"/>
              </a:lnSpc>
              <a:spcBef>
                <a:spcPts val="601"/>
              </a:spcBef>
              <a:buNone/>
              <a:tabLst>
                <a:tab algn="l" pos="0"/>
              </a:tabLst>
            </a:pPr>
            <a:endParaRPr b="0" lang="es-ES" sz="2800" spc="-1" strike="noStrike">
              <a:solidFill>
                <a:schemeClr val="dk1"/>
              </a:solidFill>
              <a:latin typeface="Century Schoolbook"/>
            </a:endParaRPr>
          </a:p>
          <a:p>
            <a:pPr marL="274320" indent="-274320">
              <a:lnSpc>
                <a:spcPct val="100000"/>
              </a:lnSpc>
              <a:spcBef>
                <a:spcPts val="601"/>
              </a:spcBef>
              <a:buNone/>
              <a:tabLst>
                <a:tab algn="l" pos="0"/>
              </a:tabLst>
            </a:pPr>
            <a:r>
              <a:rPr b="0" lang="es-ES" sz="2400" spc="-1" strike="noStrike">
                <a:solidFill>
                  <a:schemeClr val="dk1"/>
                </a:solidFill>
                <a:latin typeface="Century Schoolbook"/>
              </a:rPr>
              <a:t>El resultado del cómputo puede ser :</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r>
              <a:rPr b="0" lang="es-ES" sz="2400" spc="-1" strike="noStrike">
                <a:solidFill>
                  <a:schemeClr val="dk1"/>
                </a:solidFill>
                <a:latin typeface="Century Schoolbook"/>
              </a:rPr>
              <a:t>•</a:t>
            </a:r>
            <a:r>
              <a:rPr b="0" lang="es-ES" sz="2400" spc="-1" strike="noStrike">
                <a:solidFill>
                  <a:schemeClr val="dk1"/>
                </a:solidFill>
                <a:latin typeface="Century Schoolbook"/>
              </a:rPr>
              <a:t>Una secuencia de acciones</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r>
              <a:rPr b="0" lang="es-ES" sz="2400" spc="-1" strike="noStrike">
                <a:solidFill>
                  <a:schemeClr val="dk1"/>
                </a:solidFill>
                <a:latin typeface="Century Schoolbook"/>
              </a:rPr>
              <a:t>•</a:t>
            </a:r>
            <a:r>
              <a:rPr b="0" lang="es-ES" sz="2400" spc="-1" strike="noStrike">
                <a:solidFill>
                  <a:schemeClr val="dk1"/>
                </a:solidFill>
                <a:latin typeface="Century Schoolbook"/>
              </a:rPr>
              <a:t>Una salida expresada en un cierto lenguaje</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r>
              <a:rPr b="0" lang="es-ES" sz="2400" spc="-1" strike="noStrike">
                <a:solidFill>
                  <a:schemeClr val="dk1"/>
                </a:solidFill>
                <a:latin typeface="Century Schoolbook"/>
              </a:rPr>
              <a:t>•</a:t>
            </a:r>
            <a:r>
              <a:rPr b="0" lang="es-ES" sz="2400" spc="-1" strike="noStrike">
                <a:solidFill>
                  <a:schemeClr val="dk1"/>
                </a:solidFill>
                <a:latin typeface="Century Schoolbook"/>
              </a:rPr>
              <a:t>Una respuesta de aceptación o rechazo de la entrada</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800" spc="-1" strike="noStrike">
              <a:solidFill>
                <a:schemeClr val="dk1"/>
              </a:solidFill>
              <a:latin typeface="Century Schoolbook"/>
            </a:endParaRPr>
          </a:p>
          <a:p>
            <a:pPr marL="274320" indent="-274320">
              <a:lnSpc>
                <a:spcPct val="100000"/>
              </a:lnSpc>
              <a:spcBef>
                <a:spcPts val="601"/>
              </a:spcBef>
              <a:buNone/>
              <a:tabLst>
                <a:tab algn="l" pos="0"/>
              </a:tabLst>
            </a:pPr>
            <a:endParaRPr b="0" lang="es-ES" sz="28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274680"/>
            <a:ext cx="8229240" cy="1153800"/>
          </a:xfrm>
          <a:prstGeom prst="rect">
            <a:avLst/>
          </a:prstGeom>
          <a:solidFill>
            <a:schemeClr val="accent6">
              <a:lumMod val="20000"/>
              <a:lumOff val="80000"/>
            </a:schemeClr>
          </a:solidFill>
          <a:ln w="0">
            <a:noFill/>
          </a:ln>
        </p:spPr>
        <p:txBody>
          <a:bodyPr lIns="90000" rIns="90000" tIns="45000" bIns="45000" anchor="b">
            <a:normAutofit fontScale="60352"/>
          </a:bodyPr>
          <a:p>
            <a:pPr indent="0">
              <a:lnSpc>
                <a:spcPct val="100000"/>
              </a:lnSpc>
              <a:buNone/>
            </a:pPr>
            <a:br>
              <a:rPr sz="3100"/>
            </a:br>
            <a:r>
              <a:rPr b="0" lang="es-ES" sz="3100" spc="-1" strike="noStrike" cap="small">
                <a:solidFill>
                  <a:schemeClr val="dk2"/>
                </a:solidFill>
                <a:latin typeface="Century Schoolbook"/>
              </a:rPr>
              <a:t>Estudian diferentes niveles de autómatas entre los que podemos destacar:  </a:t>
            </a:r>
            <a:br>
              <a:rPr sz="2400"/>
            </a:br>
            <a:endParaRPr b="0" lang="es-ES" sz="3100" spc="-1" strike="noStrike">
              <a:solidFill>
                <a:schemeClr val="dk1"/>
              </a:solidFill>
              <a:latin typeface="Century Schoolbook"/>
            </a:endParaRPr>
          </a:p>
        </p:txBody>
      </p:sp>
      <p:sp>
        <p:nvSpPr>
          <p:cNvPr id="209" name="PlaceHolder 2"/>
          <p:cNvSpPr>
            <a:spLocks noGrp="1"/>
          </p:cNvSpPr>
          <p:nvPr>
            <p:ph/>
          </p:nvPr>
        </p:nvSpPr>
        <p:spPr>
          <a:xfrm>
            <a:off x="457200" y="1600200"/>
            <a:ext cx="7467120" cy="4873320"/>
          </a:xfrm>
          <a:prstGeom prst="rect">
            <a:avLst/>
          </a:prstGeom>
          <a:noFill/>
          <a:ln w="0">
            <a:noFill/>
          </a:ln>
        </p:spPr>
        <p:txBody>
          <a:bodyPr lIns="90000" rIns="90000" tIns="45000" bIns="45000" anchor="t">
            <a:noAutofit/>
          </a:bodyPr>
          <a:p>
            <a:pPr marL="274320" indent="-274320">
              <a:lnSpc>
                <a:spcPct val="100000"/>
              </a:lnSpc>
              <a:spcBef>
                <a:spcPts val="601"/>
              </a:spcBef>
              <a:buClr>
                <a:srgbClr val="fe8637"/>
              </a:buClr>
              <a:buSzPct val="70000"/>
              <a:buFont typeface="Wingdings" charset="2"/>
              <a:buChar char=""/>
            </a:pPr>
            <a:r>
              <a:rPr b="1" lang="es-ES" sz="2400" spc="-1" strike="noStrike">
                <a:solidFill>
                  <a:srgbClr val="ff0000"/>
                </a:solidFill>
                <a:latin typeface="Century Schoolbook"/>
              </a:rPr>
              <a:t>Autómatas finitos </a:t>
            </a:r>
            <a:r>
              <a:rPr b="0" lang="es-ES" sz="2400" spc="-1" strike="noStrike">
                <a:solidFill>
                  <a:schemeClr val="dk1"/>
                </a:solidFill>
                <a:latin typeface="Century Schoolbook"/>
              </a:rPr>
              <a:t>(Los mas sencillos).</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Autómatas de pilas.</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pPr>
            <a:r>
              <a:rPr b="0" lang="es-ES" sz="2400" spc="-1" strike="noStrike">
                <a:solidFill>
                  <a:schemeClr val="dk1"/>
                </a:solidFill>
                <a:latin typeface="Century Schoolbook"/>
              </a:rPr>
              <a:t>Autómatas linealmente acotados.</a:t>
            </a:r>
            <a:endParaRPr b="0" lang="es-ES" sz="24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pPr>
            <a:r>
              <a:rPr b="1" lang="es-ES" sz="2400" spc="-1" strike="noStrike">
                <a:solidFill>
                  <a:srgbClr val="0033cc"/>
                </a:solidFill>
                <a:latin typeface="Century Schoolbook"/>
              </a:rPr>
              <a:t>Máquina de Turing </a:t>
            </a:r>
            <a:r>
              <a:rPr b="0" lang="es-ES" sz="2400" spc="-1" strike="noStrike">
                <a:solidFill>
                  <a:schemeClr val="dk1"/>
                </a:solidFill>
                <a:latin typeface="Century Schoolbook"/>
              </a:rPr>
              <a:t>(mas complejo, con mayor nivel computacional).</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274680"/>
            <a:ext cx="8229240" cy="867960"/>
          </a:xfrm>
          <a:prstGeom prst="rect">
            <a:avLst/>
          </a:prstGeom>
          <a:noFill/>
          <a:ln w="0">
            <a:noFill/>
          </a:ln>
        </p:spPr>
        <p:txBody>
          <a:bodyPr lIns="90000" rIns="90000" tIns="45000" bIns="45000" anchor="b">
            <a:normAutofit/>
          </a:bodyPr>
          <a:p>
            <a:pPr indent="0">
              <a:lnSpc>
                <a:spcPct val="100000"/>
              </a:lnSpc>
              <a:buNone/>
            </a:pPr>
            <a:r>
              <a:rPr b="0" lang="es-ES" sz="800" spc="-1" strike="noStrike" cap="small">
                <a:solidFill>
                  <a:schemeClr val="dk2"/>
                </a:solidFill>
                <a:latin typeface="Century Schoolbook"/>
              </a:rPr>
              <a:t>.</a:t>
            </a:r>
            <a:endParaRPr b="0" lang="es-ES" sz="800" spc="-1" strike="noStrike">
              <a:solidFill>
                <a:schemeClr val="dk1"/>
              </a:solidFill>
              <a:latin typeface="Century Schoolbook"/>
            </a:endParaRPr>
          </a:p>
        </p:txBody>
      </p:sp>
      <p:sp>
        <p:nvSpPr>
          <p:cNvPr id="211" name="PlaceHolder 2"/>
          <p:cNvSpPr>
            <a:spLocks noGrp="1"/>
          </p:cNvSpPr>
          <p:nvPr>
            <p:ph/>
          </p:nvPr>
        </p:nvSpPr>
        <p:spPr>
          <a:xfrm>
            <a:off x="457200" y="1214280"/>
            <a:ext cx="8229240" cy="4911480"/>
          </a:xfrm>
          <a:prstGeom prst="rect">
            <a:avLst/>
          </a:prstGeom>
          <a:noFill/>
          <a:ln w="0">
            <a:noFill/>
          </a:ln>
        </p:spPr>
        <p:txBody>
          <a:bodyPr lIns="90000" rIns="90000" tIns="45000" bIns="45000" anchor="t">
            <a:noAutofit/>
          </a:bodyPr>
          <a:p>
            <a:pPr marL="274320" indent="-274320">
              <a:lnSpc>
                <a:spcPct val="100000"/>
              </a:lnSpc>
              <a:spcBef>
                <a:spcPts val="601"/>
              </a:spcBef>
              <a:buNone/>
              <a:tabLst>
                <a:tab algn="l" pos="0"/>
              </a:tabLst>
            </a:pPr>
            <a:r>
              <a:rPr b="0" lang="es-ES" sz="2400" spc="-1" strike="noStrike">
                <a:solidFill>
                  <a:schemeClr val="dk1"/>
                </a:solidFill>
                <a:latin typeface="Century Schoolbook"/>
              </a:rPr>
              <a:t>Un autómata puede servir entre otras cosas para determinar si una palabra pertenece o no a un determinado lenguaje.</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r>
              <a:rPr b="0" lang="es-ES" sz="2400" spc="-1" strike="noStrike">
                <a:solidFill>
                  <a:schemeClr val="dk1"/>
                </a:solidFill>
                <a:latin typeface="Century Schoolbook"/>
              </a:rPr>
              <a:t>(Por lo tanto las gramáticas nos permitirán definir lenguajes y los autómatas podrán reconocer las palabras de dichos lenguajes)</a:t>
            </a: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274680"/>
            <a:ext cx="7467120" cy="705600"/>
          </a:xfrm>
          <a:prstGeom prst="rect">
            <a:avLst/>
          </a:prstGeom>
          <a:noFill/>
          <a:ln w="0">
            <a:noFill/>
          </a:ln>
        </p:spPr>
        <p:txBody>
          <a:bodyPr lIns="90000" rIns="90000" tIns="45000" bIns="45000" anchor="b">
            <a:normAutofit/>
          </a:bodyPr>
          <a:p>
            <a:pPr indent="0">
              <a:lnSpc>
                <a:spcPct val="100000"/>
              </a:lnSpc>
              <a:buNone/>
            </a:pPr>
            <a:r>
              <a:rPr b="1" lang="es-ES" sz="3200" spc="-1" strike="noStrike" cap="small">
                <a:solidFill>
                  <a:srgbClr val="c00000"/>
                </a:solidFill>
                <a:latin typeface="Century Schoolbook"/>
              </a:rPr>
              <a:t>AUTÓMATAS FINITOS</a:t>
            </a:r>
            <a:endParaRPr b="0" lang="es-ES" sz="3200" spc="-1" strike="noStrike">
              <a:solidFill>
                <a:schemeClr val="dk1"/>
              </a:solidFill>
              <a:latin typeface="Century Schoolbook"/>
            </a:endParaRPr>
          </a:p>
        </p:txBody>
      </p:sp>
      <p:sp>
        <p:nvSpPr>
          <p:cNvPr id="213" name="PlaceHolder 2"/>
          <p:cNvSpPr>
            <a:spLocks noGrp="1"/>
          </p:cNvSpPr>
          <p:nvPr>
            <p:ph/>
          </p:nvPr>
        </p:nvSpPr>
        <p:spPr>
          <a:xfrm>
            <a:off x="251640" y="1268640"/>
            <a:ext cx="8434800" cy="5184360"/>
          </a:xfrm>
          <a:prstGeom prst="rect">
            <a:avLst/>
          </a:prstGeom>
          <a:noFill/>
          <a:ln w="0">
            <a:noFill/>
          </a:ln>
        </p:spPr>
        <p:txBody>
          <a:bodyPr lIns="90000" rIns="90000" tIns="45000" bIns="45000" anchor="t">
            <a:normAutofit/>
          </a:bodyPr>
          <a:p>
            <a:pPr marL="274320" indent="-274320">
              <a:lnSpc>
                <a:spcPct val="100000"/>
              </a:lnSpc>
              <a:spcBef>
                <a:spcPts val="601"/>
              </a:spcBef>
              <a:buNone/>
              <a:tabLst>
                <a:tab algn="l" pos="0"/>
              </a:tabLst>
            </a:pPr>
            <a:r>
              <a:rPr b="0" lang="es-ES" sz="2000" spc="-1" strike="noStrike">
                <a:solidFill>
                  <a:schemeClr val="dk1"/>
                </a:solidFill>
                <a:latin typeface="Century Schoolbook"/>
              </a:rPr>
              <a:t>Si hacemos una comparación:</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En la rama combinacional de electrónica digital, el algebra de boole es una herramienta matemática que permite llevar a cabo la reducción de fórmulas lógicas. </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En el caso de los circuitos secuenciales esta herramienta no es suficiente, necesitamos otra para minimizar estos circuitos, esa herramienta son los </a:t>
            </a:r>
            <a:r>
              <a:rPr b="1" i="1" lang="es-ES" sz="2000" spc="-1" strike="noStrike">
                <a:solidFill>
                  <a:schemeClr val="dk1"/>
                </a:solidFill>
                <a:latin typeface="Century Schoolbook"/>
              </a:rPr>
              <a:t>Autómatas Finitos</a:t>
            </a:r>
            <a:r>
              <a:rPr b="0" lang="es-ES" sz="2000" spc="-1" strike="noStrike">
                <a:solidFill>
                  <a:schemeClr val="dk1"/>
                </a:solidFill>
                <a:latin typeface="Century Schoolbook"/>
              </a:rPr>
              <a:t>, </a:t>
            </a:r>
            <a:r>
              <a:rPr b="0" lang="es-ES" sz="2000" spc="-1" strike="noStrike">
                <a:solidFill>
                  <a:srgbClr val="0033cc"/>
                </a:solidFill>
                <a:latin typeface="Century Schoolbook"/>
              </a:rPr>
              <a:t>su objetivo es ocupar menos espacio </a:t>
            </a:r>
            <a:r>
              <a:rPr b="0" lang="es-ES" sz="2000" spc="-1" strike="noStrike">
                <a:solidFill>
                  <a:schemeClr val="dk1"/>
                </a:solidFill>
                <a:latin typeface="Century Schoolbook"/>
              </a:rPr>
              <a:t>requerido para almacenar cadenas muy largas, los autómatas finitos son un tipo de máquina secuencial.</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Ejemplo: maquina de Mealy</a:t>
            </a:r>
            <a:endParaRPr b="0" lang="es-ES" sz="2000" spc="-1" strike="noStrike">
              <a:solidFill>
                <a:schemeClr val="dk1"/>
              </a:solidFill>
              <a:latin typeface="Century Schoolbook"/>
            </a:endParaRPr>
          </a:p>
        </p:txBody>
      </p:sp>
      <p:pic>
        <p:nvPicPr>
          <p:cNvPr id="214" name="Imagen 3" descr=""/>
          <p:cNvPicPr/>
          <p:nvPr/>
        </p:nvPicPr>
        <p:blipFill>
          <a:blip r:embed="rId1"/>
          <a:srcRect l="57897" t="19882" r="9421" b="46969"/>
          <a:stretch/>
        </p:blipFill>
        <p:spPr>
          <a:xfrm>
            <a:off x="3486240" y="2539080"/>
            <a:ext cx="3101760" cy="1681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274680"/>
            <a:ext cx="8229240" cy="796680"/>
          </a:xfrm>
          <a:prstGeom prst="rect">
            <a:avLst/>
          </a:prstGeom>
          <a:solidFill>
            <a:schemeClr val="accent6">
              <a:lumMod val="20000"/>
              <a:lumOff val="80000"/>
            </a:schemeClr>
          </a:solidFill>
          <a:ln w="0">
            <a:noFill/>
          </a:ln>
        </p:spPr>
        <p:txBody>
          <a:bodyPr lIns="90000" rIns="90000" tIns="45000" bIns="45000" anchor="b">
            <a:normAutofit fontScale="30676" lnSpcReduction="20000"/>
          </a:bodyPr>
          <a:p>
            <a:pPr indent="0">
              <a:lnSpc>
                <a:spcPct val="100000"/>
              </a:lnSpc>
              <a:buNone/>
            </a:pPr>
            <a:br>
              <a:rPr sz="3000"/>
            </a:br>
            <a:br>
              <a:rPr sz="3000"/>
            </a:br>
            <a:br>
              <a:rPr sz="3000"/>
            </a:br>
            <a:br>
              <a:rPr sz="3000"/>
            </a:br>
            <a:r>
              <a:rPr b="1" lang="es-ES" sz="3600" spc="-1" strike="noStrike" cap="small">
                <a:solidFill>
                  <a:srgbClr val="ff0000"/>
                </a:solidFill>
                <a:latin typeface="Century Schoolbook"/>
              </a:rPr>
              <a:t>Autómatas Finitos</a:t>
            </a:r>
            <a:br>
              <a:rPr sz="3000"/>
            </a:br>
            <a:endParaRPr b="0" lang="es-ES" sz="3600" spc="-1" strike="noStrike">
              <a:solidFill>
                <a:schemeClr val="dk1"/>
              </a:solidFill>
              <a:latin typeface="Century Schoolbook"/>
            </a:endParaRPr>
          </a:p>
        </p:txBody>
      </p:sp>
      <p:sp>
        <p:nvSpPr>
          <p:cNvPr id="216" name="PlaceHolder 2"/>
          <p:cNvSpPr>
            <a:spLocks noGrp="1"/>
          </p:cNvSpPr>
          <p:nvPr>
            <p:ph/>
          </p:nvPr>
        </p:nvSpPr>
        <p:spPr>
          <a:xfrm>
            <a:off x="457200" y="1143000"/>
            <a:ext cx="8229240" cy="4982760"/>
          </a:xfrm>
          <a:prstGeom prst="rect">
            <a:avLst/>
          </a:prstGeom>
          <a:noFill/>
          <a:ln w="0">
            <a:noFill/>
          </a:ln>
        </p:spPr>
        <p:txBody>
          <a:bodyPr lIns="90000" rIns="90000" tIns="45000" bIns="45000" anchor="t">
            <a:normAutofit fontScale="98294"/>
          </a:bodyPr>
          <a:p>
            <a:pPr marL="274320" indent="-274320">
              <a:lnSpc>
                <a:spcPct val="100000"/>
              </a:lnSpc>
              <a:spcBef>
                <a:spcPts val="601"/>
              </a:spcBef>
              <a:buNone/>
              <a:tabLst>
                <a:tab algn="l" pos="0"/>
              </a:tabLst>
            </a:pPr>
            <a:r>
              <a:rPr b="1" lang="es-ES" sz="2600" spc="-1" strike="noStrike">
                <a:solidFill>
                  <a:schemeClr val="dk1"/>
                </a:solidFill>
                <a:latin typeface="Century Schoolbook"/>
              </a:rPr>
              <a:t>Son máquinas teóricas(abstractas), modelos matemáticos de un sistema con entradas y salidas discretas, </a:t>
            </a:r>
            <a:r>
              <a:rPr b="0" lang="es-ES" sz="2600" spc="-1" strike="noStrike">
                <a:solidFill>
                  <a:schemeClr val="dk1"/>
                </a:solidFill>
                <a:latin typeface="Century Schoolbook"/>
              </a:rPr>
              <a:t>estas máquinas van cambiando de estados dependiendo de la entrada que reciben.</a:t>
            </a:r>
            <a:endParaRPr b="0" lang="es-ES" sz="2600" spc="-1" strike="noStrike">
              <a:solidFill>
                <a:schemeClr val="dk1"/>
              </a:solidFill>
              <a:latin typeface="Century Schoolbook"/>
            </a:endParaRPr>
          </a:p>
          <a:p>
            <a:pPr marL="274320" indent="-274320">
              <a:lnSpc>
                <a:spcPct val="100000"/>
              </a:lnSpc>
              <a:spcBef>
                <a:spcPts val="601"/>
              </a:spcBef>
              <a:buNone/>
              <a:tabLst>
                <a:tab algn="l" pos="0"/>
              </a:tabLst>
            </a:pPr>
            <a:endParaRPr b="0" lang="es-ES" sz="2600" spc="-1" strike="noStrike">
              <a:solidFill>
                <a:schemeClr val="dk1"/>
              </a:solidFill>
              <a:latin typeface="Century Schoolbook"/>
            </a:endParaRPr>
          </a:p>
          <a:p>
            <a:pPr marL="274320" indent="-274320">
              <a:lnSpc>
                <a:spcPct val="100000"/>
              </a:lnSpc>
              <a:spcBef>
                <a:spcPts val="601"/>
              </a:spcBef>
              <a:buNone/>
              <a:tabLst>
                <a:tab algn="l" pos="0"/>
              </a:tabLst>
            </a:pPr>
            <a:r>
              <a:rPr b="0" lang="es-ES" sz="2600" spc="-1" strike="noStrike">
                <a:solidFill>
                  <a:schemeClr val="dk1"/>
                </a:solidFill>
                <a:latin typeface="Century Schoolbook"/>
              </a:rPr>
              <a:t>El sistema puede estar posicionado en cualquiera de un número finito de estados. El estado del sistema resume la información concerniente a estados anteriores y que es necesaria para determinar el comportamiento del sistema para entradas posteriores.</a:t>
            </a:r>
            <a:endParaRPr b="0" lang="es-ES" sz="26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274680"/>
            <a:ext cx="8229240" cy="1439640"/>
          </a:xfrm>
          <a:prstGeom prst="rect">
            <a:avLst/>
          </a:prstGeom>
          <a:solidFill>
            <a:schemeClr val="accent6">
              <a:lumMod val="20000"/>
              <a:lumOff val="80000"/>
            </a:schemeClr>
          </a:solidFill>
          <a:ln w="0">
            <a:noFill/>
          </a:ln>
        </p:spPr>
        <p:txBody>
          <a:bodyPr lIns="90000" rIns="90000" tIns="45000" bIns="45000" anchor="b">
            <a:normAutofit fontScale="37011"/>
          </a:bodyPr>
          <a:p>
            <a:pPr indent="0">
              <a:lnSpc>
                <a:spcPct val="100000"/>
              </a:lnSpc>
              <a:buNone/>
            </a:pPr>
            <a:br>
              <a:rPr sz="2800"/>
            </a:br>
            <a:br>
              <a:rPr sz="2800"/>
            </a:br>
            <a:br>
              <a:rPr sz="2800"/>
            </a:br>
            <a:br>
              <a:rPr sz="2800"/>
            </a:br>
            <a:br>
              <a:rPr sz="2800"/>
            </a:br>
            <a:br>
              <a:rPr sz="2800"/>
            </a:br>
            <a:br>
              <a:rPr sz="2800"/>
            </a:br>
            <a:r>
              <a:rPr b="0" lang="es-ES" sz="2200" spc="-1" strike="noStrike" cap="small">
                <a:solidFill>
                  <a:schemeClr val="dk2"/>
                </a:solidFill>
                <a:latin typeface="Century Schoolbook"/>
              </a:rPr>
              <a:t>La teoría de autómatas es una </a:t>
            </a:r>
            <a:r>
              <a:rPr b="1" lang="es-ES" sz="2200" spc="-1" strike="noStrike" cap="small">
                <a:solidFill>
                  <a:schemeClr val="dk2"/>
                </a:solidFill>
                <a:latin typeface="Century Schoolbook"/>
              </a:rPr>
              <a:t>herramienta para el diseño de sistemas de estados finitos </a:t>
            </a:r>
            <a:r>
              <a:rPr b="0" lang="es-ES" sz="2200" spc="-1" strike="noStrike" cap="small">
                <a:solidFill>
                  <a:schemeClr val="dk2"/>
                </a:solidFill>
                <a:latin typeface="Century Schoolbook"/>
              </a:rPr>
              <a:t>y en la ciencia de la computación encontramos varios ejemplos.</a:t>
            </a:r>
            <a:br>
              <a:rPr sz="2800"/>
            </a:br>
            <a:endParaRPr b="0" lang="es-ES" sz="2200" spc="-1" strike="noStrike">
              <a:solidFill>
                <a:schemeClr val="dk1"/>
              </a:solidFill>
              <a:latin typeface="Century Schoolbook"/>
            </a:endParaRPr>
          </a:p>
        </p:txBody>
      </p:sp>
      <p:sp>
        <p:nvSpPr>
          <p:cNvPr id="218" name="PlaceHolder 2"/>
          <p:cNvSpPr>
            <a:spLocks noGrp="1"/>
          </p:cNvSpPr>
          <p:nvPr>
            <p:ph/>
          </p:nvPr>
        </p:nvSpPr>
        <p:spPr>
          <a:xfrm>
            <a:off x="457200" y="1857240"/>
            <a:ext cx="8229240" cy="4268520"/>
          </a:xfrm>
          <a:prstGeom prst="rect">
            <a:avLst/>
          </a:prstGeom>
          <a:noFill/>
          <a:ln w="0">
            <a:noFill/>
          </a:ln>
        </p:spPr>
        <p:txBody>
          <a:bodyPr lIns="90000" rIns="90000" tIns="45000" bIns="45000" anchor="t">
            <a:normAutofit fontScale="93713" lnSpcReduction="10000"/>
          </a:bodyPr>
          <a:p>
            <a:pPr marL="274320" indent="-274320">
              <a:lnSpc>
                <a:spcPct val="100000"/>
              </a:lnSpc>
              <a:spcBef>
                <a:spcPts val="601"/>
              </a:spcBef>
              <a:buClr>
                <a:srgbClr val="fe8637"/>
              </a:buClr>
              <a:buSzPct val="70000"/>
              <a:buFont typeface="Wingdings" charset="2"/>
              <a:buChar char=""/>
            </a:pPr>
            <a:r>
              <a:rPr b="0" lang="es-ES" sz="2800" spc="-1" strike="noStrike">
                <a:solidFill>
                  <a:schemeClr val="dk1"/>
                </a:solidFill>
                <a:latin typeface="Century Schoolbook"/>
              </a:rPr>
              <a:t>El mecanismo de control de un ascensor es un sistema de estados finitos , el mecanismo conoce el piso en el que se encuentra, la dirección de movimiento (hacia arriba o hacia abajo) y el conjunto de demandas de servicio aún no satisfecha</a:t>
            </a:r>
            <a:endParaRPr b="0" lang="es-ES" sz="2800" spc="-1" strike="noStrike">
              <a:solidFill>
                <a:schemeClr val="dk1"/>
              </a:solidFill>
              <a:latin typeface="Century Schoolbook"/>
            </a:endParaRPr>
          </a:p>
          <a:p>
            <a:pPr marL="274320" indent="-274320">
              <a:lnSpc>
                <a:spcPct val="100000"/>
              </a:lnSpc>
              <a:spcBef>
                <a:spcPts val="601"/>
              </a:spcBef>
              <a:buNone/>
              <a:tabLst>
                <a:tab algn="l" pos="0"/>
              </a:tabLst>
            </a:pPr>
            <a:endParaRPr b="0" lang="es-ES" sz="28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ES" sz="2800" spc="-1" strike="noStrike">
                <a:solidFill>
                  <a:schemeClr val="dk1"/>
                </a:solidFill>
                <a:latin typeface="Century Schoolbook"/>
              </a:rPr>
              <a:t>Programas utilizados con frecuencia como los editores de texto y los analizadores de léxico que se encuentran en la mayoría de los compiladores son diseñados como sistemas de estados finitos.</a:t>
            </a:r>
            <a:endParaRPr b="0" lang="es-ES" sz="28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274680"/>
            <a:ext cx="8229240" cy="725040"/>
          </a:xfrm>
          <a:prstGeom prst="rect">
            <a:avLst/>
          </a:prstGeom>
          <a:noFill/>
          <a:ln w="0">
            <a:noFill/>
          </a:ln>
        </p:spPr>
        <p:txBody>
          <a:bodyPr lIns="90000" rIns="90000" tIns="45000" bIns="45000" anchor="b">
            <a:normAutofit/>
          </a:bodyPr>
          <a:p>
            <a:pPr indent="0">
              <a:lnSpc>
                <a:spcPct val="100000"/>
              </a:lnSpc>
              <a:buNone/>
            </a:pPr>
            <a:r>
              <a:rPr b="0" lang="es-ES" sz="3200" spc="-1" strike="noStrike" cap="small">
                <a:solidFill>
                  <a:schemeClr val="dk2"/>
                </a:solidFill>
                <a:latin typeface="Century Schoolbook"/>
              </a:rPr>
              <a:t> </a:t>
            </a:r>
            <a:endParaRPr b="0" lang="es-ES" sz="3200" spc="-1" strike="noStrike">
              <a:solidFill>
                <a:schemeClr val="dk1"/>
              </a:solidFill>
              <a:latin typeface="Century Schoolbook"/>
            </a:endParaRPr>
          </a:p>
        </p:txBody>
      </p:sp>
      <p:sp>
        <p:nvSpPr>
          <p:cNvPr id="220" name="PlaceHolder 2"/>
          <p:cNvSpPr>
            <a:spLocks noGrp="1"/>
          </p:cNvSpPr>
          <p:nvPr>
            <p:ph/>
          </p:nvPr>
        </p:nvSpPr>
        <p:spPr>
          <a:xfrm>
            <a:off x="457200" y="1357200"/>
            <a:ext cx="8229240" cy="4768560"/>
          </a:xfrm>
          <a:prstGeom prst="rect">
            <a:avLst/>
          </a:prstGeom>
          <a:noFill/>
          <a:ln w="0">
            <a:noFill/>
          </a:ln>
        </p:spPr>
        <p:txBody>
          <a:bodyPr lIns="90000" rIns="90000" tIns="45000" bIns="45000" anchor="t">
            <a:normAutofit/>
          </a:bodyPr>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p:txBody>
      </p:sp>
      <p:sp>
        <p:nvSpPr>
          <p:cNvPr id="221" name="3 Rectángulo"/>
          <p:cNvSpPr/>
          <p:nvPr/>
        </p:nvSpPr>
        <p:spPr>
          <a:xfrm>
            <a:off x="2286000" y="1071720"/>
            <a:ext cx="4857480" cy="1928520"/>
          </a:xfrm>
          <a:prstGeom prst="rect">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s-ES" sz="2800" spc="-1" strike="noStrike">
                <a:solidFill>
                  <a:schemeClr val="lt1"/>
                </a:solidFill>
                <a:latin typeface="Century Schoolbook"/>
              </a:rPr>
              <a:t>Autómatas Finitos</a:t>
            </a:r>
            <a:endParaRPr b="0" lang="es-ES" sz="2800" spc="-1" strike="noStrike">
              <a:solidFill>
                <a:srgbClr val="000000"/>
              </a:solidFill>
              <a:latin typeface="Arial"/>
            </a:endParaRPr>
          </a:p>
          <a:p>
            <a:pPr algn="ctr" defTabSz="914400">
              <a:lnSpc>
                <a:spcPct val="100000"/>
              </a:lnSpc>
            </a:pPr>
            <a:r>
              <a:rPr b="1" lang="es-ES" sz="2000" spc="-1" strike="noStrike">
                <a:solidFill>
                  <a:schemeClr val="lt1"/>
                </a:solidFill>
                <a:latin typeface="Century Schoolbook"/>
              </a:rPr>
              <a:t>Son máquinas teóricas, modelos matemáticos de un sistema que van cambiando de estados dependiendo de la entrada que reciben. </a:t>
            </a:r>
            <a:endParaRPr b="0" lang="es-ES" sz="2000" spc="-1" strike="noStrike">
              <a:solidFill>
                <a:srgbClr val="000000"/>
              </a:solidFill>
              <a:latin typeface="Arial"/>
            </a:endParaRPr>
          </a:p>
        </p:txBody>
      </p:sp>
      <p:sp>
        <p:nvSpPr>
          <p:cNvPr id="222" name="5 CuadroTexto"/>
          <p:cNvSpPr/>
          <p:nvPr/>
        </p:nvSpPr>
        <p:spPr>
          <a:xfrm>
            <a:off x="1643040" y="4244760"/>
            <a:ext cx="2714400" cy="1918440"/>
          </a:xfrm>
          <a:prstGeom prst="rect">
            <a:avLst/>
          </a:prstGeom>
          <a:solidFill>
            <a:schemeClr val="tx2">
              <a:lumMod val="40000"/>
              <a:lumOff val="60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es-ES" sz="2400" spc="-1" strike="noStrike">
                <a:solidFill>
                  <a:schemeClr val="dk1"/>
                </a:solidFill>
                <a:latin typeface="Century Schoolbook"/>
              </a:rPr>
              <a:t>Autómatas Finitos Deterministas</a:t>
            </a:r>
            <a:endParaRPr b="0" lang="es-ES" sz="2400" spc="-1" strike="noStrike">
              <a:solidFill>
                <a:srgbClr val="000000"/>
              </a:solidFill>
              <a:latin typeface="Arial"/>
            </a:endParaRPr>
          </a:p>
          <a:p>
            <a:pPr algn="ctr" defTabSz="914400">
              <a:lnSpc>
                <a:spcPct val="100000"/>
              </a:lnSpc>
            </a:pPr>
            <a:endParaRPr b="0" lang="es-ES" sz="2400" spc="-1" strike="noStrike">
              <a:solidFill>
                <a:srgbClr val="000000"/>
              </a:solidFill>
              <a:latin typeface="Arial"/>
            </a:endParaRPr>
          </a:p>
          <a:p>
            <a:pPr algn="ctr" defTabSz="914400">
              <a:lnSpc>
                <a:spcPct val="100000"/>
              </a:lnSpc>
            </a:pPr>
            <a:r>
              <a:rPr b="1" lang="es-ES" sz="2400" spc="-1" strike="noStrike">
                <a:solidFill>
                  <a:schemeClr val="accent6">
                    <a:lumMod val="75000"/>
                  </a:schemeClr>
                </a:solidFill>
                <a:latin typeface="Century Schoolbook"/>
              </a:rPr>
              <a:t>AFD</a:t>
            </a:r>
            <a:endParaRPr b="0" lang="es-ES" sz="2400" spc="-1" strike="noStrike">
              <a:solidFill>
                <a:srgbClr val="000000"/>
              </a:solidFill>
              <a:latin typeface="Arial"/>
            </a:endParaRPr>
          </a:p>
        </p:txBody>
      </p:sp>
      <p:sp>
        <p:nvSpPr>
          <p:cNvPr id="223" name="6 CuadroTexto"/>
          <p:cNvSpPr/>
          <p:nvPr/>
        </p:nvSpPr>
        <p:spPr>
          <a:xfrm>
            <a:off x="4929120" y="4286160"/>
            <a:ext cx="2714400" cy="1918440"/>
          </a:xfrm>
          <a:prstGeom prst="rect">
            <a:avLst/>
          </a:prstGeom>
          <a:solidFill>
            <a:schemeClr val="tx2">
              <a:lumMod val="40000"/>
              <a:lumOff val="60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es-ES" sz="2400" spc="-1" strike="noStrike">
                <a:solidFill>
                  <a:schemeClr val="dk1"/>
                </a:solidFill>
                <a:latin typeface="Century Schoolbook"/>
              </a:rPr>
              <a:t>Autómatas Finitos No Deterministas</a:t>
            </a:r>
            <a:endParaRPr b="0" lang="es-ES" sz="2400" spc="-1" strike="noStrike">
              <a:solidFill>
                <a:srgbClr val="000000"/>
              </a:solidFill>
              <a:latin typeface="Arial"/>
            </a:endParaRPr>
          </a:p>
          <a:p>
            <a:pPr algn="ctr" defTabSz="914400">
              <a:lnSpc>
                <a:spcPct val="100000"/>
              </a:lnSpc>
            </a:pPr>
            <a:endParaRPr b="0" lang="es-ES" sz="2400" spc="-1" strike="noStrike">
              <a:solidFill>
                <a:srgbClr val="000000"/>
              </a:solidFill>
              <a:latin typeface="Arial"/>
            </a:endParaRPr>
          </a:p>
          <a:p>
            <a:pPr algn="ctr" defTabSz="914400">
              <a:lnSpc>
                <a:spcPct val="100000"/>
              </a:lnSpc>
            </a:pPr>
            <a:r>
              <a:rPr b="1" lang="es-ES" sz="2400" spc="-1" strike="noStrike">
                <a:solidFill>
                  <a:schemeClr val="accent6">
                    <a:lumMod val="75000"/>
                  </a:schemeClr>
                </a:solidFill>
                <a:latin typeface="Century Schoolbook"/>
              </a:rPr>
              <a:t>AFND</a:t>
            </a:r>
            <a:endParaRPr b="0" lang="es-ES" sz="2400" spc="-1" strike="noStrike">
              <a:solidFill>
                <a:srgbClr val="000000"/>
              </a:solidFill>
              <a:latin typeface="Arial"/>
            </a:endParaRPr>
          </a:p>
        </p:txBody>
      </p:sp>
      <p:cxnSp>
        <p:nvCxnSpPr>
          <p:cNvPr id="224" name="8 Conector recto"/>
          <p:cNvCxnSpPr>
            <a:stCxn id="221" idx="2"/>
          </p:cNvCxnSpPr>
          <p:nvPr/>
        </p:nvCxnSpPr>
        <p:spPr>
          <a:xfrm>
            <a:off x="4714560" y="3000240"/>
            <a:ext cx="360" cy="571680"/>
          </a:xfrm>
          <a:prstGeom prst="straightConnector1">
            <a:avLst/>
          </a:prstGeom>
          <a:ln w="38100">
            <a:solidFill>
              <a:srgbClr val="ff6a09"/>
            </a:solidFill>
            <a:round/>
          </a:ln>
        </p:spPr>
      </p:cxnSp>
      <p:cxnSp>
        <p:nvCxnSpPr>
          <p:cNvPr id="225" name="10 Conector recto"/>
          <p:cNvCxnSpPr/>
          <p:nvPr/>
        </p:nvCxnSpPr>
        <p:spPr>
          <a:xfrm>
            <a:off x="3286080" y="3571560"/>
            <a:ext cx="2929320" cy="360"/>
          </a:xfrm>
          <a:prstGeom prst="straightConnector1">
            <a:avLst/>
          </a:prstGeom>
          <a:ln w="38100">
            <a:solidFill>
              <a:srgbClr val="ff6a09"/>
            </a:solidFill>
            <a:round/>
          </a:ln>
        </p:spPr>
      </p:cxnSp>
      <p:cxnSp>
        <p:nvCxnSpPr>
          <p:cNvPr id="226" name="12 Conector recto de flecha"/>
          <p:cNvCxnSpPr/>
          <p:nvPr/>
        </p:nvCxnSpPr>
        <p:spPr>
          <a:xfrm flipH="1">
            <a:off x="3285000" y="3572640"/>
            <a:ext cx="2160" cy="643320"/>
          </a:xfrm>
          <a:prstGeom prst="straightConnector1">
            <a:avLst/>
          </a:prstGeom>
          <a:ln w="38100">
            <a:solidFill>
              <a:srgbClr val="ff6a09"/>
            </a:solidFill>
            <a:round/>
            <a:tailEnd len="med" type="arrow" w="med"/>
          </a:ln>
        </p:spPr>
      </p:cxnSp>
      <p:cxnSp>
        <p:nvCxnSpPr>
          <p:cNvPr id="227" name="14 Conector recto de flecha"/>
          <p:cNvCxnSpPr/>
          <p:nvPr/>
        </p:nvCxnSpPr>
        <p:spPr>
          <a:xfrm flipH="1">
            <a:off x="6213960" y="3572640"/>
            <a:ext cx="2160" cy="571680"/>
          </a:xfrm>
          <a:prstGeom prst="straightConnector1">
            <a:avLst/>
          </a:prstGeom>
          <a:ln w="38100">
            <a:solidFill>
              <a:srgbClr val="ff6a09"/>
            </a:solidFill>
            <a:round/>
            <a:tailEnd len="med" type="arrow" w="med"/>
          </a:ln>
        </p:spPr>
      </p:cxn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74680"/>
            <a:ext cx="8229240" cy="582120"/>
          </a:xfrm>
          <a:prstGeom prst="rect">
            <a:avLst/>
          </a:prstGeom>
          <a:noFill/>
          <a:ln w="0">
            <a:noFill/>
          </a:ln>
        </p:spPr>
        <p:txBody>
          <a:bodyPr lIns="90000" rIns="90000" tIns="45000" bIns="45000" anchor="b">
            <a:normAutofit/>
          </a:bodyPr>
          <a:p>
            <a:pPr indent="0">
              <a:lnSpc>
                <a:spcPct val="100000"/>
              </a:lnSpc>
              <a:buNone/>
            </a:pPr>
            <a:r>
              <a:rPr b="0" lang="es-ES" sz="800" spc="-1" strike="noStrike" cap="small">
                <a:solidFill>
                  <a:schemeClr val="dk2"/>
                </a:solidFill>
                <a:latin typeface="Century Schoolbook"/>
              </a:rPr>
              <a:t>.</a:t>
            </a:r>
            <a:endParaRPr b="0" lang="es-ES" sz="800" spc="-1" strike="noStrike">
              <a:solidFill>
                <a:schemeClr val="dk1"/>
              </a:solidFill>
              <a:latin typeface="Century Schoolbook"/>
            </a:endParaRPr>
          </a:p>
        </p:txBody>
      </p:sp>
      <p:sp>
        <p:nvSpPr>
          <p:cNvPr id="229" name="PlaceHolder 2"/>
          <p:cNvSpPr>
            <a:spLocks noGrp="1"/>
          </p:cNvSpPr>
          <p:nvPr>
            <p:ph/>
          </p:nvPr>
        </p:nvSpPr>
        <p:spPr>
          <a:xfrm>
            <a:off x="457200" y="1600200"/>
            <a:ext cx="7467120" cy="4873320"/>
          </a:xfrm>
          <a:prstGeom prst="rect">
            <a:avLst/>
          </a:prstGeom>
          <a:noFill/>
          <a:ln w="0">
            <a:noFill/>
          </a:ln>
        </p:spPr>
        <p:txBody>
          <a:bodyPr lIns="90000" rIns="90000" tIns="45000" bIns="45000" anchor="t">
            <a:noAutofit/>
          </a:bodyPr>
          <a:p>
            <a:pPr marL="274320" indent="-274320">
              <a:lnSpc>
                <a:spcPct val="100000"/>
              </a:lnSpc>
              <a:spcBef>
                <a:spcPts val="601"/>
              </a:spcBef>
              <a:buNone/>
              <a:tabLst>
                <a:tab algn="l" pos="0"/>
              </a:tabLst>
            </a:pPr>
            <a:r>
              <a:rPr b="0" lang="es-ES" sz="2400" spc="-1" strike="noStrike">
                <a:solidFill>
                  <a:schemeClr val="dk1"/>
                </a:solidFill>
                <a:latin typeface="Century Schoolbook"/>
              </a:rPr>
              <a:t>.</a:t>
            </a:r>
            <a:endParaRPr b="0" lang="es-ES" sz="2400" spc="-1" strike="noStrike">
              <a:solidFill>
                <a:schemeClr val="dk1"/>
              </a:solidFill>
              <a:latin typeface="Century Schoolbook"/>
            </a:endParaRPr>
          </a:p>
        </p:txBody>
      </p:sp>
      <p:sp>
        <p:nvSpPr>
          <p:cNvPr id="230" name="4 Rectángulo"/>
          <p:cNvSpPr/>
          <p:nvPr/>
        </p:nvSpPr>
        <p:spPr>
          <a:xfrm>
            <a:off x="571320" y="1285920"/>
            <a:ext cx="3928680" cy="4285800"/>
          </a:xfrm>
          <a:prstGeom prst="rect">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4000" spc="-1" strike="noStrike">
                <a:solidFill>
                  <a:schemeClr val="lt1"/>
                </a:solidFill>
                <a:latin typeface="Century Schoolbook"/>
              </a:rPr>
              <a:t>AFD</a:t>
            </a:r>
            <a:r>
              <a:rPr b="0" lang="es-ES" sz="1800" spc="-1" strike="noStrike">
                <a:solidFill>
                  <a:schemeClr val="lt1"/>
                </a:solidFill>
                <a:latin typeface="Century Schoolbook"/>
              </a:rPr>
              <a:t> </a:t>
            </a:r>
            <a:endParaRPr b="0" lang="es-ES" sz="1800" spc="-1" strike="noStrike">
              <a:solidFill>
                <a:srgbClr val="000000"/>
              </a:solidFill>
              <a:latin typeface="Arial"/>
            </a:endParaRPr>
          </a:p>
          <a:p>
            <a:pPr algn="ctr" defTabSz="914400">
              <a:lnSpc>
                <a:spcPct val="100000"/>
              </a:lnSpc>
            </a:pPr>
            <a:endParaRPr b="0" lang="es-ES" sz="1800" spc="-1" strike="noStrike">
              <a:solidFill>
                <a:srgbClr val="000000"/>
              </a:solidFill>
              <a:latin typeface="Arial"/>
            </a:endParaRPr>
          </a:p>
          <a:p>
            <a:pPr algn="ctr" defTabSz="914400">
              <a:lnSpc>
                <a:spcPct val="100000"/>
              </a:lnSpc>
            </a:pPr>
            <a:r>
              <a:rPr b="0" lang="es-ES" sz="2400" spc="-1" strike="noStrike">
                <a:solidFill>
                  <a:schemeClr val="lt1"/>
                </a:solidFill>
                <a:latin typeface="Century Schoolbook"/>
              </a:rPr>
              <a:t>Si para todo estado del autómata existe </a:t>
            </a:r>
            <a:r>
              <a:rPr b="1" lang="es-ES" sz="2400" spc="-1" strike="noStrike">
                <a:solidFill>
                  <a:srgbClr val="ffff00"/>
                </a:solidFill>
                <a:latin typeface="Century Schoolbook"/>
              </a:rPr>
              <a:t>solo  una transición </a:t>
            </a:r>
            <a:r>
              <a:rPr b="0" lang="es-ES" sz="2400" spc="-1" strike="noStrike">
                <a:solidFill>
                  <a:schemeClr val="lt1"/>
                </a:solidFill>
                <a:latin typeface="Century Schoolbook"/>
              </a:rPr>
              <a:t>definida, para cada  símbolo del alfabeto</a:t>
            </a:r>
            <a:endParaRPr b="0" lang="es-ES" sz="2400" spc="-1" strike="noStrike">
              <a:solidFill>
                <a:srgbClr val="000000"/>
              </a:solidFill>
              <a:latin typeface="Arial"/>
            </a:endParaRPr>
          </a:p>
        </p:txBody>
      </p:sp>
      <p:sp>
        <p:nvSpPr>
          <p:cNvPr id="231" name="5 Rectángulo"/>
          <p:cNvSpPr/>
          <p:nvPr/>
        </p:nvSpPr>
        <p:spPr>
          <a:xfrm>
            <a:off x="4857840" y="1285920"/>
            <a:ext cx="3714480" cy="4285800"/>
          </a:xfrm>
          <a:prstGeom prst="rect">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4000" spc="-1" strike="noStrike">
                <a:solidFill>
                  <a:schemeClr val="lt1"/>
                </a:solidFill>
                <a:latin typeface="Century Schoolbook"/>
              </a:rPr>
              <a:t>AFND </a:t>
            </a:r>
            <a:endParaRPr b="0" lang="es-ES" sz="4000" spc="-1" strike="noStrike">
              <a:solidFill>
                <a:srgbClr val="000000"/>
              </a:solidFill>
              <a:latin typeface="Arial"/>
            </a:endParaRPr>
          </a:p>
          <a:p>
            <a:pPr algn="ctr" defTabSz="914400">
              <a:lnSpc>
                <a:spcPct val="100000"/>
              </a:lnSpc>
            </a:pPr>
            <a:endParaRPr b="0" lang="es-ES" sz="2400" spc="-1" strike="noStrike">
              <a:solidFill>
                <a:srgbClr val="000000"/>
              </a:solidFill>
              <a:latin typeface="Arial"/>
            </a:endParaRPr>
          </a:p>
          <a:p>
            <a:pPr algn="ctr" defTabSz="914400">
              <a:lnSpc>
                <a:spcPct val="100000"/>
              </a:lnSpc>
            </a:pPr>
            <a:r>
              <a:rPr b="0" lang="es-ES" sz="2400" spc="-1" strike="noStrike">
                <a:solidFill>
                  <a:schemeClr val="lt1"/>
                </a:solidFill>
                <a:latin typeface="Century Schoolbook"/>
              </a:rPr>
              <a:t>Si para algún estado del autómata existe </a:t>
            </a:r>
            <a:r>
              <a:rPr b="1" lang="es-ES" sz="2400" spc="-1" strike="noStrike">
                <a:solidFill>
                  <a:srgbClr val="ffff00"/>
                </a:solidFill>
                <a:latin typeface="Century Schoolbook"/>
              </a:rPr>
              <a:t>más  de una transición </a:t>
            </a:r>
            <a:r>
              <a:rPr b="0" lang="es-ES" sz="2400" spc="-1" strike="noStrike">
                <a:solidFill>
                  <a:schemeClr val="lt1"/>
                </a:solidFill>
                <a:latin typeface="Century Schoolbook"/>
              </a:rPr>
              <a:t>definida para cada  símbolo del alfabeto</a:t>
            </a:r>
            <a:endParaRPr b="0" lang="es-E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57200" y="274680"/>
            <a:ext cx="7467120" cy="633600"/>
          </a:xfrm>
          <a:prstGeom prst="rect">
            <a:avLst/>
          </a:prstGeom>
          <a:noFill/>
          <a:ln w="0">
            <a:noFill/>
          </a:ln>
        </p:spPr>
        <p:txBody>
          <a:bodyPr lIns="90000" rIns="90000" tIns="45000" bIns="45000" anchor="b">
            <a:noAutofit/>
          </a:bodyPr>
          <a:p>
            <a:pPr indent="0">
              <a:lnSpc>
                <a:spcPct val="100000"/>
              </a:lnSpc>
              <a:buNone/>
            </a:pPr>
            <a:r>
              <a:rPr b="0" lang="es-MX" sz="3000" spc="-1" strike="noStrike" cap="small">
                <a:solidFill>
                  <a:schemeClr val="dk2"/>
                </a:solidFill>
                <a:latin typeface="Century Schoolbook"/>
              </a:rPr>
              <a:t>Ejemplo de uso afd</a:t>
            </a:r>
            <a:endParaRPr b="0" lang="es-ES" sz="3000" spc="-1" strike="noStrike">
              <a:solidFill>
                <a:schemeClr val="dk1"/>
              </a:solidFill>
              <a:latin typeface="Century Schoolbook"/>
            </a:endParaRPr>
          </a:p>
        </p:txBody>
      </p:sp>
      <p:pic>
        <p:nvPicPr>
          <p:cNvPr id="233" name="Marcador de contenido 3" descr=""/>
          <p:cNvPicPr/>
          <p:nvPr/>
        </p:nvPicPr>
        <p:blipFill>
          <a:blip r:embed="rId1"/>
          <a:srcRect l="28662" t="50217" r="35214" b="11029"/>
          <a:stretch/>
        </p:blipFill>
        <p:spPr>
          <a:xfrm>
            <a:off x="465840" y="1340640"/>
            <a:ext cx="5185800" cy="2952000"/>
          </a:xfrm>
          <a:prstGeom prst="rect">
            <a:avLst/>
          </a:prstGeom>
          <a:ln w="0">
            <a:noFill/>
          </a:ln>
        </p:spPr>
      </p:pic>
      <p:sp>
        <p:nvSpPr>
          <p:cNvPr id="234" name="CuadroTexto 4"/>
          <p:cNvSpPr/>
          <p:nvPr/>
        </p:nvSpPr>
        <p:spPr>
          <a:xfrm>
            <a:off x="5796000" y="1845000"/>
            <a:ext cx="230400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MX" sz="1800" spc="-1" strike="noStrike">
                <a:solidFill>
                  <a:schemeClr val="dk1"/>
                </a:solidFill>
                <a:latin typeface="Century Schoolbook"/>
              </a:rPr>
              <a:t>Poner en marcha un automóvil, detener, apagar</a:t>
            </a:r>
            <a:endParaRPr b="0" lang="es-ES" sz="1800" spc="-1" strike="noStrike">
              <a:solidFill>
                <a:srgbClr val="000000"/>
              </a:solidFill>
              <a:latin typeface="Arial"/>
            </a:endParaRPr>
          </a:p>
        </p:txBody>
      </p:sp>
      <p:sp>
        <p:nvSpPr>
          <p:cNvPr id="235" name="Elipse 5"/>
          <p:cNvSpPr/>
          <p:nvPr/>
        </p:nvSpPr>
        <p:spPr>
          <a:xfrm>
            <a:off x="457200" y="5085360"/>
            <a:ext cx="1728000" cy="575640"/>
          </a:xfrm>
          <a:prstGeom prst="ellipse">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MX" sz="1600" spc="-1" strike="noStrike">
                <a:solidFill>
                  <a:schemeClr val="lt1"/>
                </a:solidFill>
                <a:latin typeface="Century Schoolbook"/>
              </a:rPr>
              <a:t>Esperando</a:t>
            </a:r>
            <a:endParaRPr b="0" lang="es-ES" sz="1600" spc="-1" strike="noStrike">
              <a:solidFill>
                <a:srgbClr val="000000"/>
              </a:solidFill>
              <a:latin typeface="Arial"/>
            </a:endParaRPr>
          </a:p>
        </p:txBody>
      </p:sp>
      <p:sp>
        <p:nvSpPr>
          <p:cNvPr id="236" name="Elipse 6"/>
          <p:cNvSpPr/>
          <p:nvPr/>
        </p:nvSpPr>
        <p:spPr>
          <a:xfrm>
            <a:off x="3780000" y="5085360"/>
            <a:ext cx="1728000" cy="575640"/>
          </a:xfrm>
          <a:prstGeom prst="ellipse">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MX" sz="1600" spc="-1" strike="noStrike">
                <a:solidFill>
                  <a:schemeClr val="lt1"/>
                </a:solidFill>
                <a:latin typeface="Century Schoolbook"/>
              </a:rPr>
              <a:t>Mostrar Película</a:t>
            </a:r>
            <a:endParaRPr b="0" lang="es-ES" sz="1600" spc="-1" strike="noStrike">
              <a:solidFill>
                <a:srgbClr val="000000"/>
              </a:solidFill>
              <a:latin typeface="Arial"/>
            </a:endParaRPr>
          </a:p>
        </p:txBody>
      </p:sp>
      <p:sp>
        <p:nvSpPr>
          <p:cNvPr id="237" name="Elipse 7"/>
          <p:cNvSpPr/>
          <p:nvPr/>
        </p:nvSpPr>
        <p:spPr>
          <a:xfrm>
            <a:off x="6516360" y="5085360"/>
            <a:ext cx="1728000" cy="575640"/>
          </a:xfrm>
          <a:prstGeom prst="ellipse">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MX" sz="1600" spc="-1" strike="noStrike">
                <a:solidFill>
                  <a:schemeClr val="lt1"/>
                </a:solidFill>
                <a:latin typeface="Century Schoolbook"/>
              </a:rPr>
              <a:t>Pausa</a:t>
            </a:r>
            <a:endParaRPr b="0" lang="es-ES" sz="1600" spc="-1" strike="noStrike">
              <a:solidFill>
                <a:srgbClr val="000000"/>
              </a:solidFill>
              <a:latin typeface="Arial"/>
            </a:endParaRPr>
          </a:p>
        </p:txBody>
      </p:sp>
      <p:cxnSp>
        <p:nvCxnSpPr>
          <p:cNvPr id="238" name="Conector recto de flecha 10"/>
          <p:cNvCxnSpPr/>
          <p:nvPr/>
        </p:nvCxnSpPr>
        <p:spPr>
          <a:xfrm>
            <a:off x="2051640" y="5229000"/>
            <a:ext cx="1728360" cy="360"/>
          </a:xfrm>
          <a:prstGeom prst="straightConnector1">
            <a:avLst/>
          </a:prstGeom>
          <a:ln w="28575">
            <a:solidFill>
              <a:srgbClr val="ff6a09"/>
            </a:solidFill>
            <a:round/>
            <a:tailEnd len="med" type="triangle" w="med"/>
          </a:ln>
        </p:spPr>
      </p:cxnSp>
      <p:sp>
        <p:nvSpPr>
          <p:cNvPr id="239" name="Triángulo isósceles 11"/>
          <p:cNvSpPr/>
          <p:nvPr/>
        </p:nvSpPr>
        <p:spPr>
          <a:xfrm rot="5400000">
            <a:off x="2556000" y="4797000"/>
            <a:ext cx="359640" cy="287640"/>
          </a:xfrm>
          <a:prstGeom prst="triangle">
            <a:avLst>
              <a:gd name="adj" fmla="val 50000"/>
            </a:avLst>
          </a:prstGeom>
          <a:solidFill>
            <a:schemeClr val="tx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cxnSp>
        <p:nvCxnSpPr>
          <p:cNvPr id="240" name="Conector recto de flecha 12"/>
          <p:cNvCxnSpPr/>
          <p:nvPr/>
        </p:nvCxnSpPr>
        <p:spPr>
          <a:xfrm flipV="1">
            <a:off x="5492160" y="5229000"/>
            <a:ext cx="1024200" cy="20160"/>
          </a:xfrm>
          <a:prstGeom prst="straightConnector1">
            <a:avLst/>
          </a:prstGeom>
          <a:ln w="28575">
            <a:solidFill>
              <a:srgbClr val="ff6a09"/>
            </a:solidFill>
            <a:round/>
            <a:tailEnd len="med" type="triangle" w="med"/>
          </a:ln>
        </p:spPr>
      </p:cxnSp>
      <p:sp>
        <p:nvSpPr>
          <p:cNvPr id="241" name="CuadroTexto 14"/>
          <p:cNvSpPr/>
          <p:nvPr/>
        </p:nvSpPr>
        <p:spPr>
          <a:xfrm>
            <a:off x="5652000" y="4593240"/>
            <a:ext cx="647640" cy="699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s-MX" sz="4000" spc="-1" strike="noStrike">
                <a:solidFill>
                  <a:schemeClr val="dk1"/>
                </a:solidFill>
                <a:latin typeface="Century Schoolbook"/>
              </a:rPr>
              <a:t>=</a:t>
            </a:r>
            <a:endParaRPr b="0" lang="es-ES" sz="4000" spc="-1" strike="noStrike">
              <a:solidFill>
                <a:srgbClr val="000000"/>
              </a:solidFill>
              <a:latin typeface="Arial"/>
            </a:endParaRPr>
          </a:p>
        </p:txBody>
      </p:sp>
      <p:sp>
        <p:nvSpPr>
          <p:cNvPr id="242" name="Rectángulo 16"/>
          <p:cNvSpPr/>
          <p:nvPr/>
        </p:nvSpPr>
        <p:spPr>
          <a:xfrm>
            <a:off x="4068000" y="6597360"/>
            <a:ext cx="359640" cy="143640"/>
          </a:xfrm>
          <a:prstGeom prst="rect">
            <a:avLst/>
          </a:prstGeom>
          <a:solidFill>
            <a:schemeClr val="tx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3" name="Forma libre 21"/>
          <p:cNvSpPr/>
          <p:nvPr/>
        </p:nvSpPr>
        <p:spPr>
          <a:xfrm>
            <a:off x="2008800" y="5680440"/>
            <a:ext cx="5208840" cy="748080"/>
          </a:xfrm>
          <a:custGeom>
            <a:avLst/>
            <a:gdLst>
              <a:gd name="textAreaLeft" fmla="*/ 0 w 5208840"/>
              <a:gd name="textAreaRight" fmla="*/ 5209200 w 5208840"/>
              <a:gd name="textAreaTop" fmla="*/ 0 h 748080"/>
              <a:gd name="textAreaBottom" fmla="*/ 748440 h 748080"/>
            </a:gdLst>
            <a:ahLst/>
            <a:rect l="textAreaLeft" t="textAreaTop" r="textAreaRight" b="textAreaBottom"/>
            <a:pathLst>
              <a:path w="5209309" h="748323">
                <a:moveTo>
                  <a:pt x="5209309" y="55418"/>
                </a:moveTo>
                <a:cubicBezTo>
                  <a:pt x="4188691" y="406399"/>
                  <a:pt x="3168073" y="757381"/>
                  <a:pt x="2299855" y="748145"/>
                </a:cubicBezTo>
                <a:cubicBezTo>
                  <a:pt x="1431637" y="738909"/>
                  <a:pt x="715818" y="369454"/>
                  <a:pt x="0" y="0"/>
                </a:cubicBezTo>
              </a:path>
            </a:pathLst>
          </a:custGeom>
          <a:noFill/>
          <a:ln w="38100">
            <a:solidFill>
              <a:srgbClr val="bb6328"/>
            </a:solidFill>
            <a:round/>
            <a:tailEnd len="med" type="triangle" w="me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4" name="Forma libre 22"/>
          <p:cNvSpPr/>
          <p:nvPr/>
        </p:nvSpPr>
        <p:spPr>
          <a:xfrm>
            <a:off x="5389560" y="5638680"/>
            <a:ext cx="1454400" cy="221400"/>
          </a:xfrm>
          <a:custGeom>
            <a:avLst/>
            <a:gdLst>
              <a:gd name="textAreaLeft" fmla="*/ 0 w 1454400"/>
              <a:gd name="textAreaRight" fmla="*/ 1454760 w 1454400"/>
              <a:gd name="textAreaTop" fmla="*/ 0 h 221400"/>
              <a:gd name="textAreaBottom" fmla="*/ 221760 h 221400"/>
            </a:gdLst>
            <a:ahLst/>
            <a:rect l="textAreaLeft" t="textAreaTop" r="textAreaRight" b="textAreaBottom"/>
            <a:pathLst>
              <a:path w="1454727" h="221828">
                <a:moveTo>
                  <a:pt x="1454727" y="27709"/>
                </a:moveTo>
                <a:cubicBezTo>
                  <a:pt x="1118754" y="127000"/>
                  <a:pt x="782781" y="226291"/>
                  <a:pt x="540327" y="221673"/>
                </a:cubicBezTo>
                <a:cubicBezTo>
                  <a:pt x="297873" y="217055"/>
                  <a:pt x="148936" y="108527"/>
                  <a:pt x="0" y="0"/>
                </a:cubicBezTo>
              </a:path>
            </a:pathLst>
          </a:custGeom>
          <a:noFill/>
          <a:ln w="28575">
            <a:solidFill>
              <a:srgbClr val="bb6328"/>
            </a:solidFill>
            <a:round/>
            <a:tailEnd len="med" type="triangle" w="me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5" name="Triángulo isósceles 24"/>
          <p:cNvSpPr/>
          <p:nvPr/>
        </p:nvSpPr>
        <p:spPr>
          <a:xfrm rot="5400000">
            <a:off x="6146280" y="5542920"/>
            <a:ext cx="258120" cy="265680"/>
          </a:xfrm>
          <a:prstGeom prst="triangle">
            <a:avLst>
              <a:gd name="adj" fmla="val 50000"/>
            </a:avLst>
          </a:prstGeom>
          <a:solidFill>
            <a:schemeClr val="tx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6" name="Triángulo isósceles 25"/>
          <p:cNvSpPr/>
          <p:nvPr/>
        </p:nvSpPr>
        <p:spPr>
          <a:xfrm rot="16200000">
            <a:off x="5771520" y="5543280"/>
            <a:ext cx="258480" cy="265680"/>
          </a:xfrm>
          <a:prstGeom prst="triangle">
            <a:avLst>
              <a:gd name="adj" fmla="val 50000"/>
            </a:avLst>
          </a:prstGeom>
          <a:solidFill>
            <a:schemeClr val="tx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7" name="Forma libre 26"/>
          <p:cNvSpPr/>
          <p:nvPr/>
        </p:nvSpPr>
        <p:spPr>
          <a:xfrm>
            <a:off x="2244600" y="5478480"/>
            <a:ext cx="1454400" cy="221400"/>
          </a:xfrm>
          <a:custGeom>
            <a:avLst/>
            <a:gdLst>
              <a:gd name="textAreaLeft" fmla="*/ 0 w 1454400"/>
              <a:gd name="textAreaRight" fmla="*/ 1454760 w 1454400"/>
              <a:gd name="textAreaTop" fmla="*/ 0 h 221400"/>
              <a:gd name="textAreaBottom" fmla="*/ 221760 h 221400"/>
            </a:gdLst>
            <a:ahLst/>
            <a:rect l="textAreaLeft" t="textAreaTop" r="textAreaRight" b="textAreaBottom"/>
            <a:pathLst>
              <a:path w="1454727" h="221828">
                <a:moveTo>
                  <a:pt x="1454727" y="27709"/>
                </a:moveTo>
                <a:cubicBezTo>
                  <a:pt x="1118754" y="127000"/>
                  <a:pt x="782781" y="226291"/>
                  <a:pt x="540327" y="221673"/>
                </a:cubicBezTo>
                <a:cubicBezTo>
                  <a:pt x="297873" y="217055"/>
                  <a:pt x="148936" y="108527"/>
                  <a:pt x="0" y="0"/>
                </a:cubicBezTo>
              </a:path>
            </a:pathLst>
          </a:custGeom>
          <a:noFill/>
          <a:ln w="28575">
            <a:solidFill>
              <a:srgbClr val="bb6328"/>
            </a:solidFill>
            <a:round/>
            <a:tailEnd len="med" type="triangle" w="me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8" name="Rectángulo 27"/>
          <p:cNvSpPr/>
          <p:nvPr/>
        </p:nvSpPr>
        <p:spPr>
          <a:xfrm>
            <a:off x="2706120" y="5457240"/>
            <a:ext cx="359640" cy="143640"/>
          </a:xfrm>
          <a:prstGeom prst="rect">
            <a:avLst/>
          </a:prstGeom>
          <a:solidFill>
            <a:schemeClr val="tx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AR" sz="1800" spc="-1" strike="noStrike">
              <a:solidFill>
                <a:schemeClr val="lt1"/>
              </a:solidFill>
              <a:latin typeface="Century Schoolbook"/>
            </a:endParaRPr>
          </a:p>
        </p:txBody>
      </p:sp>
      <p:sp>
        <p:nvSpPr>
          <p:cNvPr id="249" name="CuadroTexto 28"/>
          <p:cNvSpPr/>
          <p:nvPr/>
        </p:nvSpPr>
        <p:spPr>
          <a:xfrm>
            <a:off x="6516360" y="4229280"/>
            <a:ext cx="17881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MX" sz="1800" spc="-1" strike="noStrike">
                <a:solidFill>
                  <a:schemeClr val="dk1"/>
                </a:solidFill>
                <a:latin typeface="Century Schoolbook"/>
              </a:rPr>
              <a:t>Reproductor de video</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72880"/>
            <a:ext cx="7543440" cy="1142640"/>
          </a:xfrm>
          <a:prstGeom prst="rect">
            <a:avLst/>
          </a:prstGeom>
          <a:noFill/>
          <a:ln w="0">
            <a:noFill/>
          </a:ln>
        </p:spPr>
        <p:txBody>
          <a:bodyPr lIns="90000" rIns="90000" tIns="45000" bIns="45000" anchor="b">
            <a:normAutofit fontScale="96363" lnSpcReduction="10000"/>
          </a:bodyPr>
          <a:p>
            <a:pPr indent="0">
              <a:lnSpc>
                <a:spcPct val="100000"/>
              </a:lnSpc>
              <a:buNone/>
            </a:pPr>
            <a:br>
              <a:rPr sz="2400"/>
            </a:br>
            <a:r>
              <a:rPr b="0" lang="es-ES" sz="2800" spc="-1" strike="noStrike" cap="small">
                <a:solidFill>
                  <a:schemeClr val="dk2"/>
                </a:solidFill>
                <a:latin typeface="Century Schoolbook"/>
              </a:rPr>
              <a:t>Existen dos formas de representar un AFD</a:t>
            </a:r>
            <a:endParaRPr b="0" lang="es-ES" sz="2800" spc="-1" strike="noStrike">
              <a:solidFill>
                <a:schemeClr val="dk1"/>
              </a:solidFill>
              <a:latin typeface="Century Schoolbook"/>
            </a:endParaRPr>
          </a:p>
        </p:txBody>
      </p:sp>
      <p:sp>
        <p:nvSpPr>
          <p:cNvPr id="251" name="PlaceHolder 2"/>
          <p:cNvSpPr>
            <a:spLocks noGrp="1"/>
          </p:cNvSpPr>
          <p:nvPr>
            <p:ph/>
          </p:nvPr>
        </p:nvSpPr>
        <p:spPr>
          <a:xfrm>
            <a:off x="500040" y="2143080"/>
            <a:ext cx="3785760" cy="3951000"/>
          </a:xfrm>
          <a:prstGeom prst="rect">
            <a:avLst/>
          </a:prstGeom>
          <a:noFill/>
          <a:ln w="38160">
            <a:solidFill>
              <a:schemeClr val="accent6">
                <a:lumMod val="75000"/>
              </a:schemeClr>
            </a:solidFill>
            <a:round/>
          </a:ln>
        </p:spPr>
        <p:txBody>
          <a:bodyPr lIns="90000" rIns="90000" tIns="45000" bIns="45000" anchor="t">
            <a:noAutofit/>
          </a:bodyPr>
          <a:p>
            <a:pPr marL="274320" indent="-274320">
              <a:lnSpc>
                <a:spcPct val="100000"/>
              </a:lnSpc>
              <a:spcBef>
                <a:spcPts val="601"/>
              </a:spcBef>
              <a:buNone/>
              <a:tabLst>
                <a:tab algn="l" pos="0"/>
              </a:tabLst>
            </a:pPr>
            <a:r>
              <a:rPr b="0" lang="es-ES" sz="2200" spc="-1" strike="noStrike">
                <a:solidFill>
                  <a:schemeClr val="dk1"/>
                </a:solidFill>
                <a:latin typeface="Century Schoolbook"/>
              </a:rPr>
              <a:t>Son grafos dirigidos donde cada nodo del grafo corresponde a un estado.</a:t>
            </a:r>
            <a:endParaRPr b="0" lang="es-ES" sz="22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a:p>
            <a:pPr indent="0">
              <a:lnSpc>
                <a:spcPct val="115000"/>
              </a:lnSpc>
              <a:spcBef>
                <a:spcPts val="601"/>
              </a:spcBef>
              <a:spcAft>
                <a:spcPts val="1001"/>
              </a:spcAft>
              <a:buNone/>
              <a:tabLst>
                <a:tab algn="l" pos="0"/>
              </a:tabLst>
            </a:pPr>
            <a:endParaRPr b="0" lang="es-ES" sz="2400" spc="-1" strike="noStrike">
              <a:solidFill>
                <a:schemeClr val="dk1"/>
              </a:solidFill>
              <a:latin typeface="Century Schoolbook"/>
            </a:endParaRPr>
          </a:p>
          <a:p>
            <a:pPr marL="274320" indent="-274320">
              <a:lnSpc>
                <a:spcPct val="115000"/>
              </a:lnSpc>
              <a:spcBef>
                <a:spcPts val="601"/>
              </a:spcBef>
              <a:spcAft>
                <a:spcPts val="1001"/>
              </a:spcAft>
              <a:buNone/>
              <a:tabLst>
                <a:tab algn="l" pos="0"/>
              </a:tabLst>
            </a:pP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p:txBody>
      </p:sp>
      <p:sp>
        <p:nvSpPr>
          <p:cNvPr id="252" name="PlaceHolder 3"/>
          <p:cNvSpPr>
            <a:spLocks noGrp="1"/>
          </p:cNvSpPr>
          <p:nvPr>
            <p:ph/>
          </p:nvPr>
        </p:nvSpPr>
        <p:spPr>
          <a:xfrm>
            <a:off x="4429080" y="2143080"/>
            <a:ext cx="3871440" cy="3885840"/>
          </a:xfrm>
          <a:prstGeom prst="rect">
            <a:avLst/>
          </a:prstGeom>
          <a:noFill/>
          <a:ln w="38160">
            <a:solidFill>
              <a:schemeClr val="accent6">
                <a:lumMod val="75000"/>
              </a:schemeClr>
            </a:solidFill>
            <a:round/>
          </a:ln>
        </p:spPr>
        <p:txBody>
          <a:bodyPr lIns="90000" rIns="90000" tIns="45000" bIns="45000" anchor="t">
            <a:normAutofit/>
          </a:bodyPr>
          <a:p>
            <a:pPr marL="274320" indent="-274320">
              <a:lnSpc>
                <a:spcPct val="100000"/>
              </a:lnSpc>
              <a:spcBef>
                <a:spcPts val="601"/>
              </a:spcBef>
              <a:buNone/>
              <a:tabLst>
                <a:tab algn="l" pos="0"/>
              </a:tabLst>
            </a:pPr>
            <a:r>
              <a:rPr b="0" lang="es-ES" sz="2200" spc="-1" strike="noStrike">
                <a:solidFill>
                  <a:schemeClr val="dk1"/>
                </a:solidFill>
                <a:latin typeface="Century Schoolbook"/>
              </a:rPr>
              <a:t>Son tablas que representan los valores de la función de transición</a:t>
            </a:r>
            <a:endParaRPr b="0" lang="es-ES" sz="2200" spc="-1" strike="noStrike">
              <a:solidFill>
                <a:schemeClr val="dk1"/>
              </a:solidFill>
              <a:latin typeface="Century Schoolbook"/>
            </a:endParaRPr>
          </a:p>
        </p:txBody>
      </p:sp>
      <p:sp>
        <p:nvSpPr>
          <p:cNvPr id="253" name="3 Marcador de texto"/>
          <p:cNvSpPr/>
          <p:nvPr/>
        </p:nvSpPr>
        <p:spPr>
          <a:xfrm>
            <a:off x="571320" y="1428840"/>
            <a:ext cx="3657240" cy="65808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ctr">
            <a:normAutofit fontScale="80949"/>
          </a:bodyPr>
          <a:p>
            <a:pPr>
              <a:lnSpc>
                <a:spcPct val="100000"/>
              </a:lnSpc>
              <a:spcBef>
                <a:spcPts val="601"/>
              </a:spcBef>
              <a:tabLst>
                <a:tab algn="l" pos="0"/>
              </a:tabLst>
            </a:pPr>
            <a:r>
              <a:rPr b="1" lang="es-ES" sz="2000" spc="-1" strike="noStrike">
                <a:solidFill>
                  <a:srgbClr val="ffffff"/>
                </a:solidFill>
                <a:latin typeface="Century Schoolbook"/>
              </a:rPr>
              <a:t>DIAGRAMA DE </a:t>
            </a:r>
            <a:r>
              <a:rPr b="1" lang="es-ES" sz="2600" spc="-1" strike="noStrike">
                <a:solidFill>
                  <a:srgbClr val="ffffff"/>
                </a:solidFill>
                <a:latin typeface="Century Schoolbook"/>
              </a:rPr>
              <a:t>TRANSICIÓN</a:t>
            </a:r>
            <a:r>
              <a:rPr b="1" lang="es-ES" sz="2000" spc="-1" strike="noStrike">
                <a:solidFill>
                  <a:srgbClr val="ffffff"/>
                </a:solidFill>
                <a:latin typeface="Century Schoolbook"/>
              </a:rPr>
              <a:t> DE ESTADO</a:t>
            </a:r>
            <a:endParaRPr b="0" lang="es-ES" sz="2000" spc="-1" strike="noStrike">
              <a:solidFill>
                <a:srgbClr val="000000"/>
              </a:solidFill>
              <a:latin typeface="Arial"/>
            </a:endParaRPr>
          </a:p>
        </p:txBody>
      </p:sp>
      <p:sp>
        <p:nvSpPr>
          <p:cNvPr id="254" name="4 Marcador de texto"/>
          <p:cNvSpPr/>
          <p:nvPr/>
        </p:nvSpPr>
        <p:spPr>
          <a:xfrm>
            <a:off x="4392000" y="1501920"/>
            <a:ext cx="3657240" cy="658080"/>
          </a:xfrm>
          <a:prstGeom prst="roundRect">
            <a:avLst>
              <a:gd name="adj" fmla="val 16667"/>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spcBef>
                <a:spcPts val="601"/>
              </a:spcBef>
              <a:tabLst>
                <a:tab algn="l" pos="0"/>
              </a:tabLst>
            </a:pPr>
            <a:r>
              <a:rPr b="1" lang="es-ES" sz="2000" spc="-1" strike="noStrike">
                <a:solidFill>
                  <a:srgbClr val="ffffff"/>
                </a:solidFill>
                <a:latin typeface="Century Schoolbook"/>
              </a:rPr>
              <a:t>TABLA DE TRANSICIÓN</a:t>
            </a:r>
            <a:endParaRPr b="0" lang="es-ES" sz="2000" spc="-1" strike="noStrike">
              <a:solidFill>
                <a:srgbClr val="000000"/>
              </a:solidFill>
              <a:latin typeface="Arial"/>
            </a:endParaRPr>
          </a:p>
        </p:txBody>
      </p:sp>
      <p:pic>
        <p:nvPicPr>
          <p:cNvPr id="255" name="6 Imagen" descr=""/>
          <p:cNvPicPr/>
          <p:nvPr/>
        </p:nvPicPr>
        <p:blipFill>
          <a:blip r:embed="rId1"/>
          <a:srcRect l="28148" t="46998" r="59701" b="43327"/>
          <a:stretch/>
        </p:blipFill>
        <p:spPr>
          <a:xfrm>
            <a:off x="5357880" y="3714840"/>
            <a:ext cx="2428560" cy="1546560"/>
          </a:xfrm>
          <a:prstGeom prst="rect">
            <a:avLst/>
          </a:prstGeom>
          <a:ln w="9525">
            <a:noFill/>
          </a:ln>
        </p:spPr>
      </p:pic>
      <p:pic>
        <p:nvPicPr>
          <p:cNvPr id="256" name="7 Imagen" descr=""/>
          <p:cNvPicPr/>
          <p:nvPr/>
        </p:nvPicPr>
        <p:blipFill>
          <a:blip r:embed="rId2"/>
          <a:srcRect l="36708" t="51198" r="37913" b="22200"/>
          <a:stretch/>
        </p:blipFill>
        <p:spPr>
          <a:xfrm>
            <a:off x="1071360" y="3571920"/>
            <a:ext cx="2642760" cy="2356920"/>
          </a:xfrm>
          <a:prstGeom prst="rect">
            <a:avLst/>
          </a:prstGeom>
          <a:ln w="9525">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457200" y="274680"/>
            <a:ext cx="8229240" cy="796680"/>
          </a:xfrm>
          <a:prstGeom prst="rect">
            <a:avLst/>
          </a:prstGeom>
          <a:solidFill>
            <a:schemeClr val="accent6">
              <a:lumMod val="20000"/>
              <a:lumOff val="80000"/>
            </a:schemeClr>
          </a:solidFill>
          <a:ln w="0">
            <a:noFill/>
          </a:ln>
        </p:spPr>
        <p:txBody>
          <a:bodyPr lIns="90000" rIns="90000" tIns="45000" bIns="45000" anchor="b">
            <a:noAutofit/>
          </a:bodyPr>
          <a:p>
            <a:pPr indent="0">
              <a:lnSpc>
                <a:spcPct val="100000"/>
              </a:lnSpc>
              <a:buNone/>
            </a:pPr>
            <a:r>
              <a:rPr b="0" lang="es-ES" sz="2800" spc="-1" strike="noStrike" cap="small">
                <a:solidFill>
                  <a:schemeClr val="dk2"/>
                </a:solidFill>
                <a:latin typeface="Century Schoolbook"/>
              </a:rPr>
              <a:t>¿Como esta compuesto un autómata finito?</a:t>
            </a:r>
            <a:endParaRPr b="0" lang="es-ES" sz="2800" spc="-1" strike="noStrike">
              <a:solidFill>
                <a:schemeClr val="dk1"/>
              </a:solidFill>
              <a:latin typeface="Century Schoolbook"/>
            </a:endParaRPr>
          </a:p>
        </p:txBody>
      </p:sp>
      <p:sp>
        <p:nvSpPr>
          <p:cNvPr id="258" name="PlaceHolder 2"/>
          <p:cNvSpPr>
            <a:spLocks noGrp="1"/>
          </p:cNvSpPr>
          <p:nvPr>
            <p:ph/>
          </p:nvPr>
        </p:nvSpPr>
        <p:spPr>
          <a:xfrm>
            <a:off x="457200" y="1285920"/>
            <a:ext cx="8229240" cy="4839840"/>
          </a:xfrm>
          <a:prstGeom prst="rect">
            <a:avLst/>
          </a:prstGeom>
          <a:noFill/>
          <a:ln w="0">
            <a:noFill/>
          </a:ln>
        </p:spPr>
        <p:txBody>
          <a:bodyPr lIns="90000" rIns="90000" tIns="45000" bIns="45000" anchor="t">
            <a:normAutofit fontScale="87465"/>
          </a:bodyPr>
          <a:p>
            <a:pPr marL="274320" indent="-274320">
              <a:lnSpc>
                <a:spcPct val="100000"/>
              </a:lnSpc>
              <a:spcBef>
                <a:spcPts val="601"/>
              </a:spcBef>
              <a:buNone/>
              <a:tabLst>
                <a:tab algn="l" pos="0"/>
              </a:tabLst>
            </a:pPr>
            <a:r>
              <a:rPr b="0" lang="es-ES" sz="2400" spc="-1" strike="noStrike">
                <a:solidFill>
                  <a:schemeClr val="dk1"/>
                </a:solidFill>
                <a:latin typeface="Century Schoolbook"/>
              </a:rPr>
              <a:t>Estas máquinas, son en esencia máquinas traductoras, ya que dada una cadena en la entrada generan otra cadena en la salida. </a:t>
            </a:r>
            <a:br>
              <a:rPr sz="2400"/>
            </a:br>
            <a:r>
              <a:rPr b="0" lang="es-ES" sz="2400" spc="-1" strike="noStrike">
                <a:solidFill>
                  <a:schemeClr val="dk1"/>
                </a:solidFill>
                <a:latin typeface="Century Schoolbook"/>
              </a:rPr>
              <a:t>esta compuestas por:  </a:t>
            </a:r>
            <a:br>
              <a:rPr sz="2400"/>
            </a:br>
            <a:r>
              <a:rPr b="0" lang="es-ES" sz="2400" spc="-1" strike="noStrike">
                <a:solidFill>
                  <a:schemeClr val="dk1"/>
                </a:solidFill>
                <a:latin typeface="Century Schoolbook"/>
              </a:rPr>
              <a:t>•    </a:t>
            </a:r>
            <a:r>
              <a:rPr b="1" i="1" lang="es-ES" sz="2400" spc="-1" strike="noStrike">
                <a:solidFill>
                  <a:schemeClr val="dk1"/>
                </a:solidFill>
                <a:latin typeface="Century Schoolbook"/>
              </a:rPr>
              <a:t>Dos cintas asociadas, </a:t>
            </a:r>
            <a:r>
              <a:rPr b="0" lang="es-ES" sz="2400" spc="-1" strike="noStrike">
                <a:solidFill>
                  <a:schemeClr val="dk1"/>
                </a:solidFill>
                <a:latin typeface="Century Schoolbook"/>
              </a:rPr>
              <a:t>una que permita alojar una cadena de símbolos a la entrada, que serán leídos  uno por vez, y otra cinta que permita registrar las salidas que se irán produciendo en la ejecución de la máquina.</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br>
              <a:rPr sz="2400"/>
            </a:br>
            <a:r>
              <a:rPr b="0" lang="es-ES" sz="2400" spc="-1" strike="noStrike">
                <a:solidFill>
                  <a:schemeClr val="dk1"/>
                </a:solidFill>
                <a:latin typeface="Century Schoolbook"/>
              </a:rPr>
              <a:t>•    </a:t>
            </a:r>
            <a:r>
              <a:rPr b="0" lang="es-ES" sz="2400" spc="-1" strike="noStrike">
                <a:solidFill>
                  <a:schemeClr val="dk1"/>
                </a:solidFill>
                <a:latin typeface="Century Schoolbook"/>
              </a:rPr>
              <a:t>Deberán contener un conjunto finito de estados, los que son capaces de memorizar, en cada momento la parte de la palabra de entrada leída en ese instante de tiempo, producir una salida y cambiar de estado producir una salida.</a:t>
            </a:r>
            <a:br>
              <a:rPr sz="2400"/>
            </a:b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457200" y="274680"/>
            <a:ext cx="8229240" cy="796680"/>
          </a:xfrm>
          <a:prstGeom prst="rect">
            <a:avLst/>
          </a:prstGeom>
          <a:noFill/>
          <a:ln w="0">
            <a:noFill/>
          </a:ln>
        </p:spPr>
        <p:txBody>
          <a:bodyPr lIns="90000" rIns="90000" tIns="45000" bIns="45000" anchor="b">
            <a:normAutofit/>
          </a:bodyPr>
          <a:p>
            <a:pPr indent="0">
              <a:lnSpc>
                <a:spcPct val="100000"/>
              </a:lnSpc>
              <a:buNone/>
            </a:pPr>
            <a:r>
              <a:rPr b="0" lang="es-ES" sz="800" spc="-1" strike="noStrike" cap="small">
                <a:solidFill>
                  <a:schemeClr val="dk2"/>
                </a:solidFill>
                <a:latin typeface="Century Schoolbook"/>
              </a:rPr>
              <a:t>.</a:t>
            </a:r>
            <a:endParaRPr b="0" lang="es-ES" sz="800" spc="-1" strike="noStrike">
              <a:solidFill>
                <a:schemeClr val="dk1"/>
              </a:solidFill>
              <a:latin typeface="Century Schoolbook"/>
            </a:endParaRPr>
          </a:p>
        </p:txBody>
      </p:sp>
      <p:sp>
        <p:nvSpPr>
          <p:cNvPr id="260" name="PlaceHolder 2"/>
          <p:cNvSpPr>
            <a:spLocks noGrp="1"/>
          </p:cNvSpPr>
          <p:nvPr>
            <p:ph/>
          </p:nvPr>
        </p:nvSpPr>
        <p:spPr>
          <a:xfrm>
            <a:off x="457200" y="1143000"/>
            <a:ext cx="8229240" cy="4982760"/>
          </a:xfrm>
          <a:prstGeom prst="rect">
            <a:avLst/>
          </a:prstGeom>
          <a:noFill/>
          <a:ln w="0">
            <a:noFill/>
          </a:ln>
        </p:spPr>
        <p:txBody>
          <a:bodyPr lIns="90000" rIns="90000" tIns="45000" bIns="45000" anchor="t">
            <a:noAutofit/>
          </a:bodyPr>
          <a:p>
            <a:pPr marL="274320" indent="-274320">
              <a:lnSpc>
                <a:spcPct val="100000"/>
              </a:lnSpc>
              <a:spcBef>
                <a:spcPts val="601"/>
              </a:spcBef>
              <a:buNone/>
              <a:tabLst>
                <a:tab algn="l" pos="0"/>
              </a:tabLst>
            </a:pPr>
            <a:r>
              <a:rPr b="0" lang="es-ES" sz="2400" spc="-1" strike="noStrike">
                <a:solidFill>
                  <a:schemeClr val="dk1"/>
                </a:solidFill>
                <a:latin typeface="Century Schoolbook"/>
              </a:rPr>
              <a:t>Es importante resaltar que en un determinado intervalo de tiempo, las máquinas secuenciales  realizarán tres acciones que serán indivisibles (consideradas como una unidad), las cuales son: </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18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ES" sz="2800" spc="-1" strike="noStrike">
                <a:solidFill>
                  <a:schemeClr val="dk1"/>
                </a:solidFill>
                <a:latin typeface="Century Schoolbook"/>
              </a:rPr>
              <a:t>Realizan una lectura sobre la cinta de entrada.</a:t>
            </a:r>
            <a:endParaRPr b="0" lang="es-ES" sz="28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ES" sz="2800" spc="-1" strike="noStrike">
                <a:solidFill>
                  <a:schemeClr val="dk1"/>
                </a:solidFill>
                <a:latin typeface="Century Schoolbook"/>
              </a:rPr>
              <a:t>Grabar un símbolo en la cinta de salida</a:t>
            </a:r>
            <a:endParaRPr b="0" lang="es-ES" sz="2800" spc="-1" strike="noStrike">
              <a:solidFill>
                <a:schemeClr val="dk1"/>
              </a:solidFill>
              <a:latin typeface="Century Schoolbook"/>
            </a:endParaRPr>
          </a:p>
          <a:p>
            <a:pPr marL="274320" indent="-274320">
              <a:lnSpc>
                <a:spcPct val="100000"/>
              </a:lnSpc>
              <a:spcBef>
                <a:spcPts val="601"/>
              </a:spcBef>
              <a:buClr>
                <a:srgbClr val="fe8637"/>
              </a:buClr>
              <a:buSzPct val="70000"/>
              <a:buFont typeface="Wingdings" charset="2"/>
              <a:buChar char=""/>
              <a:tabLst>
                <a:tab algn="l" pos="0"/>
              </a:tabLst>
            </a:pPr>
            <a:r>
              <a:rPr b="0" lang="es-ES" sz="2800" spc="-1" strike="noStrike">
                <a:solidFill>
                  <a:schemeClr val="dk1"/>
                </a:solidFill>
                <a:latin typeface="Century Schoolbook"/>
              </a:rPr>
              <a:t>Cambiar de estado</a:t>
            </a:r>
            <a:endParaRPr b="0" lang="es-ES" sz="2800" spc="-1" strike="noStrike">
              <a:solidFill>
                <a:schemeClr val="dk1"/>
              </a:solidFill>
              <a:latin typeface="Century Schoolbook"/>
            </a:endParaRPr>
          </a:p>
          <a:p>
            <a:pPr indent="0">
              <a:lnSpc>
                <a:spcPct val="100000"/>
              </a:lnSpc>
              <a:spcBef>
                <a:spcPts val="601"/>
              </a:spcBef>
              <a:buNone/>
              <a:tabLst>
                <a:tab algn="l" pos="0"/>
              </a:tabLst>
            </a:pPr>
            <a:endParaRPr b="0" lang="es-ES" sz="2800" spc="-1" strike="noStrike">
              <a:solidFill>
                <a:schemeClr val="dk1"/>
              </a:solidFill>
              <a:latin typeface="Century Schoolbook"/>
            </a:endParaRPr>
          </a:p>
          <a:p>
            <a:pPr indent="0">
              <a:lnSpc>
                <a:spcPct val="100000"/>
              </a:lnSpc>
              <a:spcBef>
                <a:spcPts val="601"/>
              </a:spcBef>
              <a:buNone/>
              <a:tabLst>
                <a:tab algn="l" pos="0"/>
              </a:tabLst>
            </a:pPr>
            <a:endParaRPr b="0" lang="es-ES" sz="28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274680"/>
            <a:ext cx="8229240" cy="725040"/>
          </a:xfrm>
          <a:prstGeom prst="rect">
            <a:avLst/>
          </a:prstGeom>
          <a:noFill/>
          <a:ln w="0">
            <a:noFill/>
          </a:ln>
        </p:spPr>
        <p:txBody>
          <a:bodyPr lIns="90000" rIns="90000" tIns="45000" bIns="45000" anchor="b">
            <a:normAutofit/>
          </a:bodyPr>
          <a:p>
            <a:pPr indent="0">
              <a:lnSpc>
                <a:spcPct val="100000"/>
              </a:lnSpc>
              <a:buNone/>
            </a:pPr>
            <a:r>
              <a:rPr b="0" lang="es-ES" sz="800" spc="-1" strike="noStrike" cap="small">
                <a:solidFill>
                  <a:schemeClr val="dk2"/>
                </a:solidFill>
                <a:latin typeface="Century Schoolbook"/>
              </a:rPr>
              <a:t>.</a:t>
            </a:r>
            <a:endParaRPr b="0" lang="es-ES" sz="800" spc="-1" strike="noStrike">
              <a:solidFill>
                <a:schemeClr val="dk1"/>
              </a:solidFill>
              <a:latin typeface="Century Schoolbook"/>
            </a:endParaRPr>
          </a:p>
        </p:txBody>
      </p:sp>
      <p:sp>
        <p:nvSpPr>
          <p:cNvPr id="262" name="PlaceHolder 2"/>
          <p:cNvSpPr>
            <a:spLocks noGrp="1"/>
          </p:cNvSpPr>
          <p:nvPr>
            <p:ph/>
          </p:nvPr>
        </p:nvSpPr>
        <p:spPr>
          <a:xfrm>
            <a:off x="457200" y="1600200"/>
            <a:ext cx="7467120" cy="4873320"/>
          </a:xfrm>
          <a:prstGeom prst="rect">
            <a:avLst/>
          </a:prstGeom>
          <a:noFill/>
          <a:ln w="0">
            <a:noFill/>
          </a:ln>
        </p:spPr>
        <p:txBody>
          <a:bodyPr lIns="90000" rIns="90000" tIns="45000" bIns="45000" anchor="t">
            <a:normAutofit/>
          </a:bodyPr>
          <a:p>
            <a:pPr marL="274320" indent="-274320">
              <a:lnSpc>
                <a:spcPct val="100000"/>
              </a:lnSpc>
              <a:spcBef>
                <a:spcPts val="601"/>
              </a:spcBef>
              <a:buClr>
                <a:srgbClr val="fe8637"/>
              </a:buClr>
              <a:buSzPct val="70000"/>
              <a:buFont typeface="Wingdings" charset="2"/>
              <a:buChar char=""/>
            </a:pPr>
            <a:r>
              <a:rPr b="0" lang="es-ES" sz="2800" spc="-1" strike="noStrike">
                <a:solidFill>
                  <a:schemeClr val="dk1"/>
                </a:solidFill>
                <a:latin typeface="Century Schoolbook"/>
              </a:rPr>
              <a:t>Otro característica importante a destacar sobre este tipo de máquinas, es que </a:t>
            </a:r>
            <a:r>
              <a:rPr b="1" lang="es-ES" sz="2800" spc="-1" strike="noStrike">
                <a:solidFill>
                  <a:schemeClr val="dk1"/>
                </a:solidFill>
                <a:latin typeface="Century Schoolbook"/>
              </a:rPr>
              <a:t>no disponen de un estado inicial previsto</a:t>
            </a:r>
            <a:r>
              <a:rPr b="0" lang="es-ES" sz="2800" spc="-1" strike="noStrike">
                <a:solidFill>
                  <a:schemeClr val="dk1"/>
                </a:solidFill>
                <a:latin typeface="Century Schoolbook"/>
              </a:rPr>
              <a:t>, por lo tanto en el momento de comenzar su funcionamiento podrán hacerlo desde cualquiera de sus estados, produciendo eventualmente salidas diferentes. </a:t>
            </a:r>
            <a:endParaRPr b="0" lang="es-ES" sz="28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457200" y="274680"/>
            <a:ext cx="7467120" cy="1142640"/>
          </a:xfrm>
          <a:prstGeom prst="rect">
            <a:avLst/>
          </a:prstGeom>
          <a:noFill/>
          <a:ln w="0">
            <a:noFill/>
          </a:ln>
        </p:spPr>
        <p:txBody>
          <a:bodyPr lIns="90000" rIns="90000" tIns="45000" bIns="45000" anchor="b">
            <a:normAutofit/>
          </a:bodyPr>
          <a:p>
            <a:pPr indent="0">
              <a:lnSpc>
                <a:spcPct val="100000"/>
              </a:lnSpc>
              <a:buNone/>
            </a:pPr>
            <a:r>
              <a:rPr b="0" lang="es-ES" sz="800" spc="-1" strike="noStrike" cap="small">
                <a:solidFill>
                  <a:schemeClr val="dk2"/>
                </a:solidFill>
                <a:latin typeface="Century Schoolbook"/>
              </a:rPr>
              <a:t>.</a:t>
            </a:r>
            <a:endParaRPr b="0" lang="es-ES" sz="800" spc="-1" strike="noStrike">
              <a:solidFill>
                <a:schemeClr val="dk1"/>
              </a:solidFill>
              <a:latin typeface="Century Schoolbook"/>
            </a:endParaRPr>
          </a:p>
        </p:txBody>
      </p:sp>
      <p:pic>
        <p:nvPicPr>
          <p:cNvPr id="264" name="Picture 2" descr=""/>
          <p:cNvPicPr/>
          <p:nvPr/>
        </p:nvPicPr>
        <p:blipFill>
          <a:blip r:embed="rId1"/>
          <a:srcRect l="15469" t="29352" r="44075" b="28020"/>
          <a:stretch/>
        </p:blipFill>
        <p:spPr>
          <a:xfrm>
            <a:off x="642960" y="1785960"/>
            <a:ext cx="7572240" cy="4142880"/>
          </a:xfrm>
          <a:prstGeom prst="rect">
            <a:avLst/>
          </a:prstGeom>
          <a:ln w="9525">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457200" y="274680"/>
            <a:ext cx="7467120" cy="1142640"/>
          </a:xfrm>
          <a:prstGeom prst="rect">
            <a:avLst/>
          </a:prstGeom>
          <a:noFill/>
          <a:ln w="0">
            <a:noFill/>
          </a:ln>
        </p:spPr>
        <p:txBody>
          <a:bodyPr lIns="90000" rIns="90000" tIns="45000" bIns="45000" anchor="b">
            <a:normAutofit/>
          </a:bodyPr>
          <a:p>
            <a:pPr indent="0">
              <a:lnSpc>
                <a:spcPct val="100000"/>
              </a:lnSpc>
              <a:buNone/>
            </a:pPr>
            <a:r>
              <a:rPr b="0" lang="es-ES" sz="2600" spc="-1" strike="noStrike" cap="small">
                <a:solidFill>
                  <a:schemeClr val="dk2"/>
                </a:solidFill>
                <a:latin typeface="Century Schoolbook"/>
              </a:rPr>
              <a:t>Definición Formal de Máquina Secuencial</a:t>
            </a:r>
            <a:br>
              <a:rPr sz="2600"/>
            </a:br>
            <a:r>
              <a:rPr b="0" lang="es-ES" sz="2600" spc="-1" strike="noStrike" cap="small">
                <a:solidFill>
                  <a:schemeClr val="dk2"/>
                </a:solidFill>
                <a:latin typeface="Century Schoolbook"/>
              </a:rPr>
              <a:t>Se define mediante una quíntupla</a:t>
            </a:r>
            <a:endParaRPr b="0" lang="es-ES" sz="2600" spc="-1" strike="noStrike">
              <a:solidFill>
                <a:schemeClr val="dk1"/>
              </a:solidFill>
              <a:latin typeface="Century Schoolbook"/>
            </a:endParaRPr>
          </a:p>
        </p:txBody>
      </p:sp>
      <p:sp>
        <p:nvSpPr>
          <p:cNvPr id="266" name="PlaceHolder 2"/>
          <p:cNvSpPr>
            <a:spLocks noGrp="1"/>
          </p:cNvSpPr>
          <p:nvPr>
            <p:ph/>
          </p:nvPr>
        </p:nvSpPr>
        <p:spPr>
          <a:xfrm>
            <a:off x="457200" y="1417680"/>
            <a:ext cx="8290800" cy="5055840"/>
          </a:xfrm>
          <a:prstGeom prst="rect">
            <a:avLst/>
          </a:prstGeom>
          <a:noFill/>
          <a:ln w="0">
            <a:noFill/>
          </a:ln>
        </p:spPr>
        <p:txBody>
          <a:bodyPr lIns="90000" rIns="90000" tIns="45000" bIns="45000" anchor="t">
            <a:noAutofit/>
          </a:bodyPr>
          <a:p>
            <a:pPr marL="274320" indent="-274320">
              <a:lnSpc>
                <a:spcPct val="100000"/>
              </a:lnSpc>
              <a:spcBef>
                <a:spcPts val="601"/>
              </a:spcBef>
              <a:buNone/>
              <a:tabLst>
                <a:tab algn="l" pos="0"/>
              </a:tabLst>
            </a:pPr>
            <a:r>
              <a:rPr b="1" lang="es-ES" sz="2000" spc="-1" strike="noStrike">
                <a:solidFill>
                  <a:srgbClr val="0033cc"/>
                </a:solidFill>
                <a:latin typeface="Century Schoolbook"/>
              </a:rPr>
              <a:t>M= </a:t>
            </a:r>
            <a:r>
              <a:rPr b="0" lang="es-ES" sz="2000" spc="-1" strike="noStrike">
                <a:solidFill>
                  <a:schemeClr val="dk1"/>
                </a:solidFill>
                <a:latin typeface="Century Schoolbook"/>
              </a:rPr>
              <a:t>(E,S,Q,f,g)</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1" lang="es-ES" sz="2000" spc="-1" strike="noStrike">
                <a:solidFill>
                  <a:srgbClr val="0033cc"/>
                </a:solidFill>
                <a:latin typeface="Century Schoolbook"/>
              </a:rPr>
              <a:t>E= </a:t>
            </a:r>
            <a:r>
              <a:rPr b="0" lang="es-ES" sz="2000" spc="-1" strike="noStrike">
                <a:solidFill>
                  <a:schemeClr val="dk1"/>
                </a:solidFill>
                <a:latin typeface="Century Schoolbook"/>
              </a:rPr>
              <a:t>Conjunto de símbolos de entrada</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1" lang="es-ES" sz="2000" spc="-1" strike="noStrike">
                <a:solidFill>
                  <a:srgbClr val="0033cc"/>
                </a:solidFill>
                <a:latin typeface="Century Schoolbook"/>
              </a:rPr>
              <a:t>S= </a:t>
            </a:r>
            <a:r>
              <a:rPr b="0" lang="es-ES" sz="2000" spc="-1" strike="noStrike">
                <a:solidFill>
                  <a:schemeClr val="dk1"/>
                </a:solidFill>
                <a:latin typeface="Century Schoolbook"/>
              </a:rPr>
              <a:t>Conjunto de símbolos de salida</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1" lang="es-ES" sz="2000" spc="-1" strike="noStrike">
                <a:solidFill>
                  <a:srgbClr val="0033cc"/>
                </a:solidFill>
                <a:latin typeface="Century Schoolbook"/>
              </a:rPr>
              <a:t>Q= </a:t>
            </a:r>
            <a:r>
              <a:rPr b="0" lang="es-ES" sz="2000" spc="-1" strike="noStrike">
                <a:solidFill>
                  <a:schemeClr val="dk1"/>
                </a:solidFill>
                <a:latin typeface="Century Schoolbook"/>
              </a:rPr>
              <a:t>Conjunto finito de estados</a:t>
            </a:r>
            <a:endParaRPr b="0" lang="es-ES" sz="2000" spc="-1" strike="noStrike">
              <a:solidFill>
                <a:schemeClr val="dk1"/>
              </a:solidFill>
              <a:latin typeface="Century Schoolbook"/>
            </a:endParaRPr>
          </a:p>
          <a:p>
            <a:pPr indent="0">
              <a:lnSpc>
                <a:spcPct val="100000"/>
              </a:lnSpc>
              <a:spcBef>
                <a:spcPts val="601"/>
              </a:spcBef>
              <a:buNone/>
              <a:tabLst>
                <a:tab algn="l" pos="0"/>
              </a:tabLst>
            </a:pPr>
            <a:r>
              <a:rPr b="1" lang="es-ES" sz="2000" spc="-1" strike="noStrike">
                <a:solidFill>
                  <a:srgbClr val="0033cc"/>
                </a:solidFill>
                <a:latin typeface="Century Schoolbook"/>
              </a:rPr>
              <a:t>f= </a:t>
            </a:r>
            <a:r>
              <a:rPr b="0" lang="es-ES" sz="2000" spc="-1" strike="noStrike">
                <a:solidFill>
                  <a:schemeClr val="dk1"/>
                </a:solidFill>
                <a:latin typeface="Century Schoolbook"/>
              </a:rPr>
              <a:t>Función de transición de estados, </a:t>
            </a:r>
            <a:r>
              <a:rPr b="0" lang="es-AR" sz="2000" spc="-1" strike="noStrike">
                <a:solidFill>
                  <a:schemeClr val="dk1"/>
                </a:solidFill>
                <a:latin typeface="Century Schoolbook"/>
              </a:rPr>
              <a:t>define, el proceso de cambio de estado en la máquina</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r>
              <a:rPr b="0" lang="es-ES" sz="2000" spc="-1" strike="noStrike">
                <a:solidFill>
                  <a:schemeClr val="dk1"/>
                </a:solidFill>
                <a:latin typeface="Century Schoolbook"/>
              </a:rPr>
              <a:t>f:Q x E        Q (hace corresponder a un estado y una entrada, solo            </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r>
              <a:rPr b="0" lang="es-ES" sz="2000" spc="-1" strike="noStrike">
                <a:solidFill>
                  <a:schemeClr val="dk1"/>
                </a:solidFill>
                <a:latin typeface="Century Schoolbook"/>
              </a:rPr>
              <a:t>un estado)</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1" lang="es-ES" sz="2000" spc="-1" strike="noStrike">
                <a:solidFill>
                  <a:srgbClr val="0033cc"/>
                </a:solidFill>
                <a:latin typeface="Century Schoolbook"/>
              </a:rPr>
              <a:t>g= </a:t>
            </a:r>
            <a:r>
              <a:rPr b="0" lang="es-ES" sz="2000" spc="-1" strike="noStrike">
                <a:solidFill>
                  <a:schemeClr val="dk1"/>
                </a:solidFill>
                <a:latin typeface="Century Schoolbook"/>
              </a:rPr>
              <a:t>Función de transición de salida (hace corresponder a un estado y una entrada, solo  un símbolo de salida)          </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endParaRPr b="0" lang="es-ES" sz="4000" spc="-1" strike="noStrike">
              <a:solidFill>
                <a:schemeClr val="dk1"/>
              </a:solidFill>
              <a:latin typeface="Century Schoolbook"/>
            </a:endParaRPr>
          </a:p>
        </p:txBody>
      </p:sp>
      <p:cxnSp>
        <p:nvCxnSpPr>
          <p:cNvPr id="267" name="4 Conector recto de flecha"/>
          <p:cNvCxnSpPr/>
          <p:nvPr/>
        </p:nvCxnSpPr>
        <p:spPr>
          <a:xfrm>
            <a:off x="1763640" y="3861000"/>
            <a:ext cx="428760" cy="1800"/>
          </a:xfrm>
          <a:prstGeom prst="straightConnector1">
            <a:avLst/>
          </a:prstGeom>
          <a:ln w="28575">
            <a:solidFill>
              <a:srgbClr val="ff6a09"/>
            </a:solidFill>
            <a:round/>
            <a:tailEnd len="med" type="arrow" w="med"/>
          </a:ln>
        </p:spPr>
      </p:cxn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0" y="274680"/>
            <a:ext cx="8229240" cy="777600"/>
          </a:xfrm>
          <a:prstGeom prst="rect">
            <a:avLst/>
          </a:prstGeom>
          <a:solidFill>
            <a:schemeClr val="accent6">
              <a:lumMod val="20000"/>
              <a:lumOff val="80000"/>
            </a:schemeClr>
          </a:solidFill>
          <a:ln w="0">
            <a:noFill/>
          </a:ln>
        </p:spPr>
        <p:txBody>
          <a:bodyPr lIns="90000" rIns="90000" tIns="45000" bIns="45000" anchor="b">
            <a:normAutofit/>
          </a:bodyPr>
          <a:p>
            <a:pPr indent="0">
              <a:lnSpc>
                <a:spcPct val="100000"/>
              </a:lnSpc>
              <a:buNone/>
            </a:pPr>
            <a:r>
              <a:rPr b="0" lang="es-ES" sz="200" spc="-1" strike="noStrike" cap="small">
                <a:solidFill>
                  <a:schemeClr val="dk2"/>
                </a:solidFill>
                <a:latin typeface="Century Schoolbook"/>
              </a:rPr>
              <a:t>.</a:t>
            </a:r>
            <a:endParaRPr b="0" lang="es-ES" sz="200" spc="-1" strike="noStrike">
              <a:solidFill>
                <a:schemeClr val="dk1"/>
              </a:solidFill>
              <a:latin typeface="Century Schoolbook"/>
            </a:endParaRPr>
          </a:p>
        </p:txBody>
      </p:sp>
      <p:sp>
        <p:nvSpPr>
          <p:cNvPr id="269" name="PlaceHolder 2"/>
          <p:cNvSpPr>
            <a:spLocks noGrp="1"/>
          </p:cNvSpPr>
          <p:nvPr>
            <p:ph/>
          </p:nvPr>
        </p:nvSpPr>
        <p:spPr>
          <a:xfrm>
            <a:off x="457200" y="1600200"/>
            <a:ext cx="7467120" cy="4873320"/>
          </a:xfrm>
          <a:prstGeom prst="rect">
            <a:avLst/>
          </a:prstGeom>
          <a:noFill/>
          <a:ln w="0">
            <a:noFill/>
          </a:ln>
        </p:spPr>
        <p:txBody>
          <a:bodyPr lIns="90000" rIns="90000" tIns="45000" bIns="45000" anchor="t">
            <a:noAutofit/>
          </a:bodyPr>
          <a:p>
            <a:pPr marL="274320" indent="-274320">
              <a:lnSpc>
                <a:spcPct val="100000"/>
              </a:lnSpc>
              <a:spcBef>
                <a:spcPts val="601"/>
              </a:spcBef>
              <a:buNone/>
              <a:tabLst>
                <a:tab algn="l" pos="0"/>
              </a:tabLst>
            </a:pPr>
            <a:r>
              <a:rPr b="0" lang="es-ES" sz="2400" spc="-1" strike="noStrike">
                <a:solidFill>
                  <a:schemeClr val="dk1"/>
                </a:solidFill>
                <a:latin typeface="Century Schoolbook"/>
              </a:rPr>
              <a:t>Es una máquina abstracta capaz de:</a:t>
            </a:r>
            <a:endParaRPr b="0" lang="es-ES" sz="2400" spc="-1" strike="noStrike">
              <a:solidFill>
                <a:schemeClr val="dk1"/>
              </a:solidFill>
              <a:latin typeface="Century Schoolbook"/>
            </a:endParaRPr>
          </a:p>
          <a:p>
            <a:pPr marL="274320" indent="-274320" algn="just">
              <a:lnSpc>
                <a:spcPct val="100000"/>
              </a:lnSpc>
              <a:spcBef>
                <a:spcPts val="601"/>
              </a:spcBef>
              <a:buClr>
                <a:srgbClr val="fe8637"/>
              </a:buClr>
              <a:buSzPct val="70000"/>
              <a:buFont typeface="Wingdings" charset="2"/>
              <a:buChar char=""/>
              <a:tabLst>
                <a:tab algn="l" pos="0"/>
              </a:tabLst>
            </a:pPr>
            <a:r>
              <a:rPr b="0" lang="es-ES" sz="2400" spc="-1" strike="noStrike">
                <a:solidFill>
                  <a:schemeClr val="dk1"/>
                </a:solidFill>
                <a:latin typeface="Century Schoolbook"/>
              </a:rPr>
              <a:t>Adoptar distintos Estados del conjunto Q.</a:t>
            </a:r>
            <a:endParaRPr b="0" lang="es-ES" sz="2400" spc="-1" strike="noStrike">
              <a:solidFill>
                <a:schemeClr val="dk1"/>
              </a:solidFill>
              <a:latin typeface="Century Schoolbook"/>
            </a:endParaRPr>
          </a:p>
          <a:p>
            <a:pPr marL="274320" indent="-274320" algn="just">
              <a:lnSpc>
                <a:spcPct val="100000"/>
              </a:lnSpc>
              <a:spcBef>
                <a:spcPts val="601"/>
              </a:spcBef>
              <a:buClr>
                <a:srgbClr val="fe8637"/>
              </a:buClr>
              <a:buSzPct val="70000"/>
              <a:buFont typeface="Wingdings" charset="2"/>
              <a:buChar char=""/>
              <a:tabLst>
                <a:tab algn="l" pos="0"/>
              </a:tabLst>
            </a:pPr>
            <a:r>
              <a:rPr b="0" lang="es-ES" sz="2400" spc="-1" strike="noStrike">
                <a:solidFill>
                  <a:schemeClr val="dk1"/>
                </a:solidFill>
                <a:latin typeface="Century Schoolbook"/>
              </a:rPr>
              <a:t>Recibir la información del entorno, palabra </a:t>
            </a:r>
            <a:r>
              <a:rPr b="0" lang="az-Cyrl-AZ" sz="2400" spc="-1" strike="noStrike">
                <a:solidFill>
                  <a:schemeClr val="dk1"/>
                </a:solidFill>
                <a:latin typeface="Century Schoolbook"/>
              </a:rPr>
              <a:t>Є</a:t>
            </a:r>
            <a:r>
              <a:rPr b="0" lang="es-ES" sz="2400" spc="-1" strike="noStrike">
                <a:solidFill>
                  <a:schemeClr val="dk1"/>
                </a:solidFill>
                <a:latin typeface="Century Schoolbook"/>
              </a:rPr>
              <a:t> E.</a:t>
            </a:r>
            <a:endParaRPr b="0" lang="es-ES" sz="2400" spc="-1" strike="noStrike">
              <a:solidFill>
                <a:schemeClr val="dk1"/>
              </a:solidFill>
              <a:latin typeface="Century Schoolbook"/>
            </a:endParaRPr>
          </a:p>
          <a:p>
            <a:pPr marL="274320" indent="-274320" algn="just">
              <a:lnSpc>
                <a:spcPct val="100000"/>
              </a:lnSpc>
              <a:spcBef>
                <a:spcPts val="601"/>
              </a:spcBef>
              <a:buClr>
                <a:srgbClr val="fe8637"/>
              </a:buClr>
              <a:buSzPct val="70000"/>
              <a:buFont typeface="Wingdings" charset="2"/>
              <a:buChar char=""/>
              <a:tabLst>
                <a:tab algn="l" pos="0"/>
              </a:tabLst>
            </a:pPr>
            <a:r>
              <a:rPr b="0" lang="es-ES" sz="2400" spc="-1" strike="noStrike">
                <a:solidFill>
                  <a:schemeClr val="dk1"/>
                </a:solidFill>
                <a:latin typeface="Century Schoolbook"/>
              </a:rPr>
              <a:t>Actuar sobre el entorno (generando una salida), palabra que </a:t>
            </a:r>
            <a:r>
              <a:rPr b="0" lang="az-Cyrl-AZ" sz="2400" spc="-1" strike="noStrike">
                <a:solidFill>
                  <a:schemeClr val="dk1"/>
                </a:solidFill>
                <a:latin typeface="Century Schoolbook"/>
              </a:rPr>
              <a:t>Є</a:t>
            </a:r>
            <a:r>
              <a:rPr b="0" lang="es-ES" sz="2400" spc="-1" strike="noStrike">
                <a:solidFill>
                  <a:schemeClr val="dk1"/>
                </a:solidFill>
                <a:latin typeface="Century Schoolbook"/>
              </a:rPr>
              <a:t> S.</a:t>
            </a:r>
            <a:endParaRPr b="0" lang="es-ES" sz="2400" spc="-1" strike="noStrike">
              <a:solidFill>
                <a:schemeClr val="dk1"/>
              </a:solidFill>
              <a:latin typeface="Century Schoolbook"/>
            </a:endParaRPr>
          </a:p>
          <a:p>
            <a:pPr marL="274320" indent="-274320" algn="just">
              <a:lnSpc>
                <a:spcPct val="100000"/>
              </a:lnSpc>
              <a:spcBef>
                <a:spcPts val="601"/>
              </a:spcBef>
              <a:buClr>
                <a:srgbClr val="fe8637"/>
              </a:buClr>
              <a:buSzPct val="70000"/>
              <a:buFont typeface="Wingdings" charset="2"/>
              <a:buChar char=""/>
              <a:tabLst>
                <a:tab algn="l" pos="0"/>
              </a:tabLst>
            </a:pPr>
            <a:r>
              <a:rPr b="0" lang="es-ES" sz="2400" spc="-1" strike="noStrike">
                <a:solidFill>
                  <a:schemeClr val="dk1"/>
                </a:solidFill>
                <a:latin typeface="Century Schoolbook"/>
              </a:rPr>
              <a:t>El tiempo esta cuantificado en un instante </a:t>
            </a:r>
            <a:r>
              <a:rPr b="1" lang="es-ES" sz="2400" spc="-1" strike="noStrike">
                <a:solidFill>
                  <a:schemeClr val="dk1"/>
                </a:solidFill>
                <a:latin typeface="Century Schoolbook"/>
              </a:rPr>
              <a:t>t.</a:t>
            </a: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5 Conector"/>
          <p:cNvSpPr/>
          <p:nvPr/>
        </p:nvSpPr>
        <p:spPr>
          <a:xfrm>
            <a:off x="4786200" y="2931840"/>
            <a:ext cx="856800" cy="856800"/>
          </a:xfrm>
          <a:prstGeom prst="flowChartConnector">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ES" sz="1800" spc="-1" strike="noStrike">
              <a:solidFill>
                <a:schemeClr val="lt1"/>
              </a:solidFill>
              <a:latin typeface="Century Schoolbook"/>
            </a:endParaRPr>
          </a:p>
        </p:txBody>
      </p:sp>
      <p:sp>
        <p:nvSpPr>
          <p:cNvPr id="271" name="PlaceHolder 1"/>
          <p:cNvSpPr>
            <a:spLocks noGrp="1"/>
          </p:cNvSpPr>
          <p:nvPr>
            <p:ph type="title"/>
          </p:nvPr>
        </p:nvSpPr>
        <p:spPr>
          <a:xfrm>
            <a:off x="428760" y="249480"/>
            <a:ext cx="8229240" cy="2153520"/>
          </a:xfrm>
          <a:prstGeom prst="rect">
            <a:avLst/>
          </a:prstGeom>
          <a:solidFill>
            <a:schemeClr val="accent6">
              <a:lumMod val="20000"/>
              <a:lumOff val="80000"/>
            </a:schemeClr>
          </a:solidFill>
          <a:ln w="0">
            <a:noFill/>
          </a:ln>
        </p:spPr>
        <p:txBody>
          <a:bodyPr lIns="90000" rIns="90000" tIns="45000" bIns="45000" anchor="b">
            <a:normAutofit fontScale="30676" lnSpcReduction="10000"/>
          </a:bodyPr>
          <a:p>
            <a:pPr indent="0">
              <a:lnSpc>
                <a:spcPct val="100000"/>
              </a:lnSpc>
              <a:buNone/>
            </a:pPr>
            <a:br>
              <a:rPr sz="2800"/>
            </a:br>
            <a:br>
              <a:rPr sz="2800"/>
            </a:br>
            <a:br>
              <a:rPr sz="2800"/>
            </a:br>
            <a:br>
              <a:rPr sz="2800"/>
            </a:br>
            <a:br>
              <a:rPr sz="2800"/>
            </a:br>
            <a:br>
              <a:rPr sz="2800"/>
            </a:br>
            <a:br>
              <a:rPr sz="2800"/>
            </a:br>
            <a:br>
              <a:rPr sz="2800"/>
            </a:br>
            <a:br>
              <a:rPr sz="2800"/>
            </a:br>
            <a:br>
              <a:rPr sz="2800"/>
            </a:br>
            <a:br>
              <a:rPr sz="2800"/>
            </a:br>
            <a:r>
              <a:rPr b="0" lang="es-ES" sz="2800" spc="-1" strike="noStrike" cap="small">
                <a:solidFill>
                  <a:schemeClr val="dk2"/>
                </a:solidFill>
                <a:latin typeface="Century Schoolbook"/>
              </a:rPr>
              <a:t>REGLA A TENER EN CUENTA: </a:t>
            </a:r>
            <a:br>
              <a:rPr sz="2800"/>
            </a:br>
            <a:r>
              <a:rPr b="0" lang="es-ES" sz="2800" spc="-1" strike="noStrike" cap="small">
                <a:solidFill>
                  <a:schemeClr val="dk2"/>
                </a:solidFill>
                <a:latin typeface="Century Schoolbook"/>
              </a:rPr>
              <a:t> </a:t>
            </a:r>
            <a:r>
              <a:rPr b="0" lang="es-ES" sz="2200" spc="-1" strike="noStrike" cap="small">
                <a:solidFill>
                  <a:schemeClr val="dk2"/>
                </a:solidFill>
                <a:latin typeface="Century Schoolbook"/>
              </a:rPr>
              <a:t>Al realizar un DIAGRAMA DE TRANSICIÓN DE ESTADO de un </a:t>
            </a:r>
            <a:r>
              <a:rPr b="1" lang="es-ES" sz="2200" spc="-1" strike="noStrike" cap="small">
                <a:solidFill>
                  <a:srgbClr val="00b050"/>
                </a:solidFill>
                <a:latin typeface="Century Schoolbook"/>
              </a:rPr>
              <a:t>Autómatas Finitos Deterministas </a:t>
            </a:r>
            <a:r>
              <a:rPr b="0" lang="es-ES" sz="2200" spc="-1" strike="noStrike" cap="small">
                <a:solidFill>
                  <a:schemeClr val="dk1"/>
                </a:solidFill>
                <a:latin typeface="Century Schoolbook"/>
              </a:rPr>
              <a:t>no puede darse que existan transiciones que partan del mismo Estado que sean iguales. </a:t>
            </a:r>
            <a:br>
              <a:rPr sz="2200"/>
            </a:br>
            <a:br>
              <a:rPr sz="2200"/>
            </a:br>
            <a:r>
              <a:rPr b="0" lang="es-ES" sz="1800" spc="-1" strike="noStrike" cap="small">
                <a:solidFill>
                  <a:schemeClr val="dk1"/>
                </a:solidFill>
                <a:latin typeface="Century Schoolbook"/>
              </a:rPr>
              <a:t>(Es decir que para el mismo símbolo de entrada no puede tener 2 salidas)</a:t>
            </a:r>
            <a:br>
              <a:rPr sz="1800"/>
            </a:br>
            <a:endParaRPr b="0" lang="es-ES" sz="1800" spc="-1" strike="noStrike">
              <a:solidFill>
                <a:schemeClr val="dk1"/>
              </a:solidFill>
              <a:latin typeface="Century Schoolbook"/>
            </a:endParaRPr>
          </a:p>
        </p:txBody>
      </p:sp>
      <p:sp>
        <p:nvSpPr>
          <p:cNvPr id="272" name="PlaceHolder 2"/>
          <p:cNvSpPr>
            <a:spLocks noGrp="1"/>
          </p:cNvSpPr>
          <p:nvPr>
            <p:ph/>
          </p:nvPr>
        </p:nvSpPr>
        <p:spPr>
          <a:xfrm>
            <a:off x="448200" y="2382840"/>
            <a:ext cx="8229240" cy="4142160"/>
          </a:xfrm>
          <a:prstGeom prst="rect">
            <a:avLst/>
          </a:prstGeom>
          <a:noFill/>
          <a:ln w="0">
            <a:noFill/>
          </a:ln>
        </p:spPr>
        <p:txBody>
          <a:bodyPr lIns="90000" rIns="90000" tIns="45000" bIns="45000" anchor="t">
            <a:normAutofit/>
          </a:bodyPr>
          <a:p>
            <a:pPr marL="274320" indent="-274320">
              <a:lnSpc>
                <a:spcPct val="100000"/>
              </a:lnSpc>
              <a:spcBef>
                <a:spcPts val="601"/>
              </a:spcBef>
              <a:buNone/>
              <a:tabLst>
                <a:tab algn="l" pos="0"/>
              </a:tabLst>
            </a:pP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r>
              <a:rPr b="0" lang="es-ES" sz="2000" spc="-1" strike="noStrike">
                <a:solidFill>
                  <a:schemeClr val="dk1"/>
                </a:solidFill>
                <a:latin typeface="Century Schoolbook"/>
              </a:rPr>
              <a:t>A/1                                 </a:t>
            </a:r>
            <a:r>
              <a:rPr b="0" lang="es-ES" sz="2000" spc="-1" strike="noStrike">
                <a:solidFill>
                  <a:schemeClr val="lt1"/>
                </a:solidFill>
                <a:latin typeface="Century Schoolbook"/>
              </a:rPr>
              <a:t>   </a:t>
            </a:r>
            <a:r>
              <a:rPr b="0" lang="es-ES" sz="2400" spc="-1" strike="noStrike">
                <a:solidFill>
                  <a:schemeClr val="lt1"/>
                </a:solidFill>
                <a:latin typeface="Century Schoolbook"/>
              </a:rPr>
              <a:t>qx         </a:t>
            </a:r>
            <a:r>
              <a:rPr b="0" lang="es-ES" sz="2400" spc="-1" strike="noStrike">
                <a:solidFill>
                  <a:schemeClr val="dk1"/>
                </a:solidFill>
                <a:latin typeface="Century Schoolbook"/>
              </a:rPr>
              <a:t>A/1                   SI    SI</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r>
              <a:rPr b="0" lang="es-ES" sz="2800" spc="-1" strike="noStrike">
                <a:solidFill>
                  <a:schemeClr val="dk1"/>
                </a:solidFill>
                <a:latin typeface="Century Schoolbook"/>
              </a:rPr>
              <a:t>             </a:t>
            </a:r>
            <a:r>
              <a:rPr b="0" lang="es-ES" sz="2000" spc="-1" strike="noStrike">
                <a:solidFill>
                  <a:schemeClr val="dk1"/>
                </a:solidFill>
                <a:latin typeface="Century Schoolbook"/>
              </a:rPr>
              <a:t>A/2</a:t>
            </a:r>
            <a:r>
              <a:rPr b="0" lang="es-ES" sz="2800" spc="-1" strike="noStrike">
                <a:solidFill>
                  <a:schemeClr val="dk1"/>
                </a:solidFill>
                <a:latin typeface="Century Schoolbook"/>
              </a:rPr>
              <a:t>       NO!!! </a:t>
            </a:r>
            <a:endParaRPr b="0" lang="es-ES" sz="28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r>
              <a:rPr b="0" lang="es-ES" sz="2000" spc="-1" strike="noStrike">
                <a:solidFill>
                  <a:schemeClr val="dk1"/>
                </a:solidFill>
                <a:latin typeface="Century Schoolbook"/>
              </a:rPr>
              <a:t>A/1                                                              A/1                          </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endParaRPr b="0" lang="es-ES" sz="2000" spc="-1" strike="noStrike">
              <a:solidFill>
                <a:schemeClr val="dk1"/>
              </a:solidFill>
              <a:latin typeface="Century Schoolbook"/>
            </a:endParaRPr>
          </a:p>
          <a:p>
            <a:pPr marL="274320" indent="-274320">
              <a:lnSpc>
                <a:spcPct val="100000"/>
              </a:lnSpc>
              <a:spcBef>
                <a:spcPts val="601"/>
              </a:spcBef>
              <a:buNone/>
              <a:tabLst>
                <a:tab algn="l" pos="0"/>
              </a:tabLst>
            </a:pPr>
            <a:r>
              <a:rPr b="0" lang="es-ES" sz="2000" spc="-1" strike="noStrike">
                <a:solidFill>
                  <a:schemeClr val="dk1"/>
                </a:solidFill>
                <a:latin typeface="Century Schoolbook"/>
              </a:rPr>
              <a:t>                       </a:t>
            </a:r>
            <a:r>
              <a:rPr b="0" lang="es-ES" sz="2000" spc="-1" strike="noStrike">
                <a:solidFill>
                  <a:schemeClr val="dk1"/>
                </a:solidFill>
                <a:latin typeface="Century Schoolbook"/>
              </a:rPr>
              <a:t>A/1       </a:t>
            </a:r>
            <a:r>
              <a:rPr b="0" lang="es-ES" sz="2400" spc="-1" strike="noStrike">
                <a:solidFill>
                  <a:schemeClr val="dk1"/>
                </a:solidFill>
                <a:latin typeface="Century Schoolbook"/>
              </a:rPr>
              <a:t> NO!!! </a:t>
            </a:r>
            <a:r>
              <a:rPr b="0" lang="es-ES" sz="2000" spc="-1" strike="noStrike">
                <a:solidFill>
                  <a:schemeClr val="dk1"/>
                </a:solidFill>
                <a:latin typeface="Century Schoolbook"/>
              </a:rPr>
              <a:t>                            B/1                          </a:t>
            </a:r>
            <a:r>
              <a:rPr b="1" lang="es-ES" sz="2000" spc="-1" strike="noStrike">
                <a:solidFill>
                  <a:schemeClr val="dk1"/>
                </a:solidFill>
                <a:latin typeface="Century Schoolbook"/>
              </a:rPr>
              <a:t>SI</a:t>
            </a:r>
            <a:endParaRPr b="0" lang="es-ES" sz="2000" spc="-1" strike="noStrike">
              <a:solidFill>
                <a:schemeClr val="dk1"/>
              </a:solidFill>
              <a:latin typeface="Century Schoolbook"/>
            </a:endParaRPr>
          </a:p>
        </p:txBody>
      </p:sp>
      <p:sp>
        <p:nvSpPr>
          <p:cNvPr id="273" name="3 Conector"/>
          <p:cNvSpPr/>
          <p:nvPr/>
        </p:nvSpPr>
        <p:spPr>
          <a:xfrm>
            <a:off x="785880" y="3291840"/>
            <a:ext cx="856800" cy="856800"/>
          </a:xfrm>
          <a:prstGeom prst="flowChartConnector">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400" spc="-1" strike="noStrike">
                <a:solidFill>
                  <a:schemeClr val="lt1"/>
                </a:solidFill>
                <a:latin typeface="Century Schoolbook"/>
              </a:rPr>
              <a:t>qx</a:t>
            </a:r>
            <a:endParaRPr b="0" lang="es-ES" sz="2400" spc="-1" strike="noStrike">
              <a:solidFill>
                <a:srgbClr val="000000"/>
              </a:solidFill>
              <a:latin typeface="Arial"/>
            </a:endParaRPr>
          </a:p>
        </p:txBody>
      </p:sp>
      <p:sp>
        <p:nvSpPr>
          <p:cNvPr id="274" name="4 Conector"/>
          <p:cNvSpPr/>
          <p:nvPr/>
        </p:nvSpPr>
        <p:spPr>
          <a:xfrm>
            <a:off x="966600" y="5092200"/>
            <a:ext cx="856800" cy="856800"/>
          </a:xfrm>
          <a:prstGeom prst="flowChartConnector">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400" spc="-1" strike="noStrike">
                <a:solidFill>
                  <a:schemeClr val="lt1"/>
                </a:solidFill>
                <a:latin typeface="Century Schoolbook"/>
              </a:rPr>
              <a:t>qx                                                     </a:t>
            </a:r>
            <a:endParaRPr b="0" lang="es-ES" sz="2400" spc="-1" strike="noStrike">
              <a:solidFill>
                <a:srgbClr val="000000"/>
              </a:solidFill>
              <a:latin typeface="Arial"/>
            </a:endParaRPr>
          </a:p>
        </p:txBody>
      </p:sp>
      <p:sp>
        <p:nvSpPr>
          <p:cNvPr id="275" name="6 Conector"/>
          <p:cNvSpPr/>
          <p:nvPr/>
        </p:nvSpPr>
        <p:spPr>
          <a:xfrm>
            <a:off x="4786200" y="4929120"/>
            <a:ext cx="856800" cy="856800"/>
          </a:xfrm>
          <a:prstGeom prst="flowChartConnector">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400" spc="-1" strike="noStrike">
                <a:solidFill>
                  <a:schemeClr val="lt1"/>
                </a:solidFill>
                <a:latin typeface="Century Schoolbook"/>
              </a:rPr>
              <a:t>qx</a:t>
            </a:r>
            <a:endParaRPr b="0" lang="es-ES" sz="2400" spc="-1" strike="noStrike">
              <a:solidFill>
                <a:srgbClr val="000000"/>
              </a:solidFill>
              <a:latin typeface="Arial"/>
            </a:endParaRPr>
          </a:p>
        </p:txBody>
      </p:sp>
      <p:cxnSp>
        <p:nvCxnSpPr>
          <p:cNvPr id="276" name="8 Conector recto de flecha"/>
          <p:cNvCxnSpPr>
            <a:stCxn id="273" idx="1"/>
          </p:cNvCxnSpPr>
          <p:nvPr/>
        </p:nvCxnSpPr>
        <p:spPr>
          <a:xfrm flipV="1">
            <a:off x="1643040" y="3434400"/>
            <a:ext cx="1071720" cy="286200"/>
          </a:xfrm>
          <a:prstGeom prst="straightConnector1">
            <a:avLst/>
          </a:prstGeom>
          <a:ln w="38100">
            <a:solidFill>
              <a:srgbClr val="ff6a09"/>
            </a:solidFill>
            <a:round/>
            <a:tailEnd len="med" type="arrow" w="med"/>
          </a:ln>
        </p:spPr>
      </p:cxnSp>
      <p:cxnSp>
        <p:nvCxnSpPr>
          <p:cNvPr id="277" name="10 Conector recto de flecha"/>
          <p:cNvCxnSpPr>
            <a:stCxn id="273" idx="1"/>
          </p:cNvCxnSpPr>
          <p:nvPr/>
        </p:nvCxnSpPr>
        <p:spPr>
          <a:xfrm>
            <a:off x="1643040" y="3720240"/>
            <a:ext cx="928800" cy="643320"/>
          </a:xfrm>
          <a:prstGeom prst="straightConnector1">
            <a:avLst/>
          </a:prstGeom>
          <a:ln w="38100">
            <a:solidFill>
              <a:srgbClr val="ff6a09"/>
            </a:solidFill>
            <a:round/>
            <a:tailEnd len="med" type="arrow" w="med"/>
          </a:ln>
        </p:spPr>
      </p:cxnSp>
      <p:sp>
        <p:nvSpPr>
          <p:cNvPr id="278" name="12 Conector"/>
          <p:cNvSpPr/>
          <p:nvPr/>
        </p:nvSpPr>
        <p:spPr>
          <a:xfrm>
            <a:off x="7072200" y="2859840"/>
            <a:ext cx="856800" cy="856800"/>
          </a:xfrm>
          <a:prstGeom prst="flowChartConnector">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400" spc="-1" strike="noStrike">
                <a:solidFill>
                  <a:schemeClr val="lt1"/>
                </a:solidFill>
                <a:latin typeface="Century Schoolbook"/>
              </a:rPr>
              <a:t>qz</a:t>
            </a:r>
            <a:endParaRPr b="0" lang="es-ES" sz="2400" spc="-1" strike="noStrike">
              <a:solidFill>
                <a:srgbClr val="000000"/>
              </a:solidFill>
              <a:latin typeface="Arial"/>
            </a:endParaRPr>
          </a:p>
        </p:txBody>
      </p:sp>
      <p:sp>
        <p:nvSpPr>
          <p:cNvPr id="279" name="13 Conector"/>
          <p:cNvSpPr/>
          <p:nvPr/>
        </p:nvSpPr>
        <p:spPr>
          <a:xfrm>
            <a:off x="7072200" y="4929120"/>
            <a:ext cx="856800" cy="856800"/>
          </a:xfrm>
          <a:prstGeom prst="flowChartConnector">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400" spc="-1" strike="noStrike">
                <a:solidFill>
                  <a:schemeClr val="lt1"/>
                </a:solidFill>
                <a:latin typeface="Century Schoolbook"/>
              </a:rPr>
              <a:t>qz</a:t>
            </a:r>
            <a:endParaRPr b="0" lang="es-ES" sz="2400" spc="-1" strike="noStrike">
              <a:solidFill>
                <a:srgbClr val="000000"/>
              </a:solidFill>
              <a:latin typeface="Arial"/>
            </a:endParaRPr>
          </a:p>
        </p:txBody>
      </p:sp>
      <p:cxnSp>
        <p:nvCxnSpPr>
          <p:cNvPr id="280" name="15 Conector recto de flecha"/>
          <p:cNvCxnSpPr/>
          <p:nvPr/>
        </p:nvCxnSpPr>
        <p:spPr>
          <a:xfrm>
            <a:off x="5643360" y="3499200"/>
            <a:ext cx="1429200" cy="2160"/>
          </a:xfrm>
          <a:prstGeom prst="straightConnector1">
            <a:avLst/>
          </a:prstGeom>
          <a:ln w="38100">
            <a:solidFill>
              <a:srgbClr val="ff6a09"/>
            </a:solidFill>
            <a:round/>
            <a:tailEnd len="med" type="arrow" w="med"/>
          </a:ln>
        </p:spPr>
      </p:cxnSp>
      <p:cxnSp>
        <p:nvCxnSpPr>
          <p:cNvPr id="281" name="16 Conector recto de flecha"/>
          <p:cNvCxnSpPr/>
          <p:nvPr/>
        </p:nvCxnSpPr>
        <p:spPr>
          <a:xfrm>
            <a:off x="5643360" y="5731560"/>
            <a:ext cx="1429200" cy="1800"/>
          </a:xfrm>
          <a:prstGeom prst="straightConnector1">
            <a:avLst/>
          </a:prstGeom>
          <a:ln w="38100">
            <a:solidFill>
              <a:srgbClr val="ff6a09"/>
            </a:solidFill>
            <a:round/>
            <a:tailEnd len="med" type="arrow" w="med"/>
          </a:ln>
        </p:spPr>
      </p:cxnSp>
      <p:cxnSp>
        <p:nvCxnSpPr>
          <p:cNvPr id="282" name="18 Conector recto de flecha"/>
          <p:cNvCxnSpPr/>
          <p:nvPr/>
        </p:nvCxnSpPr>
        <p:spPr>
          <a:xfrm>
            <a:off x="1714320" y="5587560"/>
            <a:ext cx="1214640" cy="1800"/>
          </a:xfrm>
          <a:prstGeom prst="straightConnector1">
            <a:avLst/>
          </a:prstGeom>
          <a:ln w="38100">
            <a:solidFill>
              <a:srgbClr val="ff6a09"/>
            </a:solidFill>
            <a:round/>
            <a:tailEnd len="med" type="arrow" w="med"/>
          </a:ln>
        </p:spPr>
      </p:cxnSp>
      <p:sp>
        <p:nvSpPr>
          <p:cNvPr id="283" name="21 Forma libre"/>
          <p:cNvSpPr/>
          <p:nvPr/>
        </p:nvSpPr>
        <p:spPr>
          <a:xfrm>
            <a:off x="966600" y="4729680"/>
            <a:ext cx="1005480" cy="571320"/>
          </a:xfrm>
          <a:custGeom>
            <a:avLst/>
            <a:gdLst>
              <a:gd name="textAreaLeft" fmla="*/ 0 w 1005480"/>
              <a:gd name="textAreaRight" fmla="*/ 1005840 w 1005480"/>
              <a:gd name="textAreaTop" fmla="*/ 0 h 571320"/>
              <a:gd name="textAreaBottom" fmla="*/ 571680 h 571320"/>
            </a:gdLst>
            <a:ahLst/>
            <a:rect l="textAreaLeft" t="textAreaTop" r="textAreaRight" b="textAreaBottom"/>
            <a:pathLst>
              <a:path w="1005840" h="721005">
                <a:moveTo>
                  <a:pt x="679269" y="702480"/>
                </a:moveTo>
                <a:cubicBezTo>
                  <a:pt x="753375" y="721005"/>
                  <a:pt x="707972" y="719590"/>
                  <a:pt x="770709" y="702480"/>
                </a:cubicBezTo>
                <a:cubicBezTo>
                  <a:pt x="805350" y="693033"/>
                  <a:pt x="875212" y="676354"/>
                  <a:pt x="875212" y="676354"/>
                </a:cubicBezTo>
                <a:cubicBezTo>
                  <a:pt x="888275" y="667645"/>
                  <a:pt x="904062" y="662043"/>
                  <a:pt x="914400" y="650228"/>
                </a:cubicBezTo>
                <a:cubicBezTo>
                  <a:pt x="935077" y="626598"/>
                  <a:pt x="966652" y="571851"/>
                  <a:pt x="966652" y="571851"/>
                </a:cubicBezTo>
                <a:cubicBezTo>
                  <a:pt x="971006" y="550080"/>
                  <a:pt x="974723" y="528171"/>
                  <a:pt x="979715" y="506537"/>
                </a:cubicBezTo>
                <a:cubicBezTo>
                  <a:pt x="987789" y="471550"/>
                  <a:pt x="1005840" y="402034"/>
                  <a:pt x="1005840" y="402034"/>
                </a:cubicBezTo>
                <a:cubicBezTo>
                  <a:pt x="1002764" y="389730"/>
                  <a:pt x="988235" y="325930"/>
                  <a:pt x="979715" y="310594"/>
                </a:cubicBezTo>
                <a:cubicBezTo>
                  <a:pt x="964466" y="283146"/>
                  <a:pt x="944880" y="258343"/>
                  <a:pt x="927463" y="232217"/>
                </a:cubicBezTo>
                <a:cubicBezTo>
                  <a:pt x="918754" y="219154"/>
                  <a:pt x="914401" y="201737"/>
                  <a:pt x="901338" y="193028"/>
                </a:cubicBezTo>
                <a:cubicBezTo>
                  <a:pt x="888275" y="184319"/>
                  <a:pt x="874210" y="176953"/>
                  <a:pt x="862149" y="166902"/>
                </a:cubicBezTo>
                <a:cubicBezTo>
                  <a:pt x="847957" y="155076"/>
                  <a:pt x="839109" y="136686"/>
                  <a:pt x="822960" y="127714"/>
                </a:cubicBezTo>
                <a:cubicBezTo>
                  <a:pt x="798887" y="114340"/>
                  <a:pt x="744583" y="101588"/>
                  <a:pt x="744583" y="101588"/>
                </a:cubicBezTo>
                <a:cubicBezTo>
                  <a:pt x="676099" y="33104"/>
                  <a:pt x="736223" y="77553"/>
                  <a:pt x="613955" y="49337"/>
                </a:cubicBezTo>
                <a:cubicBezTo>
                  <a:pt x="587121" y="43145"/>
                  <a:pt x="562742" y="27738"/>
                  <a:pt x="535578" y="23211"/>
                </a:cubicBezTo>
                <a:lnTo>
                  <a:pt x="457200" y="10148"/>
                </a:lnTo>
                <a:cubicBezTo>
                  <a:pt x="373760" y="14784"/>
                  <a:pt x="267518" y="0"/>
                  <a:pt x="182880" y="36274"/>
                </a:cubicBezTo>
                <a:cubicBezTo>
                  <a:pt x="164982" y="43945"/>
                  <a:pt x="147536" y="52739"/>
                  <a:pt x="130629" y="62400"/>
                </a:cubicBezTo>
                <a:cubicBezTo>
                  <a:pt x="116998" y="70189"/>
                  <a:pt x="104503" y="79817"/>
                  <a:pt x="91440" y="88525"/>
                </a:cubicBezTo>
                <a:cubicBezTo>
                  <a:pt x="82732" y="101588"/>
                  <a:pt x="72336" y="113672"/>
                  <a:pt x="65315" y="127714"/>
                </a:cubicBezTo>
                <a:cubicBezTo>
                  <a:pt x="59157" y="140030"/>
                  <a:pt x="58939" y="154865"/>
                  <a:pt x="52252" y="166902"/>
                </a:cubicBezTo>
                <a:cubicBezTo>
                  <a:pt x="37003" y="194350"/>
                  <a:pt x="0" y="245280"/>
                  <a:pt x="0" y="245280"/>
                </a:cubicBezTo>
                <a:cubicBezTo>
                  <a:pt x="4354" y="306240"/>
                  <a:pt x="5922" y="367463"/>
                  <a:pt x="13063" y="428160"/>
                </a:cubicBezTo>
                <a:cubicBezTo>
                  <a:pt x="14672" y="441835"/>
                  <a:pt x="14921" y="459345"/>
                  <a:pt x="26126" y="467348"/>
                </a:cubicBezTo>
                <a:cubicBezTo>
                  <a:pt x="48535" y="483355"/>
                  <a:pt x="104503" y="493474"/>
                  <a:pt x="104503" y="493474"/>
                </a:cubicBezTo>
                <a:lnTo>
                  <a:pt x="143692" y="532662"/>
                </a:lnTo>
              </a:path>
            </a:pathLst>
          </a:custGeom>
          <a:noFill/>
          <a:ln w="38100">
            <a:solidFill>
              <a:srgbClr val="ff6a09"/>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ES" sz="1800" spc="-1" strike="noStrike">
              <a:solidFill>
                <a:schemeClr val="dk1"/>
              </a:solidFill>
              <a:latin typeface="Century Schoolbook"/>
            </a:endParaRPr>
          </a:p>
        </p:txBody>
      </p:sp>
      <p:cxnSp>
        <p:nvCxnSpPr>
          <p:cNvPr id="284" name="25 Conector recto de flecha"/>
          <p:cNvCxnSpPr/>
          <p:nvPr/>
        </p:nvCxnSpPr>
        <p:spPr>
          <a:xfrm>
            <a:off x="1000080" y="5091840"/>
            <a:ext cx="91800" cy="65520"/>
          </a:xfrm>
          <a:prstGeom prst="straightConnector1">
            <a:avLst/>
          </a:prstGeom>
          <a:ln w="57150">
            <a:solidFill>
              <a:srgbClr val="ff6a09"/>
            </a:solidFill>
            <a:round/>
            <a:tailEnd len="med" type="triangle" w="med"/>
          </a:ln>
        </p:spPr>
      </p:cxnSp>
      <p:sp>
        <p:nvSpPr>
          <p:cNvPr id="285" name="30 Forma libre"/>
          <p:cNvSpPr/>
          <p:nvPr/>
        </p:nvSpPr>
        <p:spPr>
          <a:xfrm>
            <a:off x="4857840" y="4422600"/>
            <a:ext cx="1005480" cy="720720"/>
          </a:xfrm>
          <a:custGeom>
            <a:avLst/>
            <a:gdLst>
              <a:gd name="textAreaLeft" fmla="*/ 0 w 1005480"/>
              <a:gd name="textAreaRight" fmla="*/ 1005840 w 1005480"/>
              <a:gd name="textAreaTop" fmla="*/ 0 h 720720"/>
              <a:gd name="textAreaBottom" fmla="*/ 721080 h 720720"/>
            </a:gdLst>
            <a:ahLst/>
            <a:rect l="textAreaLeft" t="textAreaTop" r="textAreaRight" b="textAreaBottom"/>
            <a:pathLst>
              <a:path w="1005840" h="721005">
                <a:moveTo>
                  <a:pt x="679269" y="702480"/>
                </a:moveTo>
                <a:cubicBezTo>
                  <a:pt x="753375" y="721005"/>
                  <a:pt x="707972" y="719590"/>
                  <a:pt x="770709" y="702480"/>
                </a:cubicBezTo>
                <a:cubicBezTo>
                  <a:pt x="805350" y="693033"/>
                  <a:pt x="875212" y="676354"/>
                  <a:pt x="875212" y="676354"/>
                </a:cubicBezTo>
                <a:cubicBezTo>
                  <a:pt x="888275" y="667645"/>
                  <a:pt x="904062" y="662043"/>
                  <a:pt x="914400" y="650228"/>
                </a:cubicBezTo>
                <a:cubicBezTo>
                  <a:pt x="935077" y="626598"/>
                  <a:pt x="966652" y="571851"/>
                  <a:pt x="966652" y="571851"/>
                </a:cubicBezTo>
                <a:cubicBezTo>
                  <a:pt x="971006" y="550080"/>
                  <a:pt x="974723" y="528171"/>
                  <a:pt x="979715" y="506537"/>
                </a:cubicBezTo>
                <a:cubicBezTo>
                  <a:pt x="987789" y="471550"/>
                  <a:pt x="1005840" y="402034"/>
                  <a:pt x="1005840" y="402034"/>
                </a:cubicBezTo>
                <a:cubicBezTo>
                  <a:pt x="1002764" y="389730"/>
                  <a:pt x="988235" y="325930"/>
                  <a:pt x="979715" y="310594"/>
                </a:cubicBezTo>
                <a:cubicBezTo>
                  <a:pt x="964466" y="283146"/>
                  <a:pt x="944880" y="258343"/>
                  <a:pt x="927463" y="232217"/>
                </a:cubicBezTo>
                <a:cubicBezTo>
                  <a:pt x="918754" y="219154"/>
                  <a:pt x="914401" y="201737"/>
                  <a:pt x="901338" y="193028"/>
                </a:cubicBezTo>
                <a:cubicBezTo>
                  <a:pt x="888275" y="184319"/>
                  <a:pt x="874210" y="176953"/>
                  <a:pt x="862149" y="166902"/>
                </a:cubicBezTo>
                <a:cubicBezTo>
                  <a:pt x="847957" y="155076"/>
                  <a:pt x="839109" y="136686"/>
                  <a:pt x="822960" y="127714"/>
                </a:cubicBezTo>
                <a:cubicBezTo>
                  <a:pt x="798887" y="114340"/>
                  <a:pt x="744583" y="101588"/>
                  <a:pt x="744583" y="101588"/>
                </a:cubicBezTo>
                <a:cubicBezTo>
                  <a:pt x="676099" y="33104"/>
                  <a:pt x="736223" y="77553"/>
                  <a:pt x="613955" y="49337"/>
                </a:cubicBezTo>
                <a:cubicBezTo>
                  <a:pt x="587121" y="43145"/>
                  <a:pt x="562742" y="27738"/>
                  <a:pt x="535578" y="23211"/>
                </a:cubicBezTo>
                <a:lnTo>
                  <a:pt x="457200" y="10148"/>
                </a:lnTo>
                <a:cubicBezTo>
                  <a:pt x="373760" y="14784"/>
                  <a:pt x="267518" y="0"/>
                  <a:pt x="182880" y="36274"/>
                </a:cubicBezTo>
                <a:cubicBezTo>
                  <a:pt x="164982" y="43945"/>
                  <a:pt x="147536" y="52739"/>
                  <a:pt x="130629" y="62400"/>
                </a:cubicBezTo>
                <a:cubicBezTo>
                  <a:pt x="116998" y="70189"/>
                  <a:pt x="104503" y="79817"/>
                  <a:pt x="91440" y="88525"/>
                </a:cubicBezTo>
                <a:cubicBezTo>
                  <a:pt x="82732" y="101588"/>
                  <a:pt x="72336" y="113672"/>
                  <a:pt x="65315" y="127714"/>
                </a:cubicBezTo>
                <a:cubicBezTo>
                  <a:pt x="59157" y="140030"/>
                  <a:pt x="58939" y="154865"/>
                  <a:pt x="52252" y="166902"/>
                </a:cubicBezTo>
                <a:cubicBezTo>
                  <a:pt x="37003" y="194350"/>
                  <a:pt x="0" y="245280"/>
                  <a:pt x="0" y="245280"/>
                </a:cubicBezTo>
                <a:cubicBezTo>
                  <a:pt x="4354" y="306240"/>
                  <a:pt x="5922" y="367463"/>
                  <a:pt x="13063" y="428160"/>
                </a:cubicBezTo>
                <a:cubicBezTo>
                  <a:pt x="14672" y="441835"/>
                  <a:pt x="14921" y="459345"/>
                  <a:pt x="26126" y="467348"/>
                </a:cubicBezTo>
                <a:cubicBezTo>
                  <a:pt x="48535" y="483355"/>
                  <a:pt x="104503" y="493474"/>
                  <a:pt x="104503" y="493474"/>
                </a:cubicBezTo>
                <a:lnTo>
                  <a:pt x="143692" y="532662"/>
                </a:lnTo>
              </a:path>
            </a:pathLst>
          </a:custGeom>
          <a:noFill/>
          <a:ln w="38100">
            <a:solidFill>
              <a:srgbClr val="ff6a09"/>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s-ES" sz="1800" spc="-1" strike="noStrike">
              <a:solidFill>
                <a:schemeClr val="dk1"/>
              </a:solidFill>
              <a:latin typeface="Century Schoolbook"/>
            </a:endParaRPr>
          </a:p>
        </p:txBody>
      </p:sp>
      <p:cxnSp>
        <p:nvCxnSpPr>
          <p:cNvPr id="286" name="32 Conector recto de flecha"/>
          <p:cNvCxnSpPr/>
          <p:nvPr/>
        </p:nvCxnSpPr>
        <p:spPr>
          <a:xfrm>
            <a:off x="4929120" y="4935240"/>
            <a:ext cx="91800" cy="65520"/>
          </a:xfrm>
          <a:prstGeom prst="straightConnector1">
            <a:avLst/>
          </a:prstGeom>
          <a:ln w="57150">
            <a:solidFill>
              <a:srgbClr val="ff6a09"/>
            </a:solidFill>
            <a:round/>
            <a:tailEnd len="med" type="triangle" w="med"/>
          </a:ln>
        </p:spPr>
      </p:cxn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457200" y="274680"/>
            <a:ext cx="8229240" cy="725040"/>
          </a:xfrm>
          <a:prstGeom prst="rect">
            <a:avLst/>
          </a:prstGeom>
          <a:noFill/>
          <a:ln w="0">
            <a:noFill/>
          </a:ln>
        </p:spPr>
        <p:txBody>
          <a:bodyPr lIns="90000" rIns="90000" tIns="45000" bIns="45000" anchor="b">
            <a:normAutofit fontScale="80692" lnSpcReduction="10000"/>
          </a:bodyPr>
          <a:p>
            <a:pPr indent="0">
              <a:lnSpc>
                <a:spcPct val="100000"/>
              </a:lnSpc>
              <a:buNone/>
            </a:pPr>
            <a:r>
              <a:rPr b="0" lang="es-ES" sz="2800" spc="-1" strike="noStrike" cap="small">
                <a:solidFill>
                  <a:schemeClr val="dk2"/>
                </a:solidFill>
                <a:latin typeface="Century Schoolbook"/>
              </a:rPr>
              <a:t>Los dos tipos principales de máquinas secuenciales son:</a:t>
            </a:r>
            <a:endParaRPr b="0" lang="es-ES" sz="2800" spc="-1" strike="noStrike">
              <a:solidFill>
                <a:schemeClr val="dk1"/>
              </a:solidFill>
              <a:latin typeface="Century Schoolbook"/>
            </a:endParaRPr>
          </a:p>
        </p:txBody>
      </p:sp>
      <p:sp>
        <p:nvSpPr>
          <p:cNvPr id="288" name="PlaceHolder 2"/>
          <p:cNvSpPr>
            <a:spLocks noGrp="1"/>
          </p:cNvSpPr>
          <p:nvPr>
            <p:ph/>
          </p:nvPr>
        </p:nvSpPr>
        <p:spPr>
          <a:xfrm>
            <a:off x="457200" y="1600200"/>
            <a:ext cx="7467120" cy="4873320"/>
          </a:xfrm>
          <a:prstGeom prst="rect">
            <a:avLst/>
          </a:prstGeom>
          <a:noFill/>
          <a:ln w="0">
            <a:noFill/>
          </a:ln>
        </p:spPr>
        <p:txBody>
          <a:bodyPr lIns="90000" rIns="90000" tIns="45000" bIns="45000" anchor="t">
            <a:normAutofit/>
          </a:bodyPr>
          <a:p>
            <a:pPr marL="274320" indent="-274320">
              <a:lnSpc>
                <a:spcPct val="100000"/>
              </a:lnSpc>
              <a:spcBef>
                <a:spcPts val="601"/>
              </a:spcBef>
              <a:buNone/>
              <a:tabLst>
                <a:tab algn="l" pos="0"/>
              </a:tabLst>
            </a:pPr>
            <a:r>
              <a:rPr b="0" lang="es-ES" sz="800" spc="-1" strike="noStrike">
                <a:solidFill>
                  <a:schemeClr val="dk1"/>
                </a:solidFill>
                <a:latin typeface="Century Schoolbook"/>
              </a:rPr>
              <a:t>.</a:t>
            </a:r>
            <a:endParaRPr b="0" lang="es-ES" sz="800" spc="-1" strike="noStrike">
              <a:solidFill>
                <a:schemeClr val="dk1"/>
              </a:solidFill>
              <a:latin typeface="Century Schoolbook"/>
            </a:endParaRPr>
          </a:p>
        </p:txBody>
      </p:sp>
      <p:sp>
        <p:nvSpPr>
          <p:cNvPr id="289" name="3 Rectángulo redondeado"/>
          <p:cNvSpPr/>
          <p:nvPr/>
        </p:nvSpPr>
        <p:spPr>
          <a:xfrm>
            <a:off x="785880" y="1643040"/>
            <a:ext cx="3500280" cy="4214520"/>
          </a:xfrm>
          <a:prstGeom prst="roundRect">
            <a:avLst>
              <a:gd name="adj" fmla="val 16667"/>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800" spc="-1" strike="noStrike">
                <a:solidFill>
                  <a:schemeClr val="lt1"/>
                </a:solidFill>
                <a:latin typeface="Century Schoolbook"/>
              </a:rPr>
              <a:t>Máquina de Mealy</a:t>
            </a:r>
            <a:endParaRPr b="0" lang="es-ES" sz="2800" spc="-1" strike="noStrike">
              <a:solidFill>
                <a:srgbClr val="000000"/>
              </a:solidFill>
              <a:latin typeface="Arial"/>
            </a:endParaRPr>
          </a:p>
          <a:p>
            <a:pPr algn="ctr" defTabSz="914400">
              <a:lnSpc>
                <a:spcPct val="100000"/>
              </a:lnSpc>
            </a:pPr>
            <a:r>
              <a:rPr b="0" lang="es-ES" sz="2800" spc="-1" strike="noStrike">
                <a:solidFill>
                  <a:schemeClr val="lt1"/>
                </a:solidFill>
                <a:latin typeface="Century Schoolbook"/>
              </a:rPr>
              <a:t>La salida se produce en función del estado actual y de la entrada</a:t>
            </a:r>
            <a:endParaRPr b="0" lang="es-ES" sz="2800" spc="-1" strike="noStrike">
              <a:solidFill>
                <a:srgbClr val="000000"/>
              </a:solidFill>
              <a:latin typeface="Arial"/>
            </a:endParaRPr>
          </a:p>
          <a:p>
            <a:pPr algn="ctr" defTabSz="914400">
              <a:lnSpc>
                <a:spcPct val="100000"/>
              </a:lnSpc>
            </a:pPr>
            <a:endParaRPr b="0" lang="es-ES" sz="1800" spc="-1" strike="noStrike">
              <a:solidFill>
                <a:srgbClr val="000000"/>
              </a:solidFill>
              <a:latin typeface="Arial"/>
            </a:endParaRPr>
          </a:p>
        </p:txBody>
      </p:sp>
      <p:sp>
        <p:nvSpPr>
          <p:cNvPr id="290" name="4 Rectángulo redondeado"/>
          <p:cNvSpPr/>
          <p:nvPr/>
        </p:nvSpPr>
        <p:spPr>
          <a:xfrm>
            <a:off x="4714920" y="1714320"/>
            <a:ext cx="3428640" cy="4142880"/>
          </a:xfrm>
          <a:prstGeom prst="roundRect">
            <a:avLst>
              <a:gd name="adj" fmla="val 16667"/>
            </a:avLst>
          </a:prstGeom>
          <a:solidFill>
            <a:srgbClr val="fe8637"/>
          </a:solidFill>
          <a:ln>
            <a:solidFill>
              <a:srgbClr val="bb6328"/>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s-ES" sz="2800" spc="-1" strike="noStrike">
                <a:solidFill>
                  <a:schemeClr val="lt1"/>
                </a:solidFill>
                <a:latin typeface="Century Schoolbook"/>
              </a:rPr>
              <a:t>Máquina de Moore</a:t>
            </a:r>
            <a:endParaRPr b="0" lang="es-ES" sz="2800" spc="-1" strike="noStrike">
              <a:solidFill>
                <a:srgbClr val="000000"/>
              </a:solidFill>
              <a:latin typeface="Arial"/>
            </a:endParaRPr>
          </a:p>
          <a:p>
            <a:pPr algn="ctr" defTabSz="914400">
              <a:lnSpc>
                <a:spcPct val="100000"/>
              </a:lnSpc>
            </a:pPr>
            <a:r>
              <a:rPr b="0" lang="es-ES" sz="2800" spc="-1" strike="noStrike">
                <a:solidFill>
                  <a:schemeClr val="lt1"/>
                </a:solidFill>
                <a:latin typeface="Century Schoolbook"/>
              </a:rPr>
              <a:t>La salida </a:t>
            </a:r>
            <a:endParaRPr b="0" lang="es-ES" sz="2800" spc="-1" strike="noStrike">
              <a:solidFill>
                <a:srgbClr val="000000"/>
              </a:solidFill>
              <a:latin typeface="Arial"/>
            </a:endParaRPr>
          </a:p>
          <a:p>
            <a:pPr algn="ctr" defTabSz="914400">
              <a:lnSpc>
                <a:spcPct val="100000"/>
              </a:lnSpc>
            </a:pPr>
            <a:r>
              <a:rPr b="0" lang="es-ES" sz="2800" spc="-1" strike="noStrike">
                <a:solidFill>
                  <a:schemeClr val="lt1"/>
                </a:solidFill>
                <a:latin typeface="Century Schoolbook"/>
              </a:rPr>
              <a:t>es solo en función del estado actual</a:t>
            </a:r>
            <a:endParaRPr b="0" lang="es-ES" sz="2800" spc="-1" strike="noStrike">
              <a:solidFill>
                <a:srgbClr val="000000"/>
              </a:solidFill>
              <a:latin typeface="Arial"/>
            </a:endParaRPr>
          </a:p>
          <a:p>
            <a:pPr algn="ctr" defTabSz="914400">
              <a:lnSpc>
                <a:spcPct val="100000"/>
              </a:lnSpc>
            </a:pPr>
            <a:endParaRPr b="0" lang="es-E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457200" y="274680"/>
            <a:ext cx="8229240" cy="796680"/>
          </a:xfrm>
          <a:prstGeom prst="rect">
            <a:avLst/>
          </a:prstGeom>
          <a:noFill/>
          <a:ln w="0">
            <a:noFill/>
          </a:ln>
        </p:spPr>
        <p:txBody>
          <a:bodyPr lIns="90000" rIns="90000" tIns="45000" bIns="45000" anchor="b">
            <a:normAutofit/>
          </a:bodyPr>
          <a:p>
            <a:pPr indent="0">
              <a:lnSpc>
                <a:spcPct val="100000"/>
              </a:lnSpc>
              <a:buNone/>
            </a:pPr>
            <a:r>
              <a:rPr b="1" lang="es-ES" sz="3200" spc="-1" strike="noStrike" cap="small">
                <a:solidFill>
                  <a:srgbClr val="c00000"/>
                </a:solidFill>
                <a:latin typeface="Century Schoolbook"/>
              </a:rPr>
              <a:t>Máquina de Mealy (ME)</a:t>
            </a:r>
            <a:endParaRPr b="0" lang="es-ES" sz="3200" spc="-1" strike="noStrike">
              <a:solidFill>
                <a:schemeClr val="dk1"/>
              </a:solidFill>
              <a:latin typeface="Century Schoolbook"/>
            </a:endParaRPr>
          </a:p>
        </p:txBody>
      </p:sp>
      <p:pic>
        <p:nvPicPr>
          <p:cNvPr id="292" name="Picture 2" descr=""/>
          <p:cNvPicPr/>
          <p:nvPr/>
        </p:nvPicPr>
        <p:blipFill>
          <a:blip r:embed="rId1"/>
          <a:srcRect l="13261" t="35664" r="38347" b="35484"/>
          <a:stretch/>
        </p:blipFill>
        <p:spPr>
          <a:xfrm>
            <a:off x="785880" y="1357200"/>
            <a:ext cx="7643520" cy="4500360"/>
          </a:xfrm>
          <a:prstGeom prst="rect">
            <a:avLst/>
          </a:prstGeom>
          <a:ln w="9525">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428760" y="142920"/>
            <a:ext cx="8229240" cy="856800"/>
          </a:xfrm>
          <a:prstGeom prst="rect">
            <a:avLst/>
          </a:prstGeom>
          <a:solidFill>
            <a:schemeClr val="accent6">
              <a:lumMod val="20000"/>
              <a:lumOff val="80000"/>
            </a:schemeClr>
          </a:solidFill>
          <a:ln w="0">
            <a:noFill/>
          </a:ln>
        </p:spPr>
        <p:txBody>
          <a:bodyPr lIns="90000" rIns="90000" tIns="45000" bIns="45000" anchor="b">
            <a:normAutofit/>
          </a:bodyPr>
          <a:p>
            <a:pPr indent="0">
              <a:lnSpc>
                <a:spcPct val="100000"/>
              </a:lnSpc>
              <a:buNone/>
            </a:pPr>
            <a:r>
              <a:rPr b="1" lang="es-ES" sz="2400" spc="-1" strike="noStrike" cap="small">
                <a:solidFill>
                  <a:schemeClr val="dk2"/>
                </a:solidFill>
                <a:latin typeface="Century Schoolbook"/>
              </a:rPr>
              <a:t>Interpretación del funcionamiento de la Maquina de Mealy</a:t>
            </a:r>
            <a:endParaRPr b="0" lang="es-ES" sz="2400" spc="-1" strike="noStrike">
              <a:solidFill>
                <a:schemeClr val="dk1"/>
              </a:solidFill>
              <a:latin typeface="Century Schoolbook"/>
            </a:endParaRPr>
          </a:p>
        </p:txBody>
      </p:sp>
      <p:sp>
        <p:nvSpPr>
          <p:cNvPr id="294" name="PlaceHolder 2"/>
          <p:cNvSpPr>
            <a:spLocks noGrp="1"/>
          </p:cNvSpPr>
          <p:nvPr>
            <p:ph/>
          </p:nvPr>
        </p:nvSpPr>
        <p:spPr>
          <a:xfrm>
            <a:off x="457200" y="1214280"/>
            <a:ext cx="8400600" cy="4911480"/>
          </a:xfrm>
          <a:prstGeom prst="rect">
            <a:avLst/>
          </a:prstGeom>
          <a:noFill/>
          <a:ln w="0">
            <a:noFill/>
          </a:ln>
        </p:spPr>
        <p:txBody>
          <a:bodyPr lIns="90000" rIns="90000" tIns="45000" bIns="45000" anchor="t">
            <a:normAutofit/>
          </a:bodyPr>
          <a:p>
            <a:pPr marL="274320" indent="-274320">
              <a:lnSpc>
                <a:spcPct val="100000"/>
              </a:lnSpc>
              <a:spcBef>
                <a:spcPts val="601"/>
              </a:spcBef>
              <a:buNone/>
              <a:tabLst>
                <a:tab algn="l" pos="0"/>
              </a:tabLst>
            </a:pPr>
            <a:r>
              <a:rPr b="0" lang="es-ES" sz="2400" spc="-1" strike="noStrike">
                <a:solidFill>
                  <a:schemeClr val="dk1"/>
                </a:solidFill>
                <a:latin typeface="Century Schoolbook"/>
              </a:rPr>
              <a:t>La máquina de Mealy permanece en un cierto estado mientras no recibe ningún estímulo del exterior pero cuando si lo recibe, realiza tres acciones:</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r>
              <a:rPr b="0" lang="es-ES" sz="2400" spc="-1" strike="noStrike">
                <a:solidFill>
                  <a:schemeClr val="dk1"/>
                </a:solidFill>
                <a:latin typeface="Century Schoolbook"/>
              </a:rPr>
              <a:t>Estas tres acciones: lectura de un símbolo desde exterior (cinta de Entrada), Transición de estado, y Grabado  (Cinta de Salida), serán indivisibles dentro de un intervalo de tiempo. </a:t>
            </a:r>
            <a:endParaRPr b="0" lang="es-ES" sz="2400" spc="-1" strike="noStrike">
              <a:solidFill>
                <a:schemeClr val="dk1"/>
              </a:solidFill>
              <a:latin typeface="Century Schoolbook"/>
            </a:endParaRPr>
          </a:p>
          <a:p>
            <a:pPr marL="274320" indent="-274320">
              <a:lnSpc>
                <a:spcPct val="100000"/>
              </a:lnSpc>
              <a:spcBef>
                <a:spcPts val="601"/>
              </a:spcBef>
              <a:buNone/>
              <a:tabLst>
                <a:tab algn="l" pos="0"/>
              </a:tabLst>
            </a:pPr>
            <a:endParaRPr b="0" lang="es-ES" sz="2400" spc="-1" strike="noStrike">
              <a:solidFill>
                <a:schemeClr val="dk1"/>
              </a:solidFill>
              <a:latin typeface="Century Schoolbook"/>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457200" y="246960"/>
            <a:ext cx="7467120" cy="1142640"/>
          </a:xfrm>
          <a:prstGeom prst="rect">
            <a:avLst/>
          </a:prstGeom>
          <a:noFill/>
          <a:ln w="0">
            <a:noFill/>
          </a:ln>
        </p:spPr>
        <p:txBody>
          <a:bodyPr lIns="90000" rIns="90000" tIns="45000" bIns="45000" anchor="b">
            <a:normAutofit/>
          </a:bodyPr>
          <a:p>
            <a:pPr indent="0">
              <a:lnSpc>
                <a:spcPct val="100000"/>
              </a:lnSpc>
              <a:buNone/>
            </a:pPr>
            <a:r>
              <a:rPr b="0" lang="es-MX" sz="1800" spc="-1" strike="noStrike" cap="small">
                <a:solidFill>
                  <a:schemeClr val="dk2"/>
                </a:solidFill>
                <a:latin typeface="Century Schoolbook"/>
              </a:rPr>
              <a:t>Dado una cadena de entrada y una cadena de salida, representar la máquina de mealy mediante diagrama de transición de estado</a:t>
            </a:r>
            <a:endParaRPr b="0" lang="es-ES" sz="1800" spc="-1" strike="noStrike">
              <a:solidFill>
                <a:schemeClr val="dk1"/>
              </a:solidFill>
              <a:latin typeface="Century Schoolbook"/>
            </a:endParaRPr>
          </a:p>
        </p:txBody>
      </p:sp>
      <p:pic>
        <p:nvPicPr>
          <p:cNvPr id="296" name="Marcador de contenido 3" descr=""/>
          <p:cNvPicPr/>
          <p:nvPr/>
        </p:nvPicPr>
        <p:blipFill>
          <a:blip r:embed="rId1"/>
          <a:srcRect l="20779" t="19626" r="22461" b="6442"/>
          <a:stretch/>
        </p:blipFill>
        <p:spPr>
          <a:xfrm>
            <a:off x="395640" y="1600200"/>
            <a:ext cx="7920360" cy="492480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457200" y="130680"/>
            <a:ext cx="7467120" cy="489600"/>
          </a:xfrm>
          <a:prstGeom prst="rect">
            <a:avLst/>
          </a:prstGeom>
          <a:noFill/>
          <a:ln w="0">
            <a:noFill/>
          </a:ln>
        </p:spPr>
        <p:txBody>
          <a:bodyPr lIns="90000" rIns="90000" tIns="45000" bIns="45000" anchor="b">
            <a:normAutofit/>
          </a:bodyPr>
          <a:p>
            <a:pPr indent="0" algn="ctr">
              <a:lnSpc>
                <a:spcPct val="100000"/>
              </a:lnSpc>
              <a:buNone/>
            </a:pPr>
            <a:r>
              <a:rPr b="1" lang="es-ES" sz="2000" spc="-1" strike="noStrike" cap="small">
                <a:solidFill>
                  <a:schemeClr val="dk2"/>
                </a:solidFill>
                <a:latin typeface="Century Schoolbook"/>
              </a:rPr>
              <a:t>Ejercicios realizados en clase en el pizarrón</a:t>
            </a:r>
            <a:endParaRPr b="0" lang="es-ES" sz="2000" spc="-1" strike="noStrike">
              <a:solidFill>
                <a:schemeClr val="dk1"/>
              </a:solidFill>
              <a:latin typeface="Century Schoolbook"/>
            </a:endParaRPr>
          </a:p>
        </p:txBody>
      </p:sp>
      <p:pic>
        <p:nvPicPr>
          <p:cNvPr id="298" name="Marcador de contenido 3" descr=""/>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rcRect l="18073" t="11692" r="43937" b="12302"/>
          <a:stretch/>
        </p:blipFill>
        <p:spPr>
          <a:xfrm>
            <a:off x="323640" y="764640"/>
            <a:ext cx="7601040" cy="5904360"/>
          </a:xfrm>
          <a:prstGeom prst="rect">
            <a:avLst/>
          </a:prstGeom>
          <a:ln w="0">
            <a:noFill/>
          </a:ln>
        </p:spPr>
      </p:pic>
      <p:sp>
        <p:nvSpPr>
          <p:cNvPr id="299" name="CuadroTexto 4"/>
          <p:cNvSpPr/>
          <p:nvPr/>
        </p:nvSpPr>
        <p:spPr>
          <a:xfrm>
            <a:off x="6012000" y="1563840"/>
            <a:ext cx="2736000" cy="200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1800" spc="-1" strike="noStrike">
                <a:solidFill>
                  <a:schemeClr val="dk1"/>
                </a:solidFill>
                <a:latin typeface="Century Schoolbook"/>
              </a:rPr>
              <a:t>Dado una máquina de Mealy representada mediante un “Diagrama de transición de estado”, representarla mediante una “Tabla de Transición de estados”</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457200" y="274680"/>
            <a:ext cx="7467120" cy="633600"/>
          </a:xfrm>
          <a:prstGeom prst="rect">
            <a:avLst/>
          </a:prstGeom>
          <a:noFill/>
          <a:ln w="0">
            <a:noFill/>
          </a:ln>
        </p:spPr>
        <p:txBody>
          <a:bodyPr lIns="90000" rIns="90000" tIns="45000" bIns="45000" anchor="b">
            <a:normAutofit/>
          </a:bodyPr>
          <a:p>
            <a:pPr indent="0" algn="ctr">
              <a:lnSpc>
                <a:spcPct val="100000"/>
              </a:lnSpc>
              <a:buNone/>
            </a:pPr>
            <a:r>
              <a:rPr b="1" lang="es-ES" sz="2000" spc="-1" strike="noStrike" cap="small">
                <a:solidFill>
                  <a:schemeClr val="dk1"/>
                </a:solidFill>
                <a:latin typeface="Century Schoolbook"/>
              </a:rPr>
              <a:t>Ejercicios realizado en clase, en el pizarrón</a:t>
            </a:r>
            <a:endParaRPr b="0" lang="es-ES" sz="2000" spc="-1" strike="noStrike">
              <a:solidFill>
                <a:schemeClr val="dk1"/>
              </a:solidFill>
              <a:latin typeface="Century Schoolbook"/>
            </a:endParaRPr>
          </a:p>
        </p:txBody>
      </p:sp>
      <p:pic>
        <p:nvPicPr>
          <p:cNvPr id="301" name="Marcador de contenido 3" descr=""/>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rcRect l="4725" t="45296" r="33444" b="9020"/>
          <a:stretch/>
        </p:blipFill>
        <p:spPr>
          <a:xfrm>
            <a:off x="457200" y="2485800"/>
            <a:ext cx="7467120" cy="3101760"/>
          </a:xfrm>
          <a:prstGeom prst="rect">
            <a:avLst/>
          </a:prstGeom>
          <a:ln w="0">
            <a:noFill/>
          </a:ln>
        </p:spPr>
      </p:pic>
      <p:sp>
        <p:nvSpPr>
          <p:cNvPr id="302" name="CuadroTexto 4"/>
          <p:cNvSpPr/>
          <p:nvPr/>
        </p:nvSpPr>
        <p:spPr>
          <a:xfrm>
            <a:off x="899640" y="1340640"/>
            <a:ext cx="748836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1800" spc="-1" strike="noStrike">
                <a:solidFill>
                  <a:schemeClr val="dk1"/>
                </a:solidFill>
                <a:latin typeface="Century Schoolbook"/>
              </a:rPr>
              <a:t>Dada una máquina de Mealy representada mediante una “Tabla de Transición de Estados”, representarla mediante un “Diagrama de Transición de Estados”</a:t>
            </a:r>
            <a:endParaRPr b="0" lang="es-ES" sz="1800" spc="-1" strike="noStrike">
              <a:solidFill>
                <a:srgbClr val="000000"/>
              </a:solidFill>
              <a:latin typeface="Arial"/>
            </a:endParaRPr>
          </a:p>
        </p:txBody>
      </p:sp>
      <p:sp>
        <p:nvSpPr>
          <p:cNvPr id="303" name="CuadroTexto 2"/>
          <p:cNvSpPr/>
          <p:nvPr/>
        </p:nvSpPr>
        <p:spPr>
          <a:xfrm>
            <a:off x="5220000" y="3141000"/>
            <a:ext cx="359640" cy="363960"/>
          </a:xfrm>
          <a:prstGeom prst="rect">
            <a:avLst/>
          </a:prstGeom>
          <a:solidFill>
            <a:schemeClr val="accent2"/>
          </a:solidFill>
          <a:ln w="0">
            <a:noFill/>
          </a:ln>
        </p:spPr>
        <p:style>
          <a:lnRef idx="0"/>
          <a:fillRef idx="0"/>
          <a:effectRef idx="0"/>
          <a:fontRef idx="minor"/>
        </p:style>
        <p:txBody>
          <a:bodyPr lIns="90000" rIns="90000" tIns="45000" bIns="45000" anchor="t">
            <a:spAutoFit/>
          </a:bodyPr>
          <a:p>
            <a:pPr defTabSz="914400">
              <a:lnSpc>
                <a:spcPct val="100000"/>
              </a:lnSpc>
            </a:pPr>
            <a:r>
              <a:rPr b="1" lang="es-ES" sz="1800" spc="-1" strike="noStrike">
                <a:solidFill>
                  <a:schemeClr val="lt1"/>
                </a:solidFill>
                <a:latin typeface="Century Schoolbook"/>
              </a:rPr>
              <a:t>1</a:t>
            </a:r>
            <a:endParaRPr b="0" lang="es-E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Rectángulo 1"/>
          <p:cNvSpPr/>
          <p:nvPr/>
        </p:nvSpPr>
        <p:spPr>
          <a:xfrm>
            <a:off x="251640" y="1772640"/>
            <a:ext cx="835272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s-MX" sz="1200" spc="-1" strike="noStrike">
                <a:solidFill>
                  <a:schemeClr val="dk1"/>
                </a:solidFill>
                <a:latin typeface="-apple-system"/>
              </a:rPr>
              <a:t>Estas diapositivas se utilizó entre otros  material audiovisuales perteneciente a:</a:t>
            </a:r>
            <a:endParaRPr b="0" lang="es-ES" sz="1200" spc="-1" strike="noStrike">
              <a:solidFill>
                <a:srgbClr val="000000"/>
              </a:solidFill>
              <a:latin typeface="Arial"/>
            </a:endParaRPr>
          </a:p>
          <a:p>
            <a:pPr algn="ctr" defTabSz="914400">
              <a:lnSpc>
                <a:spcPct val="100000"/>
              </a:lnSpc>
            </a:pPr>
            <a:r>
              <a:rPr b="0" lang="es-MX" sz="1200" spc="-1" strike="noStrike">
                <a:solidFill>
                  <a:schemeClr val="dk1"/>
                </a:solidFill>
                <a:latin typeface="-apple-system"/>
              </a:rPr>
              <a:t>Hilda Yelitza Contreras Zambrano</a:t>
            </a:r>
            <a:endParaRPr b="0" lang="es-ES" sz="1200" spc="-1" strike="noStrike">
              <a:solidFill>
                <a:srgbClr val="000000"/>
              </a:solidFill>
              <a:latin typeface="Arial"/>
            </a:endParaRPr>
          </a:p>
          <a:p>
            <a:pPr algn="ctr" defTabSz="914400">
              <a:lnSpc>
                <a:spcPct val="100000"/>
              </a:lnSpc>
            </a:pPr>
            <a:r>
              <a:rPr b="0" lang="es-MX" sz="1200" spc="-1" strike="noStrike">
                <a:solidFill>
                  <a:schemeClr val="dk1"/>
                </a:solidFill>
                <a:latin typeface="-apple-system"/>
              </a:rPr>
              <a:t>Magister Scientiae en Computación en Universidad de los Andes (Venezuela)</a:t>
            </a:r>
            <a:endParaRPr b="0" lang="es-E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_rels/theme3.xml.rels><?xml version="1.0" encoding="UTF-8"?>
<Relationships xmlns="http://schemas.openxmlformats.org/package/2006/relationships"><Relationship Id="rId1" Type="http://schemas.openxmlformats.org/officeDocument/2006/relationships/image" Target="../media/image1.jpeg"/>
</Relationships>
</file>

<file path=ppt/theme/_rels/theme4.xml.rels><?xml version="1.0" encoding="UTF-8"?>
<Relationships xmlns="http://schemas.openxmlformats.org/package/2006/relationships"><Relationship Id="rId1" Type="http://schemas.openxmlformats.org/officeDocument/2006/relationships/image" Target="../media/image1.jpeg"/>
</Relationships>
</file>

<file path=ppt/theme/_rels/theme5.xml.rels><?xml version="1.0" encoding="UTF-8"?>
<Relationships xmlns="http://schemas.openxmlformats.org/package/2006/relationships"><Relationship Id="rId1" Type="http://schemas.openxmlformats.org/officeDocument/2006/relationships/image" Target="../media/image1.jpeg"/>
</Relationships>
</file>

<file path=ppt/theme/_rels/theme6.xml.rels><?xml version="1.0" encoding="UTF-8"?>
<Relationships xmlns="http://schemas.openxmlformats.org/package/2006/relationships"><Relationship Id="rId1" Type="http://schemas.openxmlformats.org/officeDocument/2006/relationships/image" Target="../media/image1.jpeg"/>
</Relationships>
</file>

<file path=ppt/theme/_rels/theme7.xml.rels><?xml version="1.0" encoding="UTF-8"?>
<Relationships xmlns="http://schemas.openxmlformats.org/package/2006/relationships"><Relationship Id="rId1" Type="http://schemas.openxmlformats.org/officeDocument/2006/relationships/image" Target="../media/image1.jpeg"/>
</Relationships>
</file>

<file path=ppt/theme/_rels/theme8.xml.rels><?xml version="1.0" encoding="UTF-8"?>
<Relationships xmlns="http://schemas.openxmlformats.org/package/2006/relationships"><Relationship Id="rId1" Type="http://schemas.openxmlformats.org/officeDocument/2006/relationships/image" Target="../media/image1.jpeg"/>
</Relationships>
</file>

<file path=ppt/theme/_rels/theme9.xml.rels><?xml version="1.0" encoding="UTF-8"?>
<Relationships xmlns="http://schemas.openxmlformats.org/package/2006/relationships"><Relationship Id="rId1" Type="http://schemas.openxmlformats.org/officeDocument/2006/relationships/image" Target="../media/image1.jpeg"/>
</Relationships>
</file>

<file path=ppt/theme/_rels/theme10.xml.rels><?xml version="1.0" encoding="UTF-8"?>
<Relationships xmlns="http://schemas.openxmlformats.org/package/2006/relationships"><Relationship Id="rId1" Type="http://schemas.openxmlformats.org/officeDocument/2006/relationships/image" Target="../media/image1.jpeg"/>
</Relationships>
</file>

<file path=ppt/theme/_rels/theme1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2.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3.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4.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5.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6.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7.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8.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9.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10.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ppt/theme/theme11.xml><?xml version="1.0" encoding="utf-8"?>
<a:theme xmlns:a="http://schemas.openxmlformats.org/drawingml/2006/main" xmlns:r="http://schemas.openxmlformats.org/officeDocument/2006/relationships" name="Mirador">
  <a:themeElements>
    <a:clrScheme name="Mirador">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pitchFamily="0" charset="1"/>
        <a:ea typeface=""/>
        <a:cs typeface=""/>
      </a:majorFont>
      <a:minorFont>
        <a:latin typeface="Century Schoolbook" pitchFamily="0" charset="1"/>
        <a:ea typeface=""/>
        <a:cs typeface=""/>
      </a:minorFont>
    </a:fontScheme>
    <a:fmtScheme>
      <a:fillStyleLst>
        <a:solidFill>
          <a:schemeClr val="phClr"/>
        </a:solidFill>
        <a:gradFill>
          <a:gsLst>
            <a:gs pos="0">
              <a:schemeClr val="phClr">
                <a:tint val="35000"/>
              </a:schemeClr>
            </a:gs>
            <a:gs pos="30000">
              <a:schemeClr val="phClr">
                <a:tint val="38000"/>
              </a:schemeClr>
            </a:gs>
            <a:gs pos="75000">
              <a:schemeClr val="phClr">
                <a:tint val="55000"/>
              </a:schemeClr>
            </a:gs>
            <a:gs pos="100000">
              <a:schemeClr val="phClr">
                <a:tint val="70000"/>
              </a:schemeClr>
            </a:gs>
          </a:gsLst>
          <a:path path="circle">
            <a:fillToRect l="5000" t="100000" r="120000" b="10000"/>
          </a:path>
          <a:tileRect l="0" t="0" r="0" b="0"/>
        </a:gradFill>
        <a:gradFill>
          <a:gsLst>
            <a:gs pos="0">
              <a:schemeClr val="phClr">
                <a:shade val="63000"/>
              </a:schemeClr>
            </a:gs>
            <a:gs pos="30000">
              <a:schemeClr val="phClr">
                <a:shade val="58000"/>
              </a:schemeClr>
            </a:gs>
            <a:gs pos="75000">
              <a:schemeClr val="phClr">
                <a:shade val="30000"/>
              </a:schemeClr>
            </a:gs>
            <a:gs pos="100000">
              <a:schemeClr val="phClr">
                <a:shade val="15000"/>
              </a:schemeClr>
            </a:gs>
          </a:gsLst>
          <a:path path="circle">
            <a:fillToRect l="5000" t="100000" r="120000" b="10000"/>
          </a:path>
          <a:tileRect l="0" t="0" r="0" b="0"/>
        </a:gradFill>
      </a:fillStyleLst>
      <a:lnStyleLst>
        <a:ln w="12700" cap="flat" cmpd="sng" algn="ctr">
          <a:prstDash val="solid"/>
        </a:ln>
        <a:ln w="25400" cap="flat" cmpd="sng" algn="ctr">
          <a:prstDash val="solid"/>
        </a:ln>
        <a:ln w="34925"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shade val="58000"/>
              </a:schemeClr>
            </a:gs>
            <a:gs pos="40000">
              <a:schemeClr val="phClr">
                <a:tint val="90000"/>
                <a:shade val="90000"/>
              </a:schemeClr>
            </a:gs>
            <a:gs pos="100000">
              <a:schemeClr val="phClr">
                <a:tint val="50000"/>
              </a:schemeClr>
            </a:gs>
          </a:gsLst>
          <a:lin ang="16200000" scaled="1"/>
          <a:tileRect l="0" t="0" r="0" b="0"/>
        </a:gradFill>
        <a:blipFill rotWithShape="0">
          <a:blip r:embed="rId1"/>
          <a:srcRect l="0" t="0" r="0" b="0"/>
          <a:tile tx="0" ty="0" sx="40000" sy="50000" flip="y" algn="tl"/>
        </a:blipFill>
      </a:bgFillStyleLst>
    </a:fmtScheme>
  </a:themeElements>
</a:theme>
</file>

<file path=docProps/app.xml><?xml version="1.0" encoding="utf-8"?>
<Properties xmlns="http://schemas.openxmlformats.org/officeDocument/2006/extended-properties" xmlns:vt="http://schemas.openxmlformats.org/officeDocument/2006/docPropsVTypes">
  <Template>Oriel</Template>
  <TotalTime>365372</TotalTime>
  <Application>LibreOffice/24.2.7.2$Linux_X86_64 LibreOffice_project/420$Build-2</Application>
  <AppVersion>15.0000</AppVersion>
  <Words>1545</Words>
  <Paragraphs>201</Paragraphs>
  <Company>eXPerienciaUE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2014-03-26T01:51:34Z</dcterms:created>
  <dc:creator>Alejandra</dc:creator>
  <dc:description/>
  <dc:language>es-ES</dc:language>
  <cp:lastModifiedBy/>
  <dcterms:modified xsi:type="dcterms:W3CDTF">2025-05-04T13:14:10Z</dcterms:modified>
  <cp:revision>374</cp:revision>
  <dc:subject/>
  <dc:title>Universidad Nacional de La Rioja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Presentación en pantalla (4:3)</vt:lpwstr>
  </property>
  <property fmtid="{D5CDD505-2E9C-101B-9397-08002B2CF9AE}" pid="3" name="Slides">
    <vt:i4>32</vt:i4>
  </property>
</Properties>
</file>