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311" r:id="rId5"/>
    <p:sldId id="310" r:id="rId6"/>
    <p:sldId id="259" r:id="rId7"/>
    <p:sldId id="260" r:id="rId8"/>
    <p:sldId id="261" r:id="rId9"/>
    <p:sldId id="262" r:id="rId10"/>
    <p:sldId id="263" r:id="rId11"/>
    <p:sldId id="285" r:id="rId12"/>
    <p:sldId id="264" r:id="rId13"/>
    <p:sldId id="265" r:id="rId14"/>
    <p:sldId id="267" r:id="rId15"/>
    <p:sldId id="266" r:id="rId16"/>
    <p:sldId id="268" r:id="rId17"/>
    <p:sldId id="271" r:id="rId18"/>
    <p:sldId id="270" r:id="rId19"/>
    <p:sldId id="269" r:id="rId20"/>
    <p:sldId id="273" r:id="rId21"/>
    <p:sldId id="272" r:id="rId22"/>
    <p:sldId id="274" r:id="rId23"/>
    <p:sldId id="276" r:id="rId24"/>
    <p:sldId id="275" r:id="rId25"/>
    <p:sldId id="277" r:id="rId26"/>
    <p:sldId id="278" r:id="rId27"/>
    <p:sldId id="281" r:id="rId28"/>
    <p:sldId id="280" r:id="rId29"/>
    <p:sldId id="284" r:id="rId30"/>
    <p:sldId id="283" r:id="rId31"/>
    <p:sldId id="282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8" r:id="rId50"/>
    <p:sldId id="309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438" y="4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xmlns="" id="{C96D2B27-B688-4A2D-AE9E-D8D25853F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157" y="495938"/>
            <a:ext cx="4474400" cy="230890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103002A7-DDD4-43B3-85EE-57EF2C805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032" y="3008424"/>
            <a:ext cx="2143125" cy="214312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xmlns="" id="{F4E8CC39-5EF3-4FC8-A450-38E0FDEA1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4989" y="3278627"/>
            <a:ext cx="5312899" cy="154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2926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A65BCE3-BF1D-4263-A5C6-7648DA8F1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770" y="1042905"/>
            <a:ext cx="6792411" cy="4672095"/>
          </a:xfrm>
        </p:spPr>
        <p:txBody>
          <a:bodyPr>
            <a:noAutofit/>
          </a:bodyPr>
          <a:lstStyle/>
          <a:p>
            <a:r>
              <a:rPr lang="es-MX" sz="2800" dirty="0">
                <a:solidFill>
                  <a:schemeClr val="tx1"/>
                </a:solidFill>
              </a:rPr>
              <a:t>Agenda</a:t>
            </a:r>
            <a:br>
              <a:rPr lang="es-MX" sz="2800" dirty="0">
                <a:solidFill>
                  <a:schemeClr val="tx1"/>
                </a:solidFill>
              </a:rPr>
            </a:br>
            <a:r>
              <a:rPr lang="es-MX" sz="2800" dirty="0">
                <a:solidFill>
                  <a:schemeClr val="tx1"/>
                </a:solidFill>
              </a:rPr>
              <a:t/>
            </a:r>
            <a:br>
              <a:rPr lang="es-MX" sz="2800" dirty="0">
                <a:solidFill>
                  <a:schemeClr val="tx1"/>
                </a:solidFill>
              </a:rPr>
            </a:br>
            <a:r>
              <a:rPr lang="es-MX" sz="2800" dirty="0">
                <a:solidFill>
                  <a:schemeClr val="tx1"/>
                </a:solidFill>
              </a:rPr>
              <a:t>• ¿Cómo instalamos?</a:t>
            </a:r>
            <a:br>
              <a:rPr lang="es-MX" sz="2800" dirty="0">
                <a:solidFill>
                  <a:schemeClr val="tx1"/>
                </a:solidFill>
              </a:rPr>
            </a:br>
            <a:r>
              <a:rPr lang="es-MX" sz="2800" dirty="0">
                <a:solidFill>
                  <a:schemeClr val="tx1"/>
                </a:solidFill>
              </a:rPr>
              <a:t>• ¿Qué herramientas tenemos?</a:t>
            </a:r>
            <a:br>
              <a:rPr lang="es-MX" sz="2800" dirty="0">
                <a:solidFill>
                  <a:schemeClr val="tx1"/>
                </a:solidFill>
              </a:rPr>
            </a:br>
            <a:r>
              <a:rPr lang="es-MX" sz="2800" dirty="0">
                <a:solidFill>
                  <a:schemeClr val="tx1"/>
                </a:solidFill>
              </a:rPr>
              <a:t>• Creamos una DB</a:t>
            </a:r>
            <a:br>
              <a:rPr lang="es-MX" sz="2800" dirty="0">
                <a:solidFill>
                  <a:schemeClr val="tx1"/>
                </a:solidFill>
              </a:rPr>
            </a:br>
            <a:r>
              <a:rPr lang="es-MX" sz="2800" dirty="0">
                <a:solidFill>
                  <a:schemeClr val="tx1"/>
                </a:solidFill>
              </a:rPr>
              <a:t>• Creamos dos tablas</a:t>
            </a:r>
            <a:br>
              <a:rPr lang="es-MX" sz="2800" dirty="0">
                <a:solidFill>
                  <a:schemeClr val="tx1"/>
                </a:solidFill>
              </a:rPr>
            </a:br>
            <a:r>
              <a:rPr lang="es-MX" sz="2800" dirty="0">
                <a:solidFill>
                  <a:schemeClr val="tx1"/>
                </a:solidFill>
              </a:rPr>
              <a:t>• Cargamos datos</a:t>
            </a:r>
            <a:br>
              <a:rPr lang="es-MX" sz="2800" dirty="0">
                <a:solidFill>
                  <a:schemeClr val="tx1"/>
                </a:solidFill>
              </a:rPr>
            </a:br>
            <a:r>
              <a:rPr lang="es-MX" sz="2800" dirty="0">
                <a:solidFill>
                  <a:schemeClr val="tx1"/>
                </a:solidFill>
              </a:rPr>
              <a:t>• Hacemos un </a:t>
            </a:r>
            <a:r>
              <a:rPr lang="es-MX" sz="2800" dirty="0" err="1">
                <a:solidFill>
                  <a:schemeClr val="tx1"/>
                </a:solidFill>
              </a:rPr>
              <a:t>join</a:t>
            </a:r>
            <a:r>
              <a:rPr lang="es-MX" sz="2800" dirty="0">
                <a:solidFill>
                  <a:schemeClr val="tx1"/>
                </a:solidFill>
              </a:rPr>
              <a:t/>
            </a:r>
            <a:br>
              <a:rPr lang="es-MX" sz="2800" dirty="0">
                <a:solidFill>
                  <a:schemeClr val="tx1"/>
                </a:solidFill>
              </a:rPr>
            </a:br>
            <a:r>
              <a:rPr lang="es-MX" sz="2800" dirty="0">
                <a:solidFill>
                  <a:schemeClr val="tx1"/>
                </a:solidFill>
              </a:rPr>
              <a:t>• Creamos un </a:t>
            </a:r>
            <a:r>
              <a:rPr lang="es-MX" sz="2800" dirty="0" smtClean="0">
                <a:solidFill>
                  <a:schemeClr val="tx1"/>
                </a:solidFill>
              </a:rPr>
              <a:t>índice</a:t>
            </a:r>
            <a:r>
              <a:rPr lang="es-MX" sz="2800" dirty="0">
                <a:solidFill>
                  <a:schemeClr val="tx1"/>
                </a:solidFill>
              </a:rPr>
              <a:t/>
            </a:r>
            <a:br>
              <a:rPr lang="es-MX" sz="2800" dirty="0">
                <a:solidFill>
                  <a:schemeClr val="tx1"/>
                </a:solidFill>
              </a:rPr>
            </a:br>
            <a:r>
              <a:rPr lang="es-MX" sz="2800" dirty="0">
                <a:solidFill>
                  <a:schemeClr val="tx1"/>
                </a:solidFill>
              </a:rPr>
              <a:t>• Creamos un procedimiento </a:t>
            </a:r>
            <a:r>
              <a:rPr lang="es-MX" sz="2800" dirty="0" smtClean="0">
                <a:solidFill>
                  <a:schemeClr val="tx1"/>
                </a:solidFill>
              </a:rPr>
              <a:t>almacenado</a:t>
            </a:r>
            <a:br>
              <a:rPr lang="es-MX" sz="2800" dirty="0" smtClean="0">
                <a:solidFill>
                  <a:schemeClr val="tx1"/>
                </a:solidFill>
              </a:rPr>
            </a:br>
            <a:r>
              <a:rPr lang="es-MX" sz="2800" dirty="0" smtClean="0">
                <a:solidFill>
                  <a:schemeClr val="tx1"/>
                </a:solidFill>
              </a:rPr>
              <a:t> • Creamos un </a:t>
            </a:r>
            <a:r>
              <a:rPr lang="es-MX" sz="2800" dirty="0" err="1" smtClean="0">
                <a:solidFill>
                  <a:schemeClr val="tx1"/>
                </a:solidFill>
              </a:rPr>
              <a:t>trigger</a:t>
            </a:r>
            <a:r>
              <a:rPr lang="es-MX" sz="2800" dirty="0" smtClean="0">
                <a:solidFill>
                  <a:schemeClr val="tx1"/>
                </a:solidFill>
              </a:rPr>
              <a:t/>
            </a:r>
            <a:br>
              <a:rPr lang="es-MX" sz="2800" dirty="0" smtClean="0">
                <a:solidFill>
                  <a:schemeClr val="tx1"/>
                </a:solidFill>
              </a:rPr>
            </a:br>
            <a:endParaRPr lang="es-A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4171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xmlns="" id="{7DF4A598-F118-4A11-A5C8-08006712796B}"/>
              </a:ext>
            </a:extLst>
          </p:cNvPr>
          <p:cNvSpPr txBox="1"/>
          <p:nvPr/>
        </p:nvSpPr>
        <p:spPr>
          <a:xfrm>
            <a:off x="1429555" y="594505"/>
            <a:ext cx="61045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dirty="0"/>
              <a:t>¿Cómo instalamos?</a:t>
            </a:r>
          </a:p>
          <a:p>
            <a:endParaRPr lang="es-MX" dirty="0"/>
          </a:p>
          <a:p>
            <a:r>
              <a:rPr lang="es-AR" dirty="0"/>
              <a:t>https://dev.mysql.com/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312" y="2000501"/>
            <a:ext cx="9544050" cy="42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39329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39253" y="155874"/>
            <a:ext cx="9190488" cy="6533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8307" y="404717"/>
            <a:ext cx="11448789" cy="5984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A2E56276-C7A1-4D4F-A79C-9AEE9646E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388" y="1393534"/>
            <a:ext cx="6267450" cy="471487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xmlns="" id="{37AECEDA-D93C-474D-81E1-0A68AAF44255}"/>
              </a:ext>
            </a:extLst>
          </p:cNvPr>
          <p:cNvSpPr txBox="1"/>
          <p:nvPr/>
        </p:nvSpPr>
        <p:spPr>
          <a:xfrm>
            <a:off x="1674388" y="743485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https://dev.mysql.com/downloads/mysql/</a:t>
            </a:r>
          </a:p>
        </p:txBody>
      </p:sp>
    </p:spTree>
    <p:extLst>
      <p:ext uri="{BB962C8B-B14F-4D97-AF65-F5344CB8AC3E}">
        <p14:creationId xmlns:p14="http://schemas.microsoft.com/office/powerpoint/2010/main" xmlns="" val="148582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4B5EC6CC-88EC-4140-8F9E-DECA63119C5B}"/>
              </a:ext>
            </a:extLst>
          </p:cNvPr>
          <p:cNvSpPr txBox="1"/>
          <p:nvPr/>
        </p:nvSpPr>
        <p:spPr>
          <a:xfrm>
            <a:off x="1262129" y="922607"/>
            <a:ext cx="79205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Instalación de MySQL</a:t>
            </a:r>
          </a:p>
          <a:p>
            <a:endParaRPr lang="es-MX" dirty="0"/>
          </a:p>
          <a:p>
            <a:r>
              <a:rPr lang="es-MX" dirty="0"/>
              <a:t>• MySQL Server: Es el motor de base de datos</a:t>
            </a:r>
          </a:p>
          <a:p>
            <a:r>
              <a:rPr lang="es-MX" dirty="0"/>
              <a:t>• MySQL </a:t>
            </a:r>
            <a:r>
              <a:rPr lang="es-MX" dirty="0" err="1"/>
              <a:t>Connectors</a:t>
            </a:r>
            <a:r>
              <a:rPr lang="es-MX" dirty="0"/>
              <a:t>: Contiene conectores para diversas aplicaciones</a:t>
            </a:r>
          </a:p>
          <a:p>
            <a:r>
              <a:rPr lang="es-MX" dirty="0"/>
              <a:t>• MySQL </a:t>
            </a:r>
            <a:r>
              <a:rPr lang="es-MX" dirty="0" err="1"/>
              <a:t>Workbench</a:t>
            </a:r>
            <a:r>
              <a:rPr lang="es-MX" dirty="0"/>
              <a:t>: Nos provee una interface gráfica para administrar los   objetos y hacer consultas.</a:t>
            </a:r>
            <a:endParaRPr lang="es-AR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xmlns="" id="{A2C59E90-65A7-4E42-8F54-623231B85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79" y="3008104"/>
            <a:ext cx="10443935" cy="305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17750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1036851" y="453781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MySQL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2C8EB5CD-C03E-4DA9-AE84-B48BB45C4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25" y="917337"/>
            <a:ext cx="7279446" cy="548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97048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877194" y="308638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MySQL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5458CF74-54B5-4801-98BE-48EC24AB2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340" y="843091"/>
            <a:ext cx="7506748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04610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325564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MySQL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307C2B3A-9AB5-43C8-862A-54F588242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288" y="816638"/>
            <a:ext cx="7544853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27894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1B3F3CCF-4985-4B36-889A-A7E968BCC9C8}"/>
              </a:ext>
            </a:extLst>
          </p:cNvPr>
          <p:cNvSpPr txBox="1"/>
          <p:nvPr/>
        </p:nvSpPr>
        <p:spPr>
          <a:xfrm>
            <a:off x="978794" y="325564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MySQL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xmlns="" id="{2417C752-4E9C-4063-B44D-564434272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684" y="2061971"/>
            <a:ext cx="7211431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99384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410238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MySQL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63615E5A-89FF-4579-8676-EF453E7C5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830" y="779570"/>
            <a:ext cx="7544853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10650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891709" y="468295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MySQL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966AE534-FE32-478B-97C2-42F8E1747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142" y="837627"/>
            <a:ext cx="7573432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96192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1022337" y="366695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MySQL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E22FEEF1-0E68-45BC-832D-703F70AB6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810" y="804086"/>
            <a:ext cx="7487695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34657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1036851" y="277034"/>
            <a:ext cx="2475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MySQL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45D589D2-4B15-4D3E-8A82-4CC03766F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630" y="802125"/>
            <a:ext cx="7544853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2375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1099379" y="410238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MySQL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00F13799-FD1D-4064-9B28-E14FB4D65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006" y="779570"/>
            <a:ext cx="7516274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39741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366695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MySQL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313A17E8-00C1-4878-AB64-796A8CA6C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826" y="1026313"/>
            <a:ext cx="7506748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23493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816638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MySQL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45148579-E418-494D-A603-FBE1531E3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870" y="1587903"/>
            <a:ext cx="5449060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64201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511838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MySQL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A407CAA9-B9D2-422D-86D3-D21AB6B6F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115" y="881170"/>
            <a:ext cx="7478169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81196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443593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MySQL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978C7505-2E13-4395-A132-00C78F949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062" y="976602"/>
            <a:ext cx="7449590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44675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363670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MySQL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7954D1BB-43FE-445D-976C-A915C1764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972" y="816638"/>
            <a:ext cx="7478169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49248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329402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MySQL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44BA6180-9141-4921-8DB0-36DD4EF22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552" y="932752"/>
            <a:ext cx="7487695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3950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220822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MySQL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C3B9A401-36CA-4216-9710-EBB959FC8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48" y="590154"/>
            <a:ext cx="7449590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386151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192747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MySQL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970CDD23-E53C-4058-BA94-F906A48BC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826" y="658411"/>
            <a:ext cx="7506748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0508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659480" y="300823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MySQL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E8F83083-98D7-4782-A202-468B939A8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577" y="812800"/>
            <a:ext cx="7516274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20238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1022337" y="410238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MySQL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0367BC8F-7D53-4875-94C9-63641ED09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37" y="899704"/>
            <a:ext cx="7544853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636647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833651" y="324358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MySQL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49C99181-7A78-4265-9A93-754039229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319" y="817844"/>
            <a:ext cx="7449590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33398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225572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MySQL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1181D013-784A-4D6C-AFEE-3DC922170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026" y="741491"/>
            <a:ext cx="7506748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628270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20737" y="352181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MySQL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E7CB0791-BBF6-4331-93B4-33070148D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340" y="721513"/>
            <a:ext cx="7506748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548244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453781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Instalación de Shell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93B5D3C0-DD61-4C19-ADD8-23591E11E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046" y="1575862"/>
            <a:ext cx="6344535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705093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887824" y="442895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Usando MySQL Workbench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2E43A53C-52CE-4A03-8B9C-1C9EA4279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24" y="812227"/>
            <a:ext cx="9688277" cy="552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348293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410238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Usando MySQL Workbench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2EE4E8FD-851B-43B4-9B7B-4EBDFEE8E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694" y="1103634"/>
            <a:ext cx="8145012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229312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410238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Usando MySQL Workbench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530EEEB0-A7FB-4423-BFAF-D7B0FF543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893" y="875943"/>
            <a:ext cx="8078327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184560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410238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Usando MySQL Workbench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7C6CD95D-45AF-40C8-B485-F922536B5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151" y="856891"/>
            <a:ext cx="8145012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994150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410238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Usando MySQL Workbench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2FE12D3A-1AF5-4993-9719-5FA88A4E7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794" y="903438"/>
            <a:ext cx="9745435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034982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410238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Creamos un Esquema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95C7423F-0E19-4D30-A5F4-D9A801258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589" y="1072807"/>
            <a:ext cx="6706536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64681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410238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Creamos un Esquema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652CB73B-E5DE-4ECA-9BCC-512740673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820" y="937865"/>
            <a:ext cx="6611273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254291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410238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Creamos un Esquema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E6674E6E-E063-4E05-AFA9-10F5FF8B1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87" y="1068718"/>
            <a:ext cx="9602540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668126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410238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Exploramos nuestro Esquema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155BDBD5-2916-463F-9BB1-DB3D97AB6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61" y="932017"/>
            <a:ext cx="9440592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388297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410238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C</a:t>
            </a:r>
            <a:r>
              <a:rPr lang="es-AR" dirty="0"/>
              <a:t>reamos una tabla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903B925E-F1ED-46E3-8556-C0CD4CCCB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794" y="959840"/>
            <a:ext cx="9402487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75476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410238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Significado de las Columnas</a:t>
            </a:r>
            <a:endParaRPr lang="es-AR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086362AC-F5A9-46EE-B986-880272D1D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14" y="4530615"/>
            <a:ext cx="7015468" cy="1058938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44780" y="993859"/>
            <a:ext cx="6638925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9349928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410238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C</a:t>
            </a:r>
            <a:r>
              <a:rPr lang="es-AR" dirty="0"/>
              <a:t>reamos una tabla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C447815E-E747-4A29-B439-29B9A6FB7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794" y="779570"/>
            <a:ext cx="7506748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099936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410238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Creación de una Consulta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538943FB-3F88-475C-AC73-8B232CCEE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33" y="779570"/>
            <a:ext cx="10650436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905076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978794" y="410238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</a:t>
            </a:r>
            <a:r>
              <a:rPr lang="es-AR" dirty="0"/>
              <a:t>lenamos los datos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E40E26FF-C1E7-413A-8049-8D4B4E1BE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49" y="779570"/>
            <a:ext cx="10440857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584749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528852" y="265095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Creación de un índice</a:t>
            </a: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5B1534A4-9D9F-4348-B965-F0B3C7AC3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83" y="634427"/>
            <a:ext cx="10208622" cy="561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842498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528852" y="265095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Creación de un índice</a:t>
            </a:r>
            <a:endParaRPr lang="es-AR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90349D78-1969-4071-83CB-6E0BBF679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76" y="854376"/>
            <a:ext cx="9211961" cy="543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051034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528852" y="265095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Creación de un procedimiento almacenado</a:t>
            </a: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ECFBECB0-E730-4FD8-A25B-2E293EB30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39" y="758438"/>
            <a:ext cx="10717121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710101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029C5046-28CA-4526-9A45-18A306E10752}"/>
              </a:ext>
            </a:extLst>
          </p:cNvPr>
          <p:cNvSpPr txBox="1"/>
          <p:nvPr/>
        </p:nvSpPr>
        <p:spPr>
          <a:xfrm>
            <a:off x="528852" y="265095"/>
            <a:ext cx="6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Creación de un procedimiento almacenado</a:t>
            </a:r>
            <a:endParaRPr lang="es-AR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EBF9AAB3-DAF4-4B20-B727-27EA23D09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52" y="758438"/>
            <a:ext cx="9221487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123328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FE6AD648-BED6-4A04-AE1E-52D78EAC5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56" y="456785"/>
            <a:ext cx="9945488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188397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13328C51-3E1A-44BF-9210-74D9E41433E2}"/>
              </a:ext>
            </a:extLst>
          </p:cNvPr>
          <p:cNvSpPr txBox="1"/>
          <p:nvPr/>
        </p:nvSpPr>
        <p:spPr>
          <a:xfrm>
            <a:off x="1356165" y="2601894"/>
            <a:ext cx="83103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7200" dirty="0"/>
              <a:t>Muchas Gracias !!!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xmlns="" val="34155801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460</TotalTime>
  <Words>190</Words>
  <Application>Microsoft Office PowerPoint</Application>
  <PresentationFormat>Personalizado</PresentationFormat>
  <Paragraphs>52</Paragraphs>
  <Slides>50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50</vt:i4>
      </vt:variant>
    </vt:vector>
  </HeadingPairs>
  <TitlesOfParts>
    <vt:vector size="51" baseType="lpstr">
      <vt:lpstr>Faceta</vt:lpstr>
      <vt:lpstr>Diapositiva 1</vt:lpstr>
      <vt:lpstr>Agenda  • ¿Cómo instalamos? • ¿Qué herramientas tenemos? • Creamos una DB • Creamos dos tablas • Cargamos datos • Hacemos un join • Creamos un índice • Creamos un procedimiento almacenado  • Creamos un trigger 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  <vt:lpstr>Diapositiva 13</vt:lpstr>
      <vt:lpstr>Diapositiva 14</vt:lpstr>
      <vt:lpstr>Diapositiva 15</vt:lpstr>
      <vt:lpstr>Diapositiva 16</vt:lpstr>
      <vt:lpstr>Diapositiva 17</vt:lpstr>
      <vt:lpstr>Diapositiva 18</vt:lpstr>
      <vt:lpstr>Diapositiva 19</vt:lpstr>
      <vt:lpstr>Diapositiva 20</vt:lpstr>
      <vt:lpstr>Diapositiva 21</vt:lpstr>
      <vt:lpstr>Diapositiva 22</vt:lpstr>
      <vt:lpstr>Diapositiva 23</vt:lpstr>
      <vt:lpstr>Diapositiva 24</vt:lpstr>
      <vt:lpstr>Diapositiva 25</vt:lpstr>
      <vt:lpstr>Diapositiva 26</vt:lpstr>
      <vt:lpstr>Diapositiva 27</vt:lpstr>
      <vt:lpstr>Diapositiva 28</vt:lpstr>
      <vt:lpstr>Diapositiva 29</vt:lpstr>
      <vt:lpstr>Diapositiva 30</vt:lpstr>
      <vt:lpstr>Diapositiva 31</vt:lpstr>
      <vt:lpstr>Diapositiva 32</vt:lpstr>
      <vt:lpstr>Diapositiva 33</vt:lpstr>
      <vt:lpstr>Diapositiva 34</vt:lpstr>
      <vt:lpstr>Diapositiva 35</vt:lpstr>
      <vt:lpstr>Diapositiva 36</vt:lpstr>
      <vt:lpstr>Diapositiva 37</vt:lpstr>
      <vt:lpstr>Diapositiva 38</vt:lpstr>
      <vt:lpstr>Diapositiva 39</vt:lpstr>
      <vt:lpstr>Diapositiva 40</vt:lpstr>
      <vt:lpstr>Diapositiva 41</vt:lpstr>
      <vt:lpstr>Diapositiva 42</vt:lpstr>
      <vt:lpstr>Diapositiva 43</vt:lpstr>
      <vt:lpstr>Diapositiva 44</vt:lpstr>
      <vt:lpstr>Diapositiva 45</vt:lpstr>
      <vt:lpstr>Diapositiva 46</vt:lpstr>
      <vt:lpstr>Diapositiva 47</vt:lpstr>
      <vt:lpstr>Diapositiva 48</vt:lpstr>
      <vt:lpstr>Diapositiva 49</vt:lpstr>
      <vt:lpstr>Diapositiva 50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 luis andrada</dc:creator>
  <cp:lastModifiedBy>jose luis andrada</cp:lastModifiedBy>
  <cp:revision>15</cp:revision>
  <dcterms:created xsi:type="dcterms:W3CDTF">2023-05-16T11:50:05Z</dcterms:created>
  <dcterms:modified xsi:type="dcterms:W3CDTF">2025-04-03T12:20:35Z</dcterms:modified>
</cp:coreProperties>
</file>