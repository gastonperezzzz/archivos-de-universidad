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270" r:id="rId3"/>
    <p:sldId id="287" r:id="rId4"/>
    <p:sldId id="286" r:id="rId5"/>
    <p:sldId id="289" r:id="rId6"/>
    <p:sldId id="288" r:id="rId7"/>
    <p:sldId id="290" r:id="rId8"/>
    <p:sldId id="292" r:id="rId9"/>
    <p:sldId id="291" r:id="rId10"/>
    <p:sldId id="272" r:id="rId11"/>
    <p:sldId id="273" r:id="rId12"/>
    <p:sldId id="275" r:id="rId13"/>
    <p:sldId id="277" r:id="rId14"/>
    <p:sldId id="282" r:id="rId15"/>
    <p:sldId id="283" r:id="rId16"/>
    <p:sldId id="284" r:id="rId17"/>
    <p:sldId id="285" r:id="rId18"/>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6EC7"/>
    <a:srgbClr val="217431"/>
    <a:srgbClr val="196E2A"/>
    <a:srgbClr val="247633"/>
    <a:srgbClr val="2D7C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B4B98B0-60AC-42C2-AFA5-B58CD77FA1E5}"/>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87" autoAdjust="0"/>
    <p:restoredTop sz="95645"/>
  </p:normalViewPr>
  <p:slideViewPr>
    <p:cSldViewPr snapToGrid="0">
      <p:cViewPr varScale="1">
        <p:scale>
          <a:sx n="107" d="100"/>
          <a:sy n="107" d="100"/>
        </p:scale>
        <p:origin x="744" y="102"/>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customXml" Target="../customXml/item3.xml"/><Relationship Id="rId25" Type="http://schemas.openxmlformats.org/officeDocument/2006/relationships/customXml" Target="../customXml/item2.xml"/><Relationship Id="rId24" Type="http://schemas.openxmlformats.org/officeDocument/2006/relationships/customXml" Target="../customXml/item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p>
        </p:txBody>
      </p:sp>
      <p:sp>
        <p:nvSpPr>
          <p:cNvPr id="3" name="Marcador de posición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3A45BA1-980A-4507-BE5A-5C1E7C2FFD8F}" type="datetimeFigureOut">
              <a:rPr lang="en-US"/>
            </a:fld>
            <a:endParaRPr lang="en-US"/>
          </a:p>
        </p:txBody>
      </p:sp>
      <p:sp>
        <p:nvSpPr>
          <p:cNvPr id="4" name="Marcador de posición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7E03411-58E2-43FD-AE1D-AD77DFF8CB20}" type="slidenum">
              <a:rPr/>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5A3416D-7FED-43BC-AA7C-D92DBA01ED64}" type="datetimeFigureOut">
              <a:rPr lang="en-US"/>
            </a:fld>
            <a:endParaRPr lang="en-US"/>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t>Haga clic para modificar los estilos de texto del patrón</a:t>
            </a:r>
          </a:p>
          <a:p>
            <a:pPr lvl="1" rtl="0"/>
            <a:r>
              <a:t>Segundo nivel</a:t>
            </a:r>
          </a:p>
          <a:p>
            <a:pPr lvl="2" rtl="0"/>
            <a:r>
              <a:t>Tercer nivel</a:t>
            </a:r>
          </a:p>
          <a:p>
            <a:pPr lvl="3" rtl="0"/>
            <a:r>
              <a:t>Cuarto nivel</a:t>
            </a:r>
          </a:p>
          <a:p>
            <a:pPr lvl="4" rtl="0"/>
            <a:r>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8DC57A8-AE18-4654-B6AF-04B3577165BE}" type="slidenum">
              <a:rPr/>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1">
            <a:alpha val="85000"/>
          </a:schemeClr>
        </a:solidFill>
        <a:effectLst/>
      </p:bgPr>
    </p:bg>
    <p:spTree>
      <p:nvGrpSpPr>
        <p:cNvPr id="1" name=""/>
        <p:cNvGrpSpPr/>
        <p:nvPr/>
      </p:nvGrpSpPr>
      <p:grpSpPr>
        <a:xfrm>
          <a:off x="0" y="0"/>
          <a:ext cx="0" cy="0"/>
          <a:chOff x="0" y="0"/>
          <a:chExt cx="0" cy="0"/>
        </a:xfrm>
      </p:grpSpPr>
      <p:sp>
        <p:nvSpPr>
          <p:cNvPr id="4" name="Rectángulo 3"/>
          <p:cNvSpPr/>
          <p:nvPr userDrawn="1"/>
        </p:nvSpPr>
        <p:spPr>
          <a:xfrm>
            <a:off x="0" y="0"/>
            <a:ext cx="12192000" cy="2377440"/>
          </a:xfrm>
          <a:prstGeom prst="rect">
            <a:avLst/>
          </a:prstGeom>
          <a:solidFill>
            <a:schemeClr val="accent1">
              <a:lumMod val="60000"/>
              <a:lumOff val="4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9" name="Forma libre 28"/>
          <p:cNvSpPr/>
          <p:nvPr userDrawn="1"/>
        </p:nvSpPr>
        <p:spPr>
          <a:xfrm>
            <a:off x="7655440" y="0"/>
            <a:ext cx="4536560" cy="6858000"/>
          </a:xfrm>
          <a:custGeom>
            <a:avLst/>
            <a:gdLst>
              <a:gd name="connsiteX0" fmla="*/ 1369921 w 4536560"/>
              <a:gd name="connsiteY0" fmla="*/ 3429936 h 6858000"/>
              <a:gd name="connsiteX1" fmla="*/ 1369604 w 4536560"/>
              <a:gd name="connsiteY1" fmla="*/ 3437739 h 6858000"/>
              <a:gd name="connsiteX2" fmla="*/ 1370024 w 4536560"/>
              <a:gd name="connsiteY2" fmla="*/ 3431402 h 6858000"/>
              <a:gd name="connsiteX3" fmla="*/ 1369921 w 4536560"/>
              <a:gd name="connsiteY3" fmla="*/ 3429936 h 6858000"/>
              <a:gd name="connsiteX4" fmla="*/ 4536560 w 4536560"/>
              <a:gd name="connsiteY4" fmla="*/ 2307996 h 6858000"/>
              <a:gd name="connsiteX5" fmla="*/ 4536560 w 4536560"/>
              <a:gd name="connsiteY5" fmla="*/ 4166922 h 6858000"/>
              <a:gd name="connsiteX6" fmla="*/ 4378016 w 4536560"/>
              <a:gd name="connsiteY6" fmla="*/ 4342677 h 6858000"/>
              <a:gd name="connsiteX7" fmla="*/ 3343367 w 4536560"/>
              <a:gd name="connsiteY7" fmla="*/ 5545671 h 6858000"/>
              <a:gd name="connsiteX8" fmla="*/ 3842360 w 4536560"/>
              <a:gd name="connsiteY8" fmla="*/ 5822049 h 6858000"/>
              <a:gd name="connsiteX9" fmla="*/ 4449541 w 4536560"/>
              <a:gd name="connsiteY9" fmla="*/ 5285319 h 6858000"/>
              <a:gd name="connsiteX10" fmla="*/ 4536560 w 4536560"/>
              <a:gd name="connsiteY10" fmla="*/ 5205610 h 6858000"/>
              <a:gd name="connsiteX11" fmla="*/ 4536560 w 4536560"/>
              <a:gd name="connsiteY11" fmla="*/ 6598254 h 6858000"/>
              <a:gd name="connsiteX12" fmla="*/ 4531099 w 4536560"/>
              <a:gd name="connsiteY12" fmla="*/ 6602245 h 6858000"/>
              <a:gd name="connsiteX13" fmla="*/ 4223480 w 4536560"/>
              <a:gd name="connsiteY13" fmla="*/ 6804907 h 6858000"/>
              <a:gd name="connsiteX14" fmla="*/ 4129630 w 4536560"/>
              <a:gd name="connsiteY14" fmla="*/ 6858000 h 6858000"/>
              <a:gd name="connsiteX15" fmla="*/ 2394230 w 4536560"/>
              <a:gd name="connsiteY15" fmla="*/ 6858000 h 6858000"/>
              <a:gd name="connsiteX16" fmla="*/ 2341579 w 4536560"/>
              <a:gd name="connsiteY16" fmla="*/ 6757602 h 6858000"/>
              <a:gd name="connsiteX17" fmla="*/ 2237133 w 4536560"/>
              <a:gd name="connsiteY17" fmla="*/ 6241479 h 6858000"/>
              <a:gd name="connsiteX18" fmla="*/ 2896577 w 4536560"/>
              <a:gd name="connsiteY18" fmla="*/ 4649046 h 6858000"/>
              <a:gd name="connsiteX19" fmla="*/ 4342012 w 4536560"/>
              <a:gd name="connsiteY19" fmla="*/ 2594462 h 6858000"/>
              <a:gd name="connsiteX20" fmla="*/ 1569917 w 4536560"/>
              <a:gd name="connsiteY20" fmla="*/ 0 h 6858000"/>
              <a:gd name="connsiteX21" fmla="*/ 3277257 w 4536560"/>
              <a:gd name="connsiteY21" fmla="*/ 0 h 6858000"/>
              <a:gd name="connsiteX22" fmla="*/ 3265421 w 4536560"/>
              <a:gd name="connsiteY22" fmla="*/ 24212 h 6858000"/>
              <a:gd name="connsiteX23" fmla="*/ 2711728 w 4536560"/>
              <a:gd name="connsiteY23" fmla="*/ 976138 h 6858000"/>
              <a:gd name="connsiteX24" fmla="*/ 2873119 w 4536560"/>
              <a:gd name="connsiteY24" fmla="*/ 1169270 h 6858000"/>
              <a:gd name="connsiteX25" fmla="*/ 3570770 w 4536560"/>
              <a:gd name="connsiteY25" fmla="*/ 502084 h 6858000"/>
              <a:gd name="connsiteX26" fmla="*/ 4121246 w 4536560"/>
              <a:gd name="connsiteY26" fmla="*/ 65302 h 6858000"/>
              <a:gd name="connsiteX27" fmla="*/ 4222502 w 4536560"/>
              <a:gd name="connsiteY27" fmla="*/ 0 h 6858000"/>
              <a:gd name="connsiteX28" fmla="*/ 4536560 w 4536560"/>
              <a:gd name="connsiteY28" fmla="*/ 0 h 6858000"/>
              <a:gd name="connsiteX29" fmla="*/ 4536560 w 4536560"/>
              <a:gd name="connsiteY29" fmla="*/ 2074680 h 6858000"/>
              <a:gd name="connsiteX30" fmla="*/ 4509254 w 4536560"/>
              <a:gd name="connsiteY30" fmla="*/ 2048878 h 6858000"/>
              <a:gd name="connsiteX31" fmla="*/ 4388551 w 4536560"/>
              <a:gd name="connsiteY31" fmla="*/ 2054918 h 6858000"/>
              <a:gd name="connsiteX32" fmla="*/ 3165647 w 4536560"/>
              <a:gd name="connsiteY32" fmla="*/ 3273259 h 6858000"/>
              <a:gd name="connsiteX33" fmla="*/ 2049383 w 4536560"/>
              <a:gd name="connsiteY33" fmla="*/ 4347166 h 6858000"/>
              <a:gd name="connsiteX34" fmla="*/ 1491381 w 4536560"/>
              <a:gd name="connsiteY34" fmla="*/ 4664216 h 6858000"/>
              <a:gd name="connsiteX35" fmla="*/ 603321 w 4536560"/>
              <a:gd name="connsiteY35" fmla="*/ 4527919 h 6858000"/>
              <a:gd name="connsiteX36" fmla="*/ 57745 w 4536560"/>
              <a:gd name="connsiteY36" fmla="*/ 3702115 h 6858000"/>
              <a:gd name="connsiteX37" fmla="*/ 20481 w 4536560"/>
              <a:gd name="connsiteY37" fmla="*/ 3547906 h 6858000"/>
              <a:gd name="connsiteX38" fmla="*/ 0 w 4536560"/>
              <a:gd name="connsiteY38" fmla="*/ 3418889 h 6858000"/>
              <a:gd name="connsiteX39" fmla="*/ 0 w 4536560"/>
              <a:gd name="connsiteY39" fmla="*/ 2909029 h 6858000"/>
              <a:gd name="connsiteX40" fmla="*/ 12792 w 4536560"/>
              <a:gd name="connsiteY40" fmla="*/ 2814538 h 6858000"/>
              <a:gd name="connsiteX41" fmla="*/ 513531 w 4536560"/>
              <a:gd name="connsiteY41" fmla="*/ 1569488 h 6858000"/>
              <a:gd name="connsiteX42" fmla="*/ 1358852 w 4536560"/>
              <a:gd name="connsiteY42" fmla="*/ 29779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36560" h="6858000">
                <a:moveTo>
                  <a:pt x="1369921" y="3429936"/>
                </a:moveTo>
                <a:cubicBezTo>
                  <a:pt x="1369721" y="3433053"/>
                  <a:pt x="1369602" y="3435787"/>
                  <a:pt x="1369604" y="3437739"/>
                </a:cubicBezTo>
                <a:cubicBezTo>
                  <a:pt x="1369540" y="3444423"/>
                  <a:pt x="1370639" y="3443386"/>
                  <a:pt x="1370024" y="3431402"/>
                </a:cubicBezTo>
                <a:cubicBezTo>
                  <a:pt x="1370003" y="3430924"/>
                  <a:pt x="1369949" y="3430412"/>
                  <a:pt x="1369921" y="3429936"/>
                </a:cubicBezTo>
                <a:close/>
                <a:moveTo>
                  <a:pt x="4536560" y="2307996"/>
                </a:moveTo>
                <a:lnTo>
                  <a:pt x="4536560" y="4166922"/>
                </a:lnTo>
                <a:lnTo>
                  <a:pt x="4378016" y="4342677"/>
                </a:lnTo>
                <a:cubicBezTo>
                  <a:pt x="3901993" y="4871411"/>
                  <a:pt x="3472738" y="5356155"/>
                  <a:pt x="3343367" y="5545671"/>
                </a:cubicBezTo>
                <a:cubicBezTo>
                  <a:pt x="3141406" y="5841490"/>
                  <a:pt x="3255970" y="6262857"/>
                  <a:pt x="3842360" y="5822049"/>
                </a:cubicBezTo>
                <a:cubicBezTo>
                  <a:pt x="3979183" y="5719190"/>
                  <a:pt x="4193939" y="5520611"/>
                  <a:pt x="4449541" y="5285319"/>
                </a:cubicBezTo>
                <a:lnTo>
                  <a:pt x="4536560" y="5205610"/>
                </a:lnTo>
                <a:lnTo>
                  <a:pt x="4536560" y="6598254"/>
                </a:lnTo>
                <a:lnTo>
                  <a:pt x="4531099" y="6602245"/>
                </a:lnTo>
                <a:cubicBezTo>
                  <a:pt x="4429064" y="6673483"/>
                  <a:pt x="4326249" y="6741594"/>
                  <a:pt x="4223480" y="6804907"/>
                </a:cubicBezTo>
                <a:lnTo>
                  <a:pt x="4129630" y="6858000"/>
                </a:lnTo>
                <a:lnTo>
                  <a:pt x="2394230" y="6858000"/>
                </a:lnTo>
                <a:lnTo>
                  <a:pt x="2341579" y="6757602"/>
                </a:lnTo>
                <a:cubicBezTo>
                  <a:pt x="2263267" y="6574111"/>
                  <a:pt x="2242080" y="6375942"/>
                  <a:pt x="2237133" y="6241479"/>
                </a:cubicBezTo>
                <a:cubicBezTo>
                  <a:pt x="2213348" y="5594834"/>
                  <a:pt x="2589635" y="5060904"/>
                  <a:pt x="2896577" y="4649046"/>
                </a:cubicBezTo>
                <a:cubicBezTo>
                  <a:pt x="3173784" y="4291599"/>
                  <a:pt x="3811190" y="3373586"/>
                  <a:pt x="4342012" y="2594462"/>
                </a:cubicBezTo>
                <a:close/>
                <a:moveTo>
                  <a:pt x="1569917" y="0"/>
                </a:moveTo>
                <a:lnTo>
                  <a:pt x="3277257" y="0"/>
                </a:lnTo>
                <a:lnTo>
                  <a:pt x="3265421" y="24212"/>
                </a:lnTo>
                <a:cubicBezTo>
                  <a:pt x="3091239" y="358912"/>
                  <a:pt x="2903809" y="671098"/>
                  <a:pt x="2711728" y="976138"/>
                </a:cubicBezTo>
                <a:cubicBezTo>
                  <a:pt x="2640406" y="1089409"/>
                  <a:pt x="2783280" y="1260448"/>
                  <a:pt x="2873119" y="1169270"/>
                </a:cubicBezTo>
                <a:cubicBezTo>
                  <a:pt x="3099690" y="939309"/>
                  <a:pt x="3330399" y="714412"/>
                  <a:pt x="3570770" y="502084"/>
                </a:cubicBezTo>
                <a:cubicBezTo>
                  <a:pt x="3748849" y="348520"/>
                  <a:pt x="3928914" y="196861"/>
                  <a:pt x="4121246" y="65302"/>
                </a:cubicBezTo>
                <a:lnTo>
                  <a:pt x="4222502" y="0"/>
                </a:lnTo>
                <a:lnTo>
                  <a:pt x="4536560" y="0"/>
                </a:lnTo>
                <a:lnTo>
                  <a:pt x="4536560" y="2074680"/>
                </a:lnTo>
                <a:lnTo>
                  <a:pt x="4509254" y="2048878"/>
                </a:lnTo>
                <a:cubicBezTo>
                  <a:pt x="4471726" y="2022910"/>
                  <a:pt x="4426420" y="2018588"/>
                  <a:pt x="4388551" y="2054918"/>
                </a:cubicBezTo>
                <a:cubicBezTo>
                  <a:pt x="3945445" y="2480129"/>
                  <a:pt x="3431534" y="2989333"/>
                  <a:pt x="3165647" y="3273259"/>
                </a:cubicBezTo>
                <a:cubicBezTo>
                  <a:pt x="2819661" y="3643131"/>
                  <a:pt x="2451661" y="4036304"/>
                  <a:pt x="2049383" y="4347166"/>
                </a:cubicBezTo>
                <a:cubicBezTo>
                  <a:pt x="1880916" y="4474309"/>
                  <a:pt x="1696976" y="4594310"/>
                  <a:pt x="1491381" y="4664216"/>
                </a:cubicBezTo>
                <a:cubicBezTo>
                  <a:pt x="1227898" y="4757455"/>
                  <a:pt x="895514" y="4745060"/>
                  <a:pt x="603321" y="4527919"/>
                </a:cubicBezTo>
                <a:cubicBezTo>
                  <a:pt x="350954" y="4344110"/>
                  <a:pt x="153289" y="4028604"/>
                  <a:pt x="57745" y="3702115"/>
                </a:cubicBezTo>
                <a:cubicBezTo>
                  <a:pt x="43025" y="3650321"/>
                  <a:pt x="30656" y="3598913"/>
                  <a:pt x="20481" y="3547906"/>
                </a:cubicBezTo>
                <a:lnTo>
                  <a:pt x="0" y="3418889"/>
                </a:lnTo>
                <a:lnTo>
                  <a:pt x="0" y="2909029"/>
                </a:lnTo>
                <a:lnTo>
                  <a:pt x="12792" y="2814538"/>
                </a:lnTo>
                <a:cubicBezTo>
                  <a:pt x="91196" y="2347946"/>
                  <a:pt x="310477" y="1928306"/>
                  <a:pt x="513531" y="1569488"/>
                </a:cubicBezTo>
                <a:cubicBezTo>
                  <a:pt x="776130" y="1119929"/>
                  <a:pt x="1066639" y="707145"/>
                  <a:pt x="1358852" y="29779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0" name="Elipse 29"/>
          <p:cNvSpPr/>
          <p:nvPr userDrawn="1"/>
        </p:nvSpPr>
        <p:spPr>
          <a:xfrm>
            <a:off x="685800" y="548640"/>
            <a:ext cx="578411" cy="57841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ctrTitle"/>
          </p:nvPr>
        </p:nvSpPr>
        <p:spPr>
          <a:xfrm>
            <a:off x="685800" y="1188720"/>
            <a:ext cx="6492240" cy="4023360"/>
          </a:xfrm>
        </p:spPr>
        <p:txBody>
          <a:bodyPr rtlCol="0" anchor="b">
            <a:normAutofit/>
          </a:bodyPr>
          <a:lstStyle>
            <a:lvl1pPr algn="l">
              <a:defRPr sz="4400"/>
            </a:lvl1pPr>
          </a:lstStyle>
          <a:p>
            <a:pPr rtl="0"/>
            <a:r>
              <a:rPr lang="es-ES"/>
              <a:t>Haga clic para modificar el estilo de título del patrón</a:t>
            </a:r>
            <a:endParaRPr dirty="0"/>
          </a:p>
        </p:txBody>
      </p:sp>
      <p:sp>
        <p:nvSpPr>
          <p:cNvPr id="3" name="Subtítulo 2"/>
          <p:cNvSpPr>
            <a:spLocks noGrp="1"/>
          </p:cNvSpPr>
          <p:nvPr>
            <p:ph type="subTitle" idx="1" hasCustomPrompt="1"/>
          </p:nvPr>
        </p:nvSpPr>
        <p:spPr>
          <a:xfrm>
            <a:off x="685800" y="5394960"/>
            <a:ext cx="6492240" cy="914400"/>
          </a:xfrm>
        </p:spPr>
        <p:txBody>
          <a:bodyPr rtlCol="0">
            <a:normAutofit/>
          </a:bodyPr>
          <a:lstStyle>
            <a:lvl1pPr marL="0" indent="0" algn="l">
              <a:spcBef>
                <a:spcPts val="0"/>
              </a:spcBef>
              <a:buNone/>
              <a:defRPr sz="20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a:t>Haga clic para modificar el estilo de subtítulo del patrón</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14" name="Rectángulo 13"/>
          <p:cNvSpPr/>
          <p:nvPr userDrawn="1"/>
        </p:nvSpPr>
        <p:spPr>
          <a:xfrm rot="5400000">
            <a:off x="-381000" y="381000"/>
            <a:ext cx="6858000" cy="6096000"/>
          </a:xfrm>
          <a:prstGeom prst="rect">
            <a:avLst/>
          </a:prstGeom>
          <a:solidFill>
            <a:schemeClr val="accent2">
              <a:lumMod val="40000"/>
              <a:lumOff val="6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Elipse 12"/>
          <p:cNvSpPr/>
          <p:nvPr userDrawn="1"/>
        </p:nvSpPr>
        <p:spPr>
          <a:xfrm>
            <a:off x="685800" y="548640"/>
            <a:ext cx="578411" cy="57841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title"/>
          </p:nvPr>
        </p:nvSpPr>
        <p:spPr>
          <a:xfrm>
            <a:off x="795528" y="1371600"/>
            <a:ext cx="4663440" cy="4754880"/>
          </a:xfrm>
        </p:spPr>
        <p:txBody>
          <a:bodyPr rtlCol="0" anchor="ctr"/>
          <a:lstStyle>
            <a:lvl1pPr>
              <a:defRPr sz="3200"/>
            </a:lvl1pPr>
          </a:lstStyle>
          <a:p>
            <a:pPr rtl="0"/>
            <a:r>
              <a:rPr lang="es-ES"/>
              <a:t>Haga clic para modificar el estilo de título del patrón</a:t>
            </a:r>
            <a:endParaRPr dirty="0"/>
          </a:p>
        </p:txBody>
      </p:sp>
      <p:sp>
        <p:nvSpPr>
          <p:cNvPr id="3" name="Marcador de contenido 2"/>
          <p:cNvSpPr>
            <a:spLocks noGrp="1"/>
          </p:cNvSpPr>
          <p:nvPr>
            <p:ph idx="1" hasCustomPrompt="1"/>
          </p:nvPr>
        </p:nvSpPr>
        <p:spPr>
          <a:xfrm>
            <a:off x="6858000" y="1371600"/>
            <a:ext cx="4572000" cy="4754880"/>
          </a:xfrm>
        </p:spPr>
        <p:txBody>
          <a:bodyPr lIns="274320" tIns="274320" rIns="274320" bIns="274320" rtlCol="0" anchor="ctr">
            <a:normAutofit/>
          </a:bodyPr>
          <a:lstStyle>
            <a:lvl1pPr marL="457200" indent="-457200">
              <a:buClr>
                <a:schemeClr val="accent1"/>
              </a:buClr>
              <a:buSzPct val="150000"/>
              <a:defRPr sz="2000"/>
            </a:lvl1pPr>
            <a:lvl2pPr indent="457200">
              <a:buClr>
                <a:schemeClr val="accent1"/>
              </a:buClr>
              <a:buSzPct val="150000"/>
              <a:defRPr sz="1800"/>
            </a:lvl2pPr>
            <a:lvl3pPr indent="457200">
              <a:buClr>
                <a:schemeClr val="accent1"/>
              </a:buClr>
              <a:buSzPct val="150000"/>
              <a:defRPr sz="1600"/>
            </a:lvl3pPr>
            <a:lvl4pPr indent="457200">
              <a:buClr>
                <a:schemeClr val="accent1"/>
              </a:buClr>
              <a:buSzPct val="150000"/>
              <a:defRPr sz="1400"/>
            </a:lvl4pPr>
            <a:lvl5pPr indent="457200">
              <a:buClr>
                <a:schemeClr val="accent1"/>
              </a:buClr>
              <a:buSzPct val="150000"/>
              <a:defRPr sz="1400"/>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6" name="Marcador de número de diapositiva 5"/>
          <p:cNvSpPr>
            <a:spLocks noGrp="1"/>
          </p:cNvSpPr>
          <p:nvPr>
            <p:ph type="sldNum" sz="quarter" idx="12"/>
          </p:nvPr>
        </p:nvSpPr>
        <p:spPr>
          <a:xfrm>
            <a:off x="795528" y="6413342"/>
            <a:ext cx="762000" cy="228600"/>
          </a:xfrm>
        </p:spPr>
        <p:txBody>
          <a:bodyPr rtlCol="0"/>
          <a:lstStyle/>
          <a:p>
            <a:pPr rtl="0"/>
            <a:fld id="{022B156B-59AE-415F-B24B-8756D48BB977}" type="slidenum">
              <a:rPr/>
            </a:fld>
            <a:endParaRPr dirty="0"/>
          </a:p>
        </p:txBody>
      </p:sp>
      <p:sp>
        <p:nvSpPr>
          <p:cNvPr id="5" name="Marcador de posición de pie de página 4"/>
          <p:cNvSpPr>
            <a:spLocks noGrp="1"/>
          </p:cNvSpPr>
          <p:nvPr>
            <p:ph type="ftr" sz="quarter" idx="11"/>
          </p:nvPr>
        </p:nvSpPr>
        <p:spPr/>
        <p:txBody>
          <a:bodyPr rtlCol="0"/>
          <a:lstStyle/>
          <a:p>
            <a:pPr rtl="0"/>
          </a:p>
        </p:txBody>
      </p:sp>
      <p:sp>
        <p:nvSpPr>
          <p:cNvPr id="4" name="Marcador de posición de fecha 3"/>
          <p:cNvSpPr>
            <a:spLocks noGrp="1"/>
          </p:cNvSpPr>
          <p:nvPr>
            <p:ph type="dt" sz="half" idx="10"/>
          </p:nvPr>
        </p:nvSpPr>
        <p:spPr>
          <a:xfrm>
            <a:off x="10033740" y="6413342"/>
            <a:ext cx="1396260" cy="228600"/>
          </a:xfrm>
        </p:spPr>
        <p:txBody>
          <a:bodyPr rtlCol="0"/>
          <a:lstStyle/>
          <a:p>
            <a:pPr rtl="0"/>
            <a:r>
              <a:rPr lang="en-US"/>
              <a:t>8/5/20XX</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imagen derecha">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5" name="Rectángulo 4"/>
          <p:cNvSpPr/>
          <p:nvPr userDrawn="1"/>
        </p:nvSpPr>
        <p:spPr>
          <a:xfrm>
            <a:off x="0" y="4480560"/>
            <a:ext cx="12192000" cy="2377440"/>
          </a:xfrm>
          <a:prstGeom prst="rect">
            <a:avLst/>
          </a:prstGeom>
          <a:solidFill>
            <a:schemeClr val="accent3">
              <a:lumMod val="40000"/>
              <a:lumOff val="60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Elipse 5"/>
          <p:cNvSpPr/>
          <p:nvPr userDrawn="1"/>
        </p:nvSpPr>
        <p:spPr>
          <a:xfrm>
            <a:off x="685800" y="548640"/>
            <a:ext cx="578411" cy="57841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ctrTitle"/>
          </p:nvPr>
        </p:nvSpPr>
        <p:spPr>
          <a:xfrm>
            <a:off x="685800" y="1188720"/>
            <a:ext cx="6492240" cy="4023360"/>
          </a:xfrm>
        </p:spPr>
        <p:txBody>
          <a:bodyPr rtlCol="0" anchor="b">
            <a:normAutofit/>
          </a:bodyPr>
          <a:lstStyle>
            <a:lvl1pPr algn="l">
              <a:defRPr sz="4400"/>
            </a:lvl1pPr>
          </a:lstStyle>
          <a:p>
            <a:pPr rtl="0"/>
            <a:r>
              <a:rPr lang="es-ES"/>
              <a:t>Haga clic para modificar el estilo de título del patrón</a:t>
            </a:r>
            <a:endParaRPr dirty="0"/>
          </a:p>
        </p:txBody>
      </p:sp>
      <p:sp>
        <p:nvSpPr>
          <p:cNvPr id="10" name="Marcador de posición de imagen 9"/>
          <p:cNvSpPr>
            <a:spLocks noGrp="1"/>
          </p:cNvSpPr>
          <p:nvPr>
            <p:ph type="pic" sz="quarter" idx="10"/>
          </p:nvPr>
        </p:nvSpPr>
        <p:spPr>
          <a:xfrm>
            <a:off x="7863840" y="548640"/>
            <a:ext cx="3653268" cy="5623560"/>
          </a:xfrm>
          <a:custGeom>
            <a:avLst/>
            <a:gdLst>
              <a:gd name="connsiteX0" fmla="*/ 1823887 w 3653268"/>
              <a:gd name="connsiteY0" fmla="*/ 0 h 5623560"/>
              <a:gd name="connsiteX1" fmla="*/ 1829381 w 3653268"/>
              <a:gd name="connsiteY1" fmla="*/ 0 h 5623560"/>
              <a:gd name="connsiteX2" fmla="*/ 2011505 w 3653268"/>
              <a:gd name="connsiteY2" fmla="*/ 8739 h 5623560"/>
              <a:gd name="connsiteX3" fmla="*/ 3653268 w 3653268"/>
              <a:gd name="connsiteY3" fmla="*/ 1725481 h 5623560"/>
              <a:gd name="connsiteX4" fmla="*/ 3653268 w 3653268"/>
              <a:gd name="connsiteY4" fmla="*/ 5623560 h 5623560"/>
              <a:gd name="connsiteX5" fmla="*/ 0 w 3653268"/>
              <a:gd name="connsiteY5" fmla="*/ 5623560 h 5623560"/>
              <a:gd name="connsiteX6" fmla="*/ 0 w 3653268"/>
              <a:gd name="connsiteY6" fmla="*/ 1725481 h 5623560"/>
              <a:gd name="connsiteX7" fmla="*/ 1641763 w 3653268"/>
              <a:gd name="connsiteY7" fmla="*/ 8739 h 562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3268" h="5623560">
                <a:moveTo>
                  <a:pt x="1823887" y="0"/>
                </a:moveTo>
                <a:lnTo>
                  <a:pt x="1829381" y="0"/>
                </a:lnTo>
                <a:lnTo>
                  <a:pt x="2011505" y="8739"/>
                </a:lnTo>
                <a:cubicBezTo>
                  <a:pt x="2923328" y="96739"/>
                  <a:pt x="3636144" y="828758"/>
                  <a:pt x="3653268" y="1725481"/>
                </a:cubicBezTo>
                <a:lnTo>
                  <a:pt x="3653268" y="5623560"/>
                </a:lnTo>
                <a:lnTo>
                  <a:pt x="0" y="5623560"/>
                </a:lnTo>
                <a:lnTo>
                  <a:pt x="0" y="1725481"/>
                </a:lnTo>
                <a:cubicBezTo>
                  <a:pt x="17125" y="828758"/>
                  <a:pt x="729940" y="96739"/>
                  <a:pt x="1641763" y="8739"/>
                </a:cubicBezTo>
                <a:close/>
              </a:path>
            </a:pathLst>
          </a:custGeom>
        </p:spPr>
        <p:txBody>
          <a:bodyPr wrap="square" rtlCol="0">
            <a:noAutofit/>
          </a:bodyPr>
          <a:lstStyle>
            <a:lvl1pPr marL="0" indent="0" algn="ctr">
              <a:buNone/>
              <a:defRPr sz="1600"/>
            </a:lvl1pPr>
          </a:lstStyle>
          <a:p>
            <a:pPr rtl="0"/>
            <a:r>
              <a:rPr lang="es-ES"/>
              <a:t>Haga clic en el icono para agregar una imagen</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subtítulo e imagen izquierda">
    <p:bg>
      <p:bgPr>
        <a:solidFill>
          <a:schemeClr val="accent4">
            <a:alpha val="85000"/>
          </a:schemeClr>
        </a:solidFill>
        <a:effectLst/>
      </p:bgPr>
    </p:bg>
    <p:spTree>
      <p:nvGrpSpPr>
        <p:cNvPr id="1" name=""/>
        <p:cNvGrpSpPr/>
        <p:nvPr/>
      </p:nvGrpSpPr>
      <p:grpSpPr>
        <a:xfrm>
          <a:off x="0" y="0"/>
          <a:ext cx="0" cy="0"/>
          <a:chOff x="0" y="0"/>
          <a:chExt cx="0" cy="0"/>
        </a:xfrm>
      </p:grpSpPr>
      <p:sp>
        <p:nvSpPr>
          <p:cNvPr id="3" name="Rectángulo 2"/>
          <p:cNvSpPr/>
          <p:nvPr userDrawn="1"/>
        </p:nvSpPr>
        <p:spPr>
          <a:xfrm rot="16200000">
            <a:off x="-2240280" y="2240280"/>
            <a:ext cx="6858003" cy="237744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Elipse 3"/>
          <p:cNvSpPr/>
          <p:nvPr userDrawn="1"/>
        </p:nvSpPr>
        <p:spPr>
          <a:xfrm>
            <a:off x="11064240" y="548640"/>
            <a:ext cx="578411" cy="578411"/>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ctrTitle"/>
          </p:nvPr>
        </p:nvSpPr>
        <p:spPr>
          <a:xfrm>
            <a:off x="4937760" y="1188720"/>
            <a:ext cx="6492240" cy="4023360"/>
          </a:xfrm>
        </p:spPr>
        <p:txBody>
          <a:bodyPr rtlCol="0" anchor="b">
            <a:normAutofit/>
          </a:bodyPr>
          <a:lstStyle>
            <a:lvl1pPr algn="l">
              <a:defRPr sz="4400"/>
            </a:lvl1pPr>
          </a:lstStyle>
          <a:p>
            <a:pPr rtl="0"/>
            <a:r>
              <a:rPr lang="es-ES"/>
              <a:t>Haga clic para modificar el estilo de título del patrón</a:t>
            </a:r>
            <a:endParaRPr dirty="0"/>
          </a:p>
        </p:txBody>
      </p:sp>
      <p:sp>
        <p:nvSpPr>
          <p:cNvPr id="7" name="Subtítulo 2"/>
          <p:cNvSpPr>
            <a:spLocks noGrp="1"/>
          </p:cNvSpPr>
          <p:nvPr>
            <p:ph type="subTitle" idx="1" hasCustomPrompt="1"/>
          </p:nvPr>
        </p:nvSpPr>
        <p:spPr>
          <a:xfrm>
            <a:off x="4937760" y="5394960"/>
            <a:ext cx="6492240" cy="914400"/>
          </a:xfrm>
        </p:spPr>
        <p:txBody>
          <a:bodyPr rtlCol="0">
            <a:normAutofit/>
          </a:bodyPr>
          <a:lstStyle>
            <a:lvl1pPr marL="0" indent="0" algn="l">
              <a:spcBef>
                <a:spcPts val="0"/>
              </a:spcBef>
              <a:buNone/>
              <a:defRPr sz="20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a:t>Haga clic para modificar el estilo de subtítulo del patrón</a:t>
            </a:r>
            <a:endParaRPr lang="es-ES"/>
          </a:p>
        </p:txBody>
      </p:sp>
      <p:sp>
        <p:nvSpPr>
          <p:cNvPr id="10" name="Marcador de posición de imagen 9"/>
          <p:cNvSpPr>
            <a:spLocks noGrp="1"/>
          </p:cNvSpPr>
          <p:nvPr>
            <p:ph type="pic" sz="quarter" idx="10"/>
          </p:nvPr>
        </p:nvSpPr>
        <p:spPr>
          <a:xfrm>
            <a:off x="548640" y="548640"/>
            <a:ext cx="3653268" cy="5623560"/>
          </a:xfrm>
          <a:custGeom>
            <a:avLst/>
            <a:gdLst>
              <a:gd name="connsiteX0" fmla="*/ 1823887 w 3653268"/>
              <a:gd name="connsiteY0" fmla="*/ 0 h 5623560"/>
              <a:gd name="connsiteX1" fmla="*/ 1829381 w 3653268"/>
              <a:gd name="connsiteY1" fmla="*/ 0 h 5623560"/>
              <a:gd name="connsiteX2" fmla="*/ 2011505 w 3653268"/>
              <a:gd name="connsiteY2" fmla="*/ 8739 h 5623560"/>
              <a:gd name="connsiteX3" fmla="*/ 3653268 w 3653268"/>
              <a:gd name="connsiteY3" fmla="*/ 1725481 h 5623560"/>
              <a:gd name="connsiteX4" fmla="*/ 3653268 w 3653268"/>
              <a:gd name="connsiteY4" fmla="*/ 5623560 h 5623560"/>
              <a:gd name="connsiteX5" fmla="*/ 0 w 3653268"/>
              <a:gd name="connsiteY5" fmla="*/ 5623560 h 5623560"/>
              <a:gd name="connsiteX6" fmla="*/ 0 w 3653268"/>
              <a:gd name="connsiteY6" fmla="*/ 1725481 h 5623560"/>
              <a:gd name="connsiteX7" fmla="*/ 1641763 w 3653268"/>
              <a:gd name="connsiteY7" fmla="*/ 8739 h 562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3268" h="5623560">
                <a:moveTo>
                  <a:pt x="1823887" y="0"/>
                </a:moveTo>
                <a:lnTo>
                  <a:pt x="1829381" y="0"/>
                </a:lnTo>
                <a:lnTo>
                  <a:pt x="2011505" y="8739"/>
                </a:lnTo>
                <a:cubicBezTo>
                  <a:pt x="2923328" y="96739"/>
                  <a:pt x="3636144" y="828758"/>
                  <a:pt x="3653268" y="1725481"/>
                </a:cubicBezTo>
                <a:lnTo>
                  <a:pt x="3653268" y="5623560"/>
                </a:lnTo>
                <a:lnTo>
                  <a:pt x="0" y="5623560"/>
                </a:lnTo>
                <a:lnTo>
                  <a:pt x="0" y="1725481"/>
                </a:lnTo>
                <a:cubicBezTo>
                  <a:pt x="17125" y="828758"/>
                  <a:pt x="729940" y="96739"/>
                  <a:pt x="1641763" y="8739"/>
                </a:cubicBezTo>
                <a:close/>
              </a:path>
            </a:pathLst>
          </a:custGeom>
        </p:spPr>
        <p:txBody>
          <a:bodyPr wrap="square" rtlCol="0">
            <a:noAutofit/>
          </a:bodyPr>
          <a:lstStyle>
            <a:lvl1pPr marL="0" indent="0" algn="ctr">
              <a:buNone/>
              <a:defRPr sz="1600"/>
            </a:lvl1pPr>
          </a:lstStyle>
          <a:p>
            <a:pPr rtl="0"/>
            <a:r>
              <a:rPr lang="es-ES"/>
              <a:t>Haga clic en el icono para agregar una imagen</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ítulo y contenido 01">
    <p:bg>
      <p:bgPr>
        <a:solidFill>
          <a:schemeClr val="accent5"/>
        </a:solidFill>
        <a:effectLst/>
      </p:bgPr>
    </p:bg>
    <p:spTree>
      <p:nvGrpSpPr>
        <p:cNvPr id="1" name=""/>
        <p:cNvGrpSpPr/>
        <p:nvPr/>
      </p:nvGrpSpPr>
      <p:grpSpPr>
        <a:xfrm>
          <a:off x="0" y="0"/>
          <a:ext cx="0" cy="0"/>
          <a:chOff x="0" y="0"/>
          <a:chExt cx="0" cy="0"/>
        </a:xfrm>
      </p:grpSpPr>
      <p:sp>
        <p:nvSpPr>
          <p:cNvPr id="11" name="Forma libre: Forma 10"/>
          <p:cNvSpPr/>
          <p:nvPr userDrawn="1"/>
        </p:nvSpPr>
        <p:spPr>
          <a:xfrm>
            <a:off x="1445472" y="5762722"/>
            <a:ext cx="3164763" cy="1095278"/>
          </a:xfrm>
          <a:custGeom>
            <a:avLst/>
            <a:gdLst>
              <a:gd name="connsiteX0" fmla="*/ 283438 w 3164763"/>
              <a:gd name="connsiteY0" fmla="*/ 711774 h 1095278"/>
              <a:gd name="connsiteX1" fmla="*/ 848830 w 3164763"/>
              <a:gd name="connsiteY1" fmla="*/ 1018583 h 1095278"/>
              <a:gd name="connsiteX2" fmla="*/ 935844 w 3164763"/>
              <a:gd name="connsiteY2" fmla="*/ 1095278 h 1095278"/>
              <a:gd name="connsiteX3" fmla="*/ 32328 w 3164763"/>
              <a:gd name="connsiteY3" fmla="*/ 1095278 h 1095278"/>
              <a:gd name="connsiteX4" fmla="*/ 17992 w 3164763"/>
              <a:gd name="connsiteY4" fmla="*/ 1072587 h 1095278"/>
              <a:gd name="connsiteX5" fmla="*/ 150764 w 3164763"/>
              <a:gd name="connsiteY5" fmla="*/ 752877 h 1095278"/>
              <a:gd name="connsiteX6" fmla="*/ 283438 w 3164763"/>
              <a:gd name="connsiteY6" fmla="*/ 711774 h 1095278"/>
              <a:gd name="connsiteX7" fmla="*/ 2592187 w 3164763"/>
              <a:gd name="connsiteY7" fmla="*/ 540072 h 1095278"/>
              <a:gd name="connsiteX8" fmla="*/ 3106095 w 3164763"/>
              <a:gd name="connsiteY8" fmla="*/ 839530 h 1095278"/>
              <a:gd name="connsiteX9" fmla="*/ 3162842 w 3164763"/>
              <a:gd name="connsiteY9" fmla="*/ 1078421 h 1095278"/>
              <a:gd name="connsiteX10" fmla="*/ 3158712 w 3164763"/>
              <a:gd name="connsiteY10" fmla="*/ 1095278 h 1095278"/>
              <a:gd name="connsiteX11" fmla="*/ 1933591 w 3164763"/>
              <a:gd name="connsiteY11" fmla="*/ 1095278 h 1095278"/>
              <a:gd name="connsiteX12" fmla="*/ 1957458 w 3164763"/>
              <a:gd name="connsiteY12" fmla="*/ 1065170 h 1095278"/>
              <a:gd name="connsiteX13" fmla="*/ 2197514 w 3164763"/>
              <a:gd name="connsiteY13" fmla="*/ 804427 h 1095278"/>
              <a:gd name="connsiteX14" fmla="*/ 2592187 w 3164763"/>
              <a:gd name="connsiteY14" fmla="*/ 540072 h 1095278"/>
              <a:gd name="connsiteX15" fmla="*/ 1797067 w 3164763"/>
              <a:gd name="connsiteY15" fmla="*/ 212040 h 1095278"/>
              <a:gd name="connsiteX16" fmla="*/ 1847775 w 3164763"/>
              <a:gd name="connsiteY16" fmla="*/ 213201 h 1095278"/>
              <a:gd name="connsiteX17" fmla="*/ 1817760 w 3164763"/>
              <a:gd name="connsiteY17" fmla="*/ 1093323 h 1095278"/>
              <a:gd name="connsiteX18" fmla="*/ 1816045 w 3164763"/>
              <a:gd name="connsiteY18" fmla="*/ 1095278 h 1095278"/>
              <a:gd name="connsiteX19" fmla="*/ 1428770 w 3164763"/>
              <a:gd name="connsiteY19" fmla="*/ 1095278 h 1095278"/>
              <a:gd name="connsiteX20" fmla="*/ 1457286 w 3164763"/>
              <a:gd name="connsiteY20" fmla="*/ 847228 h 1095278"/>
              <a:gd name="connsiteX21" fmla="*/ 1502606 w 3164763"/>
              <a:gd name="connsiteY21" fmla="*/ 597247 h 1095278"/>
              <a:gd name="connsiteX22" fmla="*/ 1797067 w 3164763"/>
              <a:gd name="connsiteY22" fmla="*/ 212040 h 1095278"/>
              <a:gd name="connsiteX23" fmla="*/ 994005 w 3164763"/>
              <a:gd name="connsiteY23" fmla="*/ 200 h 1095278"/>
              <a:gd name="connsiteX24" fmla="*/ 1359778 w 3164763"/>
              <a:gd name="connsiteY24" fmla="*/ 1055596 h 1095278"/>
              <a:gd name="connsiteX25" fmla="*/ 1359837 w 3164763"/>
              <a:gd name="connsiteY25" fmla="*/ 1095278 h 1095278"/>
              <a:gd name="connsiteX26" fmla="*/ 1033592 w 3164763"/>
              <a:gd name="connsiteY26" fmla="*/ 1095278 h 1095278"/>
              <a:gd name="connsiteX27" fmla="*/ 966819 w 3164763"/>
              <a:gd name="connsiteY27" fmla="*/ 1018090 h 1095278"/>
              <a:gd name="connsiteX28" fmla="*/ 595883 w 3164763"/>
              <a:gd name="connsiteY28" fmla="*/ 479121 h 1095278"/>
              <a:gd name="connsiteX29" fmla="*/ 764388 w 3164763"/>
              <a:gd name="connsiteY29" fmla="*/ 116410 h 1095278"/>
              <a:gd name="connsiteX30" fmla="*/ 994005 w 3164763"/>
              <a:gd name="connsiteY30" fmla="*/ 200 h 109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64763" h="1095278">
                <a:moveTo>
                  <a:pt x="283438" y="711774"/>
                </a:moveTo>
                <a:cubicBezTo>
                  <a:pt x="483095" y="706814"/>
                  <a:pt x="708885" y="913523"/>
                  <a:pt x="848830" y="1018583"/>
                </a:cubicBezTo>
                <a:lnTo>
                  <a:pt x="935844" y="1095278"/>
                </a:lnTo>
                <a:lnTo>
                  <a:pt x="32328" y="1095278"/>
                </a:lnTo>
                <a:lnTo>
                  <a:pt x="17992" y="1072587"/>
                </a:lnTo>
                <a:cubicBezTo>
                  <a:pt x="-29410" y="966296"/>
                  <a:pt x="17540" y="854878"/>
                  <a:pt x="150764" y="752877"/>
                </a:cubicBezTo>
                <a:cubicBezTo>
                  <a:pt x="192679" y="725337"/>
                  <a:pt x="237363" y="712920"/>
                  <a:pt x="283438" y="711774"/>
                </a:cubicBezTo>
                <a:close/>
                <a:moveTo>
                  <a:pt x="2592187" y="540072"/>
                </a:moveTo>
                <a:cubicBezTo>
                  <a:pt x="2740377" y="534305"/>
                  <a:pt x="3032274" y="702851"/>
                  <a:pt x="3106095" y="839530"/>
                </a:cubicBezTo>
                <a:cubicBezTo>
                  <a:pt x="3145958" y="913327"/>
                  <a:pt x="3172275" y="999389"/>
                  <a:pt x="3162842" y="1078421"/>
                </a:cubicBezTo>
                <a:lnTo>
                  <a:pt x="3158712" y="1095278"/>
                </a:lnTo>
                <a:lnTo>
                  <a:pt x="1933591" y="1095278"/>
                </a:lnTo>
                <a:lnTo>
                  <a:pt x="1957458" y="1065170"/>
                </a:lnTo>
                <a:cubicBezTo>
                  <a:pt x="2030854" y="974576"/>
                  <a:pt x="2108590" y="885172"/>
                  <a:pt x="2197514" y="804427"/>
                </a:cubicBezTo>
                <a:cubicBezTo>
                  <a:pt x="2373543" y="624151"/>
                  <a:pt x="2405879" y="547328"/>
                  <a:pt x="2592187" y="540072"/>
                </a:cubicBezTo>
                <a:close/>
                <a:moveTo>
                  <a:pt x="1797067" y="212040"/>
                </a:moveTo>
                <a:cubicBezTo>
                  <a:pt x="1814132" y="210359"/>
                  <a:pt x="1831109" y="210785"/>
                  <a:pt x="1847775" y="213201"/>
                </a:cubicBezTo>
                <a:cubicBezTo>
                  <a:pt x="2069989" y="245413"/>
                  <a:pt x="2236843" y="631363"/>
                  <a:pt x="1817760" y="1093323"/>
                </a:cubicBezTo>
                <a:lnTo>
                  <a:pt x="1816045" y="1095278"/>
                </a:lnTo>
                <a:lnTo>
                  <a:pt x="1428770" y="1095278"/>
                </a:lnTo>
                <a:lnTo>
                  <a:pt x="1457286" y="847228"/>
                </a:lnTo>
                <a:cubicBezTo>
                  <a:pt x="1470325" y="763466"/>
                  <a:pt x="1485957" y="681180"/>
                  <a:pt x="1502606" y="597247"/>
                </a:cubicBezTo>
                <a:cubicBezTo>
                  <a:pt x="1553866" y="338812"/>
                  <a:pt x="1677611" y="223806"/>
                  <a:pt x="1797067" y="212040"/>
                </a:cubicBezTo>
                <a:close/>
                <a:moveTo>
                  <a:pt x="994005" y="200"/>
                </a:moveTo>
                <a:cubicBezTo>
                  <a:pt x="1292087" y="-13283"/>
                  <a:pt x="1354680" y="660819"/>
                  <a:pt x="1359778" y="1055596"/>
                </a:cubicBezTo>
                <a:lnTo>
                  <a:pt x="1359837" y="1095278"/>
                </a:lnTo>
                <a:lnTo>
                  <a:pt x="1033592" y="1095278"/>
                </a:lnTo>
                <a:lnTo>
                  <a:pt x="966819" y="1018090"/>
                </a:lnTo>
                <a:cubicBezTo>
                  <a:pt x="820148" y="853100"/>
                  <a:pt x="661554" y="674260"/>
                  <a:pt x="595883" y="479121"/>
                </a:cubicBezTo>
                <a:cubicBezTo>
                  <a:pt x="570088" y="322856"/>
                  <a:pt x="643086" y="232208"/>
                  <a:pt x="764388" y="116410"/>
                </a:cubicBezTo>
                <a:cubicBezTo>
                  <a:pt x="853275" y="38556"/>
                  <a:pt x="929205" y="3131"/>
                  <a:pt x="994005" y="200"/>
                </a:cubicBezTo>
                <a:close/>
              </a:path>
            </a:pathLst>
          </a:custGeom>
          <a:solidFill>
            <a:schemeClr val="accent3">
              <a:lumMod val="60000"/>
              <a:lumOff val="40000"/>
            </a:schemeClr>
          </a:solidFill>
          <a:ln w="0" cap="flat">
            <a:noFill/>
            <a:prstDash val="solid"/>
            <a:miter/>
          </a:ln>
        </p:spPr>
        <p:txBody>
          <a:bodyPr wrap="square" rtlCol="0" anchor="ctr">
            <a:noAutofit/>
          </a:bodyPr>
          <a:lstStyle/>
          <a:p>
            <a:pPr lvl="0" rtl="0"/>
            <a:endParaRPr lang="en-US">
              <a:solidFill>
                <a:schemeClr val="tx1"/>
              </a:solidFill>
            </a:endParaRPr>
          </a:p>
        </p:txBody>
      </p:sp>
      <p:sp>
        <p:nvSpPr>
          <p:cNvPr id="7" name="Rectángulo 6"/>
          <p:cNvSpPr/>
          <p:nvPr userDrawn="1"/>
        </p:nvSpPr>
        <p:spPr>
          <a:xfrm rot="5400000">
            <a:off x="5714999" y="381003"/>
            <a:ext cx="6858001" cy="6096000"/>
          </a:xfrm>
          <a:prstGeom prst="rect">
            <a:avLst/>
          </a:prstGeom>
          <a:solidFill>
            <a:schemeClr val="accent5">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Elipse 8"/>
          <p:cNvSpPr/>
          <p:nvPr userDrawn="1"/>
        </p:nvSpPr>
        <p:spPr>
          <a:xfrm>
            <a:off x="685800" y="548640"/>
            <a:ext cx="578411" cy="578411"/>
          </a:xfrm>
          <a:prstGeom prst="ellipse">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title"/>
          </p:nvPr>
        </p:nvSpPr>
        <p:spPr>
          <a:xfrm>
            <a:off x="548640" y="1371600"/>
            <a:ext cx="4663440" cy="4754880"/>
          </a:xfrm>
        </p:spPr>
        <p:txBody>
          <a:bodyPr rtlCol="0" anchor="ctr"/>
          <a:lstStyle>
            <a:lvl1pPr>
              <a:defRPr sz="3200"/>
            </a:lvl1pPr>
          </a:lstStyle>
          <a:p>
            <a:pPr rtl="0"/>
            <a:r>
              <a:rPr lang="es-ES"/>
              <a:t>Haga clic para modificar el estilo de título del patrón</a:t>
            </a:r>
            <a:endParaRPr dirty="0"/>
          </a:p>
        </p:txBody>
      </p:sp>
      <p:sp>
        <p:nvSpPr>
          <p:cNvPr id="3" name="Marcador de contenido 2"/>
          <p:cNvSpPr>
            <a:spLocks noGrp="1"/>
          </p:cNvSpPr>
          <p:nvPr>
            <p:ph idx="1" hasCustomPrompt="1"/>
          </p:nvPr>
        </p:nvSpPr>
        <p:spPr>
          <a:xfrm>
            <a:off x="6583680" y="1371600"/>
            <a:ext cx="5029200" cy="4754880"/>
          </a:xfrm>
        </p:spPr>
        <p:txBody>
          <a:bodyPr lIns="91440" tIns="45720" rIns="91440" bIns="45720" rtlCol="0" anchor="ctr">
            <a:normAutofit/>
          </a:bodyPr>
          <a:lstStyle>
            <a:lvl1pPr marL="457200" indent="-457200">
              <a:buClr>
                <a:schemeClr val="accent3">
                  <a:lumMod val="60000"/>
                  <a:lumOff val="40000"/>
                </a:schemeClr>
              </a:buClr>
              <a:buSzPct val="150000"/>
              <a:defRPr sz="1800"/>
            </a:lvl1pPr>
            <a:lvl2pPr indent="457200">
              <a:buClr>
                <a:schemeClr val="accent3">
                  <a:lumMod val="60000"/>
                  <a:lumOff val="40000"/>
                </a:schemeClr>
              </a:buClr>
              <a:buSzPct val="150000"/>
              <a:defRPr sz="1600"/>
            </a:lvl2pPr>
            <a:lvl3pPr indent="457200">
              <a:buClr>
                <a:schemeClr val="accent3">
                  <a:lumMod val="60000"/>
                  <a:lumOff val="40000"/>
                </a:schemeClr>
              </a:buClr>
              <a:buSzPct val="150000"/>
              <a:defRPr sz="1400"/>
            </a:lvl3pPr>
            <a:lvl4pPr indent="457200">
              <a:buClr>
                <a:schemeClr val="accent3">
                  <a:lumMod val="60000"/>
                  <a:lumOff val="40000"/>
                </a:schemeClr>
              </a:buClr>
              <a:buSzPct val="150000"/>
              <a:defRPr sz="1200"/>
            </a:lvl4pPr>
            <a:lvl5pPr indent="457200">
              <a:buClr>
                <a:schemeClr val="accent3">
                  <a:lumMod val="60000"/>
                  <a:lumOff val="40000"/>
                </a:schemeClr>
              </a:buClr>
              <a:buSzPct val="150000"/>
              <a:defRPr sz="1200"/>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6" name="Marcador de posición de número de diapositiva 5"/>
          <p:cNvSpPr>
            <a:spLocks noGrp="1"/>
          </p:cNvSpPr>
          <p:nvPr>
            <p:ph type="sldNum" sz="quarter" idx="12"/>
          </p:nvPr>
        </p:nvSpPr>
        <p:spPr>
          <a:xfrm>
            <a:off x="548640" y="6413342"/>
            <a:ext cx="762000" cy="228600"/>
          </a:xfrm>
        </p:spPr>
        <p:txBody>
          <a:bodyPr rtlCol="0"/>
          <a:lstStyle/>
          <a:p>
            <a:pPr rtl="0"/>
            <a:fld id="{022B156B-59AE-415F-B24B-8756D48BB977}" type="slidenum">
              <a:rPr/>
            </a:fld>
            <a:endParaRPr dirty="0"/>
          </a:p>
        </p:txBody>
      </p:sp>
      <p:sp>
        <p:nvSpPr>
          <p:cNvPr id="5" name="Marcador de posición de pie de página 4"/>
          <p:cNvSpPr>
            <a:spLocks noGrp="1"/>
          </p:cNvSpPr>
          <p:nvPr>
            <p:ph type="ftr" sz="quarter" idx="11"/>
          </p:nvPr>
        </p:nvSpPr>
        <p:spPr/>
        <p:txBody>
          <a:bodyPr rtlCol="0"/>
          <a:lstStyle/>
          <a:p>
            <a:pPr rtl="0"/>
          </a:p>
        </p:txBody>
      </p:sp>
      <p:sp>
        <p:nvSpPr>
          <p:cNvPr id="4" name="Marcador de posición de fecha 3"/>
          <p:cNvSpPr>
            <a:spLocks noGrp="1"/>
          </p:cNvSpPr>
          <p:nvPr>
            <p:ph type="dt" sz="half" idx="10"/>
          </p:nvPr>
        </p:nvSpPr>
        <p:spPr/>
        <p:txBody>
          <a:bodyPr rtlCol="0"/>
          <a:lstStyle/>
          <a:p>
            <a:pPr rtl="0"/>
            <a:r>
              <a:rPr lang="en-US"/>
              <a:t>8/5/20XX</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3" name="Elipse 2"/>
          <p:cNvSpPr/>
          <p:nvPr userDrawn="1"/>
        </p:nvSpPr>
        <p:spPr>
          <a:xfrm>
            <a:off x="685800" y="548640"/>
            <a:ext cx="578411" cy="57841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ángulo 3"/>
          <p:cNvSpPr/>
          <p:nvPr userDrawn="1"/>
        </p:nvSpPr>
        <p:spPr>
          <a:xfrm rot="16200000">
            <a:off x="7574278" y="2240280"/>
            <a:ext cx="6858003" cy="2377440"/>
          </a:xfrm>
          <a:prstGeom prst="rect">
            <a:avLst/>
          </a:prstGeom>
          <a:solidFill>
            <a:schemeClr val="accent6">
              <a:lumMod val="40000"/>
              <a:lumOff val="60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Forma libre 9"/>
          <p:cNvSpPr>
            <a:spLocks noChangeAspect="1"/>
          </p:cNvSpPr>
          <p:nvPr userDrawn="1"/>
        </p:nvSpPr>
        <p:spPr>
          <a:xfrm rot="5400000" flipH="1">
            <a:off x="8157423" y="1333898"/>
            <a:ext cx="3227725" cy="1613182"/>
          </a:xfrm>
          <a:custGeom>
            <a:avLst/>
            <a:gdLst>
              <a:gd name="connsiteX0" fmla="*/ 2178147 w 4602868"/>
              <a:gd name="connsiteY0" fmla="*/ 568176 h 2300460"/>
              <a:gd name="connsiteX1" fmla="*/ 2516044 w 4602868"/>
              <a:gd name="connsiteY1" fmla="*/ 1093324 h 2300460"/>
              <a:gd name="connsiteX2" fmla="*/ 1862725 w 4602868"/>
              <a:gd name="connsiteY2" fmla="*/ 1618304 h 2300460"/>
              <a:gd name="connsiteX3" fmla="*/ 2072036 w 4602868"/>
              <a:gd name="connsiteY3" fmla="*/ 641782 h 2300460"/>
              <a:gd name="connsiteX4" fmla="*/ 2148256 w 4602868"/>
              <a:gd name="connsiteY4" fmla="*/ 573392 h 2300460"/>
              <a:gd name="connsiteX5" fmla="*/ 2178147 w 4602868"/>
              <a:gd name="connsiteY5" fmla="*/ 568176 h 2300460"/>
              <a:gd name="connsiteX6" fmla="*/ 1839341 w 4602868"/>
              <a:gd name="connsiteY6" fmla="*/ 547418 h 2300460"/>
              <a:gd name="connsiteX7" fmla="*/ 1839351 w 4602868"/>
              <a:gd name="connsiteY7" fmla="*/ 547418 h 2300460"/>
              <a:gd name="connsiteX8" fmla="*/ 1958851 w 4602868"/>
              <a:gd name="connsiteY8" fmla="*/ 696179 h 2300460"/>
              <a:gd name="connsiteX9" fmla="*/ 645246 w 4602868"/>
              <a:gd name="connsiteY9" fmla="*/ 1928400 h 2300460"/>
              <a:gd name="connsiteX10" fmla="*/ 584347 w 4602868"/>
              <a:gd name="connsiteY10" fmla="*/ 1361329 h 2300460"/>
              <a:gd name="connsiteX11" fmla="*/ 1593777 w 4602868"/>
              <a:gd name="connsiteY11" fmla="*/ 651183 h 2300460"/>
              <a:gd name="connsiteX12" fmla="*/ 1839341 w 4602868"/>
              <a:gd name="connsiteY12" fmla="*/ 547418 h 2300460"/>
              <a:gd name="connsiteX13" fmla="*/ 2598006 w 4602868"/>
              <a:gd name="connsiteY13" fmla="*/ 525738 h 2300460"/>
              <a:gd name="connsiteX14" fmla="*/ 2760922 w 4602868"/>
              <a:gd name="connsiteY14" fmla="*/ 558162 h 2300460"/>
              <a:gd name="connsiteX15" fmla="*/ 3613915 w 4602868"/>
              <a:gd name="connsiteY15" fmla="*/ 956498 h 2300460"/>
              <a:gd name="connsiteX16" fmla="*/ 4202503 w 4602868"/>
              <a:gd name="connsiteY16" fmla="*/ 1393228 h 2300460"/>
              <a:gd name="connsiteX17" fmla="*/ 4138799 w 4602868"/>
              <a:gd name="connsiteY17" fmla="*/ 2027679 h 2300460"/>
              <a:gd name="connsiteX18" fmla="*/ 3307457 w 4602868"/>
              <a:gd name="connsiteY18" fmla="*/ 2195929 h 2300460"/>
              <a:gd name="connsiteX19" fmla="*/ 2896044 w 4602868"/>
              <a:gd name="connsiteY19" fmla="*/ 1657766 h 2300460"/>
              <a:gd name="connsiteX20" fmla="*/ 2525817 w 4602868"/>
              <a:gd name="connsiteY20" fmla="*/ 735527 h 2300460"/>
              <a:gd name="connsiteX21" fmla="*/ 2556849 w 4602868"/>
              <a:gd name="connsiteY21" fmla="*/ 527425 h 2300460"/>
              <a:gd name="connsiteX22" fmla="*/ 2598006 w 4602868"/>
              <a:gd name="connsiteY22" fmla="*/ 525738 h 2300460"/>
              <a:gd name="connsiteX23" fmla="*/ 777044 w 4602868"/>
              <a:gd name="connsiteY23" fmla="*/ 92729 h 2300460"/>
              <a:gd name="connsiteX24" fmla="*/ 1645278 w 4602868"/>
              <a:gd name="connsiteY24" fmla="*/ 541579 h 2300460"/>
              <a:gd name="connsiteX25" fmla="*/ 1173609 w 4602868"/>
              <a:gd name="connsiteY25" fmla="*/ 749205 h 2300460"/>
              <a:gd name="connsiteX26" fmla="*/ 109147 w 4602868"/>
              <a:gd name="connsiteY26" fmla="*/ 787305 h 2300460"/>
              <a:gd name="connsiteX27" fmla="*/ 415742 w 4602868"/>
              <a:gd name="connsiteY27" fmla="*/ 134918 h 2300460"/>
              <a:gd name="connsiteX28" fmla="*/ 707388 w 4602868"/>
              <a:gd name="connsiteY28" fmla="*/ 93066 h 2300460"/>
              <a:gd name="connsiteX29" fmla="*/ 707389 w 4602868"/>
              <a:gd name="connsiteY29" fmla="*/ 93066 h 2300460"/>
              <a:gd name="connsiteX30" fmla="*/ 777044 w 4602868"/>
              <a:gd name="connsiteY30" fmla="*/ 92729 h 2300460"/>
              <a:gd name="connsiteX31" fmla="*/ 3787194 w 4602868"/>
              <a:gd name="connsiteY31" fmla="*/ 159 h 2300460"/>
              <a:gd name="connsiteX32" fmla="*/ 4602200 w 4602868"/>
              <a:gd name="connsiteY32" fmla="*/ 303731 h 2300460"/>
              <a:gd name="connsiteX33" fmla="*/ 3025575 w 4602868"/>
              <a:gd name="connsiteY33" fmla="*/ 496002 h 2300460"/>
              <a:gd name="connsiteX34" fmla="*/ 2630449 w 4602868"/>
              <a:gd name="connsiteY34" fmla="*/ 349289 h 2300460"/>
              <a:gd name="connsiteX35" fmla="*/ 3787194 w 4602868"/>
              <a:gd name="connsiteY35" fmla="*/ 159 h 230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602868" h="2300460">
                <a:moveTo>
                  <a:pt x="2178147" y="568176"/>
                </a:moveTo>
                <a:cubicBezTo>
                  <a:pt x="2325928" y="567567"/>
                  <a:pt x="2447947" y="936162"/>
                  <a:pt x="2516044" y="1093324"/>
                </a:cubicBezTo>
                <a:cubicBezTo>
                  <a:pt x="3081820" y="2399164"/>
                  <a:pt x="1711887" y="2753370"/>
                  <a:pt x="1862725" y="1618304"/>
                </a:cubicBezTo>
                <a:cubicBezTo>
                  <a:pt x="1905587" y="1295740"/>
                  <a:pt x="1952821" y="992321"/>
                  <a:pt x="2072036" y="641782"/>
                </a:cubicBezTo>
                <a:cubicBezTo>
                  <a:pt x="2091220" y="619941"/>
                  <a:pt x="2108022" y="583746"/>
                  <a:pt x="2148256" y="573392"/>
                </a:cubicBezTo>
                <a:cubicBezTo>
                  <a:pt x="2158328" y="569898"/>
                  <a:pt x="2168295" y="568216"/>
                  <a:pt x="2178147" y="568176"/>
                </a:cubicBezTo>
                <a:close/>
                <a:moveTo>
                  <a:pt x="1839341" y="547418"/>
                </a:moveTo>
                <a:lnTo>
                  <a:pt x="1839351" y="547418"/>
                </a:lnTo>
                <a:cubicBezTo>
                  <a:pt x="1919589" y="538826"/>
                  <a:pt x="1987245" y="576479"/>
                  <a:pt x="1958851" y="696179"/>
                </a:cubicBezTo>
                <a:cubicBezTo>
                  <a:pt x="1805232" y="1206357"/>
                  <a:pt x="1184412" y="2862365"/>
                  <a:pt x="645246" y="1928400"/>
                </a:cubicBezTo>
                <a:cubicBezTo>
                  <a:pt x="534667" y="1716354"/>
                  <a:pt x="477751" y="1560449"/>
                  <a:pt x="584347" y="1361329"/>
                </a:cubicBezTo>
                <a:cubicBezTo>
                  <a:pt x="822061" y="1050281"/>
                  <a:pt x="1269489" y="854228"/>
                  <a:pt x="1593777" y="651183"/>
                </a:cubicBezTo>
                <a:cubicBezTo>
                  <a:pt x="1708487" y="579355"/>
                  <a:pt x="1791059" y="556171"/>
                  <a:pt x="1839341" y="547418"/>
                </a:cubicBezTo>
                <a:close/>
                <a:moveTo>
                  <a:pt x="2598006" y="525738"/>
                </a:moveTo>
                <a:cubicBezTo>
                  <a:pt x="2636311" y="526825"/>
                  <a:pt x="2672197" y="536581"/>
                  <a:pt x="2760922" y="558162"/>
                </a:cubicBezTo>
                <a:cubicBezTo>
                  <a:pt x="3129464" y="657041"/>
                  <a:pt x="3308934" y="769341"/>
                  <a:pt x="3613915" y="956498"/>
                </a:cubicBezTo>
                <a:cubicBezTo>
                  <a:pt x="3821550" y="1096753"/>
                  <a:pt x="4036529" y="1205957"/>
                  <a:pt x="4202503" y="1393228"/>
                </a:cubicBezTo>
                <a:cubicBezTo>
                  <a:pt x="4439027" y="1611265"/>
                  <a:pt x="4314221" y="1865040"/>
                  <a:pt x="4138799" y="2027679"/>
                </a:cubicBezTo>
                <a:cubicBezTo>
                  <a:pt x="3976360" y="2178298"/>
                  <a:pt x="3504872" y="2271776"/>
                  <a:pt x="3307457" y="2195929"/>
                </a:cubicBezTo>
                <a:cubicBezTo>
                  <a:pt x="3059265" y="2100564"/>
                  <a:pt x="3050892" y="1981997"/>
                  <a:pt x="2896044" y="1657766"/>
                </a:cubicBezTo>
                <a:cubicBezTo>
                  <a:pt x="2730109" y="1358062"/>
                  <a:pt x="2640507" y="1032155"/>
                  <a:pt x="2525817" y="735527"/>
                </a:cubicBezTo>
                <a:cubicBezTo>
                  <a:pt x="2496042" y="660232"/>
                  <a:pt x="2446721" y="537817"/>
                  <a:pt x="2556849" y="527425"/>
                </a:cubicBezTo>
                <a:cubicBezTo>
                  <a:pt x="2572201" y="525977"/>
                  <a:pt x="2585238" y="525376"/>
                  <a:pt x="2598006" y="525738"/>
                </a:cubicBezTo>
                <a:close/>
                <a:moveTo>
                  <a:pt x="777044" y="92729"/>
                </a:moveTo>
                <a:cubicBezTo>
                  <a:pt x="1188588" y="94029"/>
                  <a:pt x="2482213" y="146601"/>
                  <a:pt x="1645278" y="541579"/>
                </a:cubicBezTo>
                <a:cubicBezTo>
                  <a:pt x="1527625" y="597110"/>
                  <a:pt x="1363862" y="678434"/>
                  <a:pt x="1173609" y="749205"/>
                </a:cubicBezTo>
                <a:cubicBezTo>
                  <a:pt x="881687" y="844664"/>
                  <a:pt x="343488" y="1088276"/>
                  <a:pt x="109147" y="787305"/>
                </a:cubicBezTo>
                <a:cubicBezTo>
                  <a:pt x="-103672" y="469075"/>
                  <a:pt x="-7240" y="219729"/>
                  <a:pt x="415742" y="134918"/>
                </a:cubicBezTo>
                <a:cubicBezTo>
                  <a:pt x="540594" y="109887"/>
                  <a:pt x="615632" y="98076"/>
                  <a:pt x="707388" y="93066"/>
                </a:cubicBezTo>
                <a:lnTo>
                  <a:pt x="707389" y="93066"/>
                </a:lnTo>
                <a:cubicBezTo>
                  <a:pt x="726092" y="92783"/>
                  <a:pt x="749608" y="92642"/>
                  <a:pt x="777044" y="92729"/>
                </a:cubicBezTo>
                <a:close/>
                <a:moveTo>
                  <a:pt x="3787194" y="159"/>
                </a:moveTo>
                <a:cubicBezTo>
                  <a:pt x="4113978" y="6132"/>
                  <a:pt x="4569663" y="-47723"/>
                  <a:pt x="4602200" y="303731"/>
                </a:cubicBezTo>
                <a:cubicBezTo>
                  <a:pt x="4636205" y="1010562"/>
                  <a:pt x="3363627" y="586709"/>
                  <a:pt x="3025575" y="496002"/>
                </a:cubicBezTo>
                <a:cubicBezTo>
                  <a:pt x="2896054" y="461246"/>
                  <a:pt x="2668035" y="457331"/>
                  <a:pt x="2630449" y="349289"/>
                </a:cubicBezTo>
                <a:cubicBezTo>
                  <a:pt x="2547172" y="109888"/>
                  <a:pt x="3510578" y="-4889"/>
                  <a:pt x="3787194" y="159"/>
                </a:cubicBezTo>
                <a:close/>
              </a:path>
            </a:pathLst>
          </a:custGeom>
          <a:solidFill>
            <a:schemeClr val="accent1"/>
          </a:solidFill>
          <a:ln w="0" cap="flat">
            <a:noFill/>
            <a:prstDash val="solid"/>
            <a:miter/>
          </a:ln>
        </p:spPr>
        <p:txBody>
          <a:bodyPr rtlCol="0" anchor="ctr"/>
          <a:lstStyle/>
          <a:p>
            <a:pPr rtl="0"/>
            <a:endParaRPr lang="en-US"/>
          </a:p>
        </p:txBody>
      </p:sp>
      <p:sp>
        <p:nvSpPr>
          <p:cNvPr id="8" name="Forma libre 11"/>
          <p:cNvSpPr>
            <a:spLocks noChangeAspect="1"/>
          </p:cNvSpPr>
          <p:nvPr userDrawn="1"/>
        </p:nvSpPr>
        <p:spPr>
          <a:xfrm rot="5400000" flipH="1">
            <a:off x="8844377" y="4604811"/>
            <a:ext cx="2033695" cy="1016419"/>
          </a:xfrm>
          <a:custGeom>
            <a:avLst/>
            <a:gdLst>
              <a:gd name="connsiteX0" fmla="*/ 2178147 w 4602868"/>
              <a:gd name="connsiteY0" fmla="*/ 568176 h 2300460"/>
              <a:gd name="connsiteX1" fmla="*/ 2516044 w 4602868"/>
              <a:gd name="connsiteY1" fmla="*/ 1093324 h 2300460"/>
              <a:gd name="connsiteX2" fmla="*/ 1862725 w 4602868"/>
              <a:gd name="connsiteY2" fmla="*/ 1618304 h 2300460"/>
              <a:gd name="connsiteX3" fmla="*/ 2072036 w 4602868"/>
              <a:gd name="connsiteY3" fmla="*/ 641782 h 2300460"/>
              <a:gd name="connsiteX4" fmla="*/ 2148256 w 4602868"/>
              <a:gd name="connsiteY4" fmla="*/ 573392 h 2300460"/>
              <a:gd name="connsiteX5" fmla="*/ 2178147 w 4602868"/>
              <a:gd name="connsiteY5" fmla="*/ 568176 h 2300460"/>
              <a:gd name="connsiteX6" fmla="*/ 1839341 w 4602868"/>
              <a:gd name="connsiteY6" fmla="*/ 547418 h 2300460"/>
              <a:gd name="connsiteX7" fmla="*/ 1839351 w 4602868"/>
              <a:gd name="connsiteY7" fmla="*/ 547418 h 2300460"/>
              <a:gd name="connsiteX8" fmla="*/ 1958851 w 4602868"/>
              <a:gd name="connsiteY8" fmla="*/ 696179 h 2300460"/>
              <a:gd name="connsiteX9" fmla="*/ 645246 w 4602868"/>
              <a:gd name="connsiteY9" fmla="*/ 1928400 h 2300460"/>
              <a:gd name="connsiteX10" fmla="*/ 584347 w 4602868"/>
              <a:gd name="connsiteY10" fmla="*/ 1361329 h 2300460"/>
              <a:gd name="connsiteX11" fmla="*/ 1593777 w 4602868"/>
              <a:gd name="connsiteY11" fmla="*/ 651183 h 2300460"/>
              <a:gd name="connsiteX12" fmla="*/ 1839341 w 4602868"/>
              <a:gd name="connsiteY12" fmla="*/ 547418 h 2300460"/>
              <a:gd name="connsiteX13" fmla="*/ 2598006 w 4602868"/>
              <a:gd name="connsiteY13" fmla="*/ 525738 h 2300460"/>
              <a:gd name="connsiteX14" fmla="*/ 2760922 w 4602868"/>
              <a:gd name="connsiteY14" fmla="*/ 558162 h 2300460"/>
              <a:gd name="connsiteX15" fmla="*/ 3613915 w 4602868"/>
              <a:gd name="connsiteY15" fmla="*/ 956498 h 2300460"/>
              <a:gd name="connsiteX16" fmla="*/ 4202503 w 4602868"/>
              <a:gd name="connsiteY16" fmla="*/ 1393228 h 2300460"/>
              <a:gd name="connsiteX17" fmla="*/ 4138799 w 4602868"/>
              <a:gd name="connsiteY17" fmla="*/ 2027679 h 2300460"/>
              <a:gd name="connsiteX18" fmla="*/ 3307457 w 4602868"/>
              <a:gd name="connsiteY18" fmla="*/ 2195929 h 2300460"/>
              <a:gd name="connsiteX19" fmla="*/ 2896044 w 4602868"/>
              <a:gd name="connsiteY19" fmla="*/ 1657766 h 2300460"/>
              <a:gd name="connsiteX20" fmla="*/ 2525817 w 4602868"/>
              <a:gd name="connsiteY20" fmla="*/ 735527 h 2300460"/>
              <a:gd name="connsiteX21" fmla="*/ 2556849 w 4602868"/>
              <a:gd name="connsiteY21" fmla="*/ 527425 h 2300460"/>
              <a:gd name="connsiteX22" fmla="*/ 2598006 w 4602868"/>
              <a:gd name="connsiteY22" fmla="*/ 525738 h 2300460"/>
              <a:gd name="connsiteX23" fmla="*/ 777044 w 4602868"/>
              <a:gd name="connsiteY23" fmla="*/ 92729 h 2300460"/>
              <a:gd name="connsiteX24" fmla="*/ 1645278 w 4602868"/>
              <a:gd name="connsiteY24" fmla="*/ 541579 h 2300460"/>
              <a:gd name="connsiteX25" fmla="*/ 1173609 w 4602868"/>
              <a:gd name="connsiteY25" fmla="*/ 749205 h 2300460"/>
              <a:gd name="connsiteX26" fmla="*/ 109147 w 4602868"/>
              <a:gd name="connsiteY26" fmla="*/ 787305 h 2300460"/>
              <a:gd name="connsiteX27" fmla="*/ 415742 w 4602868"/>
              <a:gd name="connsiteY27" fmla="*/ 134918 h 2300460"/>
              <a:gd name="connsiteX28" fmla="*/ 707388 w 4602868"/>
              <a:gd name="connsiteY28" fmla="*/ 93066 h 2300460"/>
              <a:gd name="connsiteX29" fmla="*/ 707389 w 4602868"/>
              <a:gd name="connsiteY29" fmla="*/ 93066 h 2300460"/>
              <a:gd name="connsiteX30" fmla="*/ 777044 w 4602868"/>
              <a:gd name="connsiteY30" fmla="*/ 92729 h 2300460"/>
              <a:gd name="connsiteX31" fmla="*/ 3787194 w 4602868"/>
              <a:gd name="connsiteY31" fmla="*/ 159 h 2300460"/>
              <a:gd name="connsiteX32" fmla="*/ 4602200 w 4602868"/>
              <a:gd name="connsiteY32" fmla="*/ 303731 h 2300460"/>
              <a:gd name="connsiteX33" fmla="*/ 3025575 w 4602868"/>
              <a:gd name="connsiteY33" fmla="*/ 496002 h 2300460"/>
              <a:gd name="connsiteX34" fmla="*/ 2630449 w 4602868"/>
              <a:gd name="connsiteY34" fmla="*/ 349289 h 2300460"/>
              <a:gd name="connsiteX35" fmla="*/ 3787194 w 4602868"/>
              <a:gd name="connsiteY35" fmla="*/ 159 h 230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602868" h="2300460">
                <a:moveTo>
                  <a:pt x="2178147" y="568176"/>
                </a:moveTo>
                <a:cubicBezTo>
                  <a:pt x="2325928" y="567567"/>
                  <a:pt x="2447947" y="936162"/>
                  <a:pt x="2516044" y="1093324"/>
                </a:cubicBezTo>
                <a:cubicBezTo>
                  <a:pt x="3081820" y="2399164"/>
                  <a:pt x="1711887" y="2753370"/>
                  <a:pt x="1862725" y="1618304"/>
                </a:cubicBezTo>
                <a:cubicBezTo>
                  <a:pt x="1905587" y="1295740"/>
                  <a:pt x="1952821" y="992321"/>
                  <a:pt x="2072036" y="641782"/>
                </a:cubicBezTo>
                <a:cubicBezTo>
                  <a:pt x="2091220" y="619941"/>
                  <a:pt x="2108022" y="583746"/>
                  <a:pt x="2148256" y="573392"/>
                </a:cubicBezTo>
                <a:cubicBezTo>
                  <a:pt x="2158328" y="569898"/>
                  <a:pt x="2168295" y="568216"/>
                  <a:pt x="2178147" y="568176"/>
                </a:cubicBezTo>
                <a:close/>
                <a:moveTo>
                  <a:pt x="1839341" y="547418"/>
                </a:moveTo>
                <a:lnTo>
                  <a:pt x="1839351" y="547418"/>
                </a:lnTo>
                <a:cubicBezTo>
                  <a:pt x="1919589" y="538826"/>
                  <a:pt x="1987245" y="576479"/>
                  <a:pt x="1958851" y="696179"/>
                </a:cubicBezTo>
                <a:cubicBezTo>
                  <a:pt x="1805232" y="1206357"/>
                  <a:pt x="1184412" y="2862365"/>
                  <a:pt x="645246" y="1928400"/>
                </a:cubicBezTo>
                <a:cubicBezTo>
                  <a:pt x="534667" y="1716354"/>
                  <a:pt x="477751" y="1560449"/>
                  <a:pt x="584347" y="1361329"/>
                </a:cubicBezTo>
                <a:cubicBezTo>
                  <a:pt x="822061" y="1050281"/>
                  <a:pt x="1269489" y="854228"/>
                  <a:pt x="1593777" y="651183"/>
                </a:cubicBezTo>
                <a:cubicBezTo>
                  <a:pt x="1708487" y="579355"/>
                  <a:pt x="1791059" y="556171"/>
                  <a:pt x="1839341" y="547418"/>
                </a:cubicBezTo>
                <a:close/>
                <a:moveTo>
                  <a:pt x="2598006" y="525738"/>
                </a:moveTo>
                <a:cubicBezTo>
                  <a:pt x="2636311" y="526825"/>
                  <a:pt x="2672197" y="536581"/>
                  <a:pt x="2760922" y="558162"/>
                </a:cubicBezTo>
                <a:cubicBezTo>
                  <a:pt x="3129464" y="657041"/>
                  <a:pt x="3308934" y="769341"/>
                  <a:pt x="3613915" y="956498"/>
                </a:cubicBezTo>
                <a:cubicBezTo>
                  <a:pt x="3821550" y="1096753"/>
                  <a:pt x="4036529" y="1205957"/>
                  <a:pt x="4202503" y="1393228"/>
                </a:cubicBezTo>
                <a:cubicBezTo>
                  <a:pt x="4439027" y="1611265"/>
                  <a:pt x="4314221" y="1865040"/>
                  <a:pt x="4138799" y="2027679"/>
                </a:cubicBezTo>
                <a:cubicBezTo>
                  <a:pt x="3976360" y="2178298"/>
                  <a:pt x="3504872" y="2271776"/>
                  <a:pt x="3307457" y="2195929"/>
                </a:cubicBezTo>
                <a:cubicBezTo>
                  <a:pt x="3059265" y="2100564"/>
                  <a:pt x="3050892" y="1981997"/>
                  <a:pt x="2896044" y="1657766"/>
                </a:cubicBezTo>
                <a:cubicBezTo>
                  <a:pt x="2730109" y="1358062"/>
                  <a:pt x="2640507" y="1032155"/>
                  <a:pt x="2525817" y="735527"/>
                </a:cubicBezTo>
                <a:cubicBezTo>
                  <a:pt x="2496042" y="660232"/>
                  <a:pt x="2446721" y="537817"/>
                  <a:pt x="2556849" y="527425"/>
                </a:cubicBezTo>
                <a:cubicBezTo>
                  <a:pt x="2572201" y="525977"/>
                  <a:pt x="2585238" y="525376"/>
                  <a:pt x="2598006" y="525738"/>
                </a:cubicBezTo>
                <a:close/>
                <a:moveTo>
                  <a:pt x="777044" y="92729"/>
                </a:moveTo>
                <a:cubicBezTo>
                  <a:pt x="1188588" y="94029"/>
                  <a:pt x="2482213" y="146601"/>
                  <a:pt x="1645278" y="541579"/>
                </a:cubicBezTo>
                <a:cubicBezTo>
                  <a:pt x="1527625" y="597110"/>
                  <a:pt x="1363862" y="678434"/>
                  <a:pt x="1173609" y="749205"/>
                </a:cubicBezTo>
                <a:cubicBezTo>
                  <a:pt x="881687" y="844664"/>
                  <a:pt x="343488" y="1088276"/>
                  <a:pt x="109147" y="787305"/>
                </a:cubicBezTo>
                <a:cubicBezTo>
                  <a:pt x="-103672" y="469075"/>
                  <a:pt x="-7240" y="219729"/>
                  <a:pt x="415742" y="134918"/>
                </a:cubicBezTo>
                <a:cubicBezTo>
                  <a:pt x="540594" y="109887"/>
                  <a:pt x="615632" y="98076"/>
                  <a:pt x="707388" y="93066"/>
                </a:cubicBezTo>
                <a:lnTo>
                  <a:pt x="707389" y="93066"/>
                </a:lnTo>
                <a:cubicBezTo>
                  <a:pt x="726092" y="92783"/>
                  <a:pt x="749608" y="92642"/>
                  <a:pt x="777044" y="92729"/>
                </a:cubicBezTo>
                <a:close/>
                <a:moveTo>
                  <a:pt x="3787194" y="159"/>
                </a:moveTo>
                <a:cubicBezTo>
                  <a:pt x="4113978" y="6132"/>
                  <a:pt x="4569663" y="-47723"/>
                  <a:pt x="4602200" y="303731"/>
                </a:cubicBezTo>
                <a:cubicBezTo>
                  <a:pt x="4636205" y="1010562"/>
                  <a:pt x="3363627" y="586709"/>
                  <a:pt x="3025575" y="496002"/>
                </a:cubicBezTo>
                <a:cubicBezTo>
                  <a:pt x="2896054" y="461246"/>
                  <a:pt x="2668035" y="457331"/>
                  <a:pt x="2630449" y="349289"/>
                </a:cubicBezTo>
                <a:cubicBezTo>
                  <a:pt x="2547172" y="109888"/>
                  <a:pt x="3510578" y="-4889"/>
                  <a:pt x="3787194" y="159"/>
                </a:cubicBezTo>
                <a:close/>
              </a:path>
            </a:pathLst>
          </a:custGeom>
          <a:solidFill>
            <a:schemeClr val="accent1"/>
          </a:solidFill>
          <a:ln w="0" cap="flat">
            <a:noFill/>
            <a:prstDash val="solid"/>
            <a:miter/>
          </a:ln>
        </p:spPr>
        <p:txBody>
          <a:bodyPr rtlCol="0" anchor="ctr"/>
          <a:lstStyle/>
          <a:p>
            <a:pPr rtl="0"/>
            <a:endParaRPr lang="en-US"/>
          </a:p>
        </p:txBody>
      </p:sp>
      <p:sp>
        <p:nvSpPr>
          <p:cNvPr id="2" name="Título 1"/>
          <p:cNvSpPr>
            <a:spLocks noGrp="1"/>
          </p:cNvSpPr>
          <p:nvPr>
            <p:ph type="ctrTitle"/>
          </p:nvPr>
        </p:nvSpPr>
        <p:spPr>
          <a:xfrm>
            <a:off x="731520" y="1188720"/>
            <a:ext cx="6492240" cy="4023360"/>
          </a:xfrm>
        </p:spPr>
        <p:txBody>
          <a:bodyPr rtlCol="0" anchor="b">
            <a:normAutofit/>
          </a:bodyPr>
          <a:lstStyle>
            <a:lvl1pPr algn="l">
              <a:defRPr sz="4400"/>
            </a:lvl1pPr>
          </a:lstStyle>
          <a:p>
            <a:pPr rtl="0"/>
            <a:r>
              <a:rPr lang="es-ES"/>
              <a:t>Haga clic para modificar el estilo de título del patrón</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Contenido dos 01">
    <p:bg>
      <p:bgPr>
        <a:solidFill>
          <a:schemeClr val="accent1">
            <a:alpha val="85000"/>
          </a:schemeClr>
        </a:solidFill>
        <a:effectLst/>
      </p:bgPr>
    </p:bg>
    <p:spTree>
      <p:nvGrpSpPr>
        <p:cNvPr id="1" name=""/>
        <p:cNvGrpSpPr/>
        <p:nvPr/>
      </p:nvGrpSpPr>
      <p:grpSpPr>
        <a:xfrm>
          <a:off x="0" y="0"/>
          <a:ext cx="0" cy="0"/>
          <a:chOff x="0" y="0"/>
          <a:chExt cx="0" cy="0"/>
        </a:xfrm>
      </p:grpSpPr>
      <p:sp>
        <p:nvSpPr>
          <p:cNvPr id="9" name="Rectángulo 8"/>
          <p:cNvSpPr/>
          <p:nvPr userDrawn="1"/>
        </p:nvSpPr>
        <p:spPr>
          <a:xfrm>
            <a:off x="0" y="0"/>
            <a:ext cx="12192000" cy="2364058"/>
          </a:xfrm>
          <a:prstGeom prst="rect">
            <a:avLst/>
          </a:prstGeom>
          <a:solidFill>
            <a:schemeClr val="accent1">
              <a:lumMod val="60000"/>
              <a:lumOff val="4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Elipse 7"/>
          <p:cNvSpPr/>
          <p:nvPr userDrawn="1"/>
        </p:nvSpPr>
        <p:spPr>
          <a:xfrm>
            <a:off x="11064240" y="548640"/>
            <a:ext cx="578411" cy="57841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title"/>
          </p:nvPr>
        </p:nvSpPr>
        <p:spPr>
          <a:xfrm>
            <a:off x="685800" y="640080"/>
            <a:ext cx="10058402" cy="1463040"/>
          </a:xfrm>
        </p:spPr>
        <p:txBody>
          <a:bodyPr rtlCol="0">
            <a:normAutofit/>
          </a:bodyPr>
          <a:lstStyle>
            <a:lvl1pPr>
              <a:defRPr sz="3200"/>
            </a:lvl1pPr>
          </a:lstStyle>
          <a:p>
            <a:pPr rtl="0"/>
            <a:r>
              <a:rPr lang="es-ES"/>
              <a:t>Haga clic para modificar el estilo de título del patrón</a:t>
            </a:r>
            <a:endParaRPr dirty="0"/>
          </a:p>
        </p:txBody>
      </p:sp>
      <p:sp>
        <p:nvSpPr>
          <p:cNvPr id="3" name="Marcador de contenido 2"/>
          <p:cNvSpPr>
            <a:spLocks noGrp="1"/>
          </p:cNvSpPr>
          <p:nvPr>
            <p:ph sz="half" idx="1" hasCustomPrompt="1"/>
          </p:nvPr>
        </p:nvSpPr>
        <p:spPr>
          <a:xfrm>
            <a:off x="685800" y="3017520"/>
            <a:ext cx="5212080" cy="3200400"/>
          </a:xfrm>
        </p:spPr>
        <p:txBody>
          <a:bodyPr rtlCol="0">
            <a:normAutofit/>
          </a:bodyPr>
          <a:lstStyle>
            <a:lvl1pPr marL="0" indent="0">
              <a:buNone/>
              <a:defRPr sz="1800">
                <a:solidFill>
                  <a:schemeClr val="tx2">
                    <a:lumMod val="85000"/>
                    <a:lumOff val="15000"/>
                  </a:schemeClr>
                </a:solidFill>
              </a:defRPr>
            </a:lvl1pPr>
            <a:lvl2pPr marL="347345" indent="-347345">
              <a:spcBef>
                <a:spcPts val="1800"/>
              </a:spcBef>
              <a:buClr>
                <a:schemeClr val="accent3">
                  <a:lumMod val="60000"/>
                  <a:lumOff val="40000"/>
                </a:schemeClr>
              </a:buClr>
              <a:buSzPct val="150000"/>
              <a:defRPr sz="1800">
                <a:solidFill>
                  <a:schemeClr val="tx2">
                    <a:lumMod val="85000"/>
                    <a:lumOff val="15000"/>
                  </a:schemeClr>
                </a:solidFill>
              </a:defRPr>
            </a:lvl2pPr>
            <a:lvl3pPr marL="685800">
              <a:buClr>
                <a:schemeClr val="accent3">
                  <a:lumMod val="60000"/>
                  <a:lumOff val="40000"/>
                </a:schemeClr>
              </a:buClr>
              <a:buSzPct val="150000"/>
              <a:defRPr sz="1600">
                <a:solidFill>
                  <a:schemeClr val="tx2">
                    <a:lumMod val="85000"/>
                    <a:lumOff val="15000"/>
                  </a:schemeClr>
                </a:solidFill>
              </a:defRPr>
            </a:lvl3pPr>
            <a:lvl4pPr marL="1143000">
              <a:buClr>
                <a:schemeClr val="accent3">
                  <a:lumMod val="60000"/>
                  <a:lumOff val="40000"/>
                </a:schemeClr>
              </a:buClr>
              <a:buSzPct val="150000"/>
              <a:defRPr sz="1400">
                <a:solidFill>
                  <a:schemeClr val="tx2">
                    <a:lumMod val="85000"/>
                    <a:lumOff val="15000"/>
                  </a:schemeClr>
                </a:solidFill>
              </a:defRPr>
            </a:lvl4pPr>
            <a:lvl5pPr marL="1600200">
              <a:buClr>
                <a:schemeClr val="accent3">
                  <a:lumMod val="60000"/>
                  <a:lumOff val="40000"/>
                </a:schemeClr>
              </a:buClr>
              <a:buSzPct val="150000"/>
              <a:defRPr sz="1400">
                <a:solidFill>
                  <a:schemeClr val="tx2">
                    <a:lumMod val="85000"/>
                    <a:lumOff val="15000"/>
                  </a:schemeClr>
                </a:solidFill>
              </a:defRPr>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4" name="Marcador de contenido 3"/>
          <p:cNvSpPr>
            <a:spLocks noGrp="1"/>
          </p:cNvSpPr>
          <p:nvPr>
            <p:ph sz="half" idx="2" hasCustomPrompt="1"/>
          </p:nvPr>
        </p:nvSpPr>
        <p:spPr>
          <a:xfrm>
            <a:off x="6309360" y="3017520"/>
            <a:ext cx="5212080" cy="3200400"/>
          </a:xfrm>
        </p:spPr>
        <p:txBody>
          <a:bodyPr rtlCol="0">
            <a:normAutofit/>
          </a:bodyPr>
          <a:lstStyle>
            <a:lvl1pPr marL="0" indent="0">
              <a:buNone/>
              <a:defRPr sz="1800">
                <a:solidFill>
                  <a:schemeClr val="tx2">
                    <a:lumMod val="85000"/>
                    <a:lumOff val="15000"/>
                  </a:schemeClr>
                </a:solidFill>
              </a:defRPr>
            </a:lvl1pPr>
            <a:lvl2pPr marL="347345" indent="-347345">
              <a:spcBef>
                <a:spcPts val="1800"/>
              </a:spcBef>
              <a:buClr>
                <a:schemeClr val="accent3">
                  <a:lumMod val="60000"/>
                  <a:lumOff val="40000"/>
                </a:schemeClr>
              </a:buClr>
              <a:buSzPct val="150000"/>
              <a:defRPr sz="1800">
                <a:solidFill>
                  <a:schemeClr val="tx2">
                    <a:lumMod val="85000"/>
                    <a:lumOff val="15000"/>
                  </a:schemeClr>
                </a:solidFill>
              </a:defRPr>
            </a:lvl2pPr>
            <a:lvl3pPr marL="685800">
              <a:buClr>
                <a:schemeClr val="accent3">
                  <a:lumMod val="60000"/>
                  <a:lumOff val="40000"/>
                </a:schemeClr>
              </a:buClr>
              <a:buSzPct val="150000"/>
              <a:defRPr sz="1600">
                <a:solidFill>
                  <a:schemeClr val="tx2">
                    <a:lumMod val="85000"/>
                    <a:lumOff val="15000"/>
                  </a:schemeClr>
                </a:solidFill>
              </a:defRPr>
            </a:lvl3pPr>
            <a:lvl4pPr marL="1143000">
              <a:buClr>
                <a:schemeClr val="accent3">
                  <a:lumMod val="60000"/>
                  <a:lumOff val="40000"/>
                </a:schemeClr>
              </a:buClr>
              <a:buSzPct val="150000"/>
              <a:defRPr sz="1400">
                <a:solidFill>
                  <a:schemeClr val="tx2">
                    <a:lumMod val="85000"/>
                    <a:lumOff val="15000"/>
                  </a:schemeClr>
                </a:solidFill>
              </a:defRPr>
            </a:lvl4pPr>
            <a:lvl5pPr marL="1600200">
              <a:buClr>
                <a:schemeClr val="accent3">
                  <a:lumMod val="60000"/>
                  <a:lumOff val="40000"/>
                </a:schemeClr>
              </a:buClr>
              <a:buSzPct val="150000"/>
              <a:defRPr sz="1400">
                <a:solidFill>
                  <a:schemeClr val="tx2">
                    <a:lumMod val="85000"/>
                    <a:lumOff val="15000"/>
                  </a:schemeClr>
                </a:solidFill>
              </a:defRPr>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7" name="Marcador de número de diapositiva 6"/>
          <p:cNvSpPr>
            <a:spLocks noGrp="1"/>
          </p:cNvSpPr>
          <p:nvPr>
            <p:ph type="sldNum" sz="quarter" idx="12"/>
          </p:nvPr>
        </p:nvSpPr>
        <p:spPr>
          <a:xfrm>
            <a:off x="685800" y="6413342"/>
            <a:ext cx="762000" cy="228600"/>
          </a:xfrm>
        </p:spPr>
        <p:txBody>
          <a:bodyPr rtlCol="0"/>
          <a:lstStyle/>
          <a:p>
            <a:pPr rtl="0"/>
            <a:fld id="{022B156B-59AE-415F-B24B-8756D48BB977}" type="slidenum">
              <a:rPr/>
            </a:fld>
            <a:endParaRPr/>
          </a:p>
        </p:txBody>
      </p:sp>
      <p:sp>
        <p:nvSpPr>
          <p:cNvPr id="6" name="Marcador de posición de pie de página 5"/>
          <p:cNvSpPr>
            <a:spLocks noGrp="1"/>
          </p:cNvSpPr>
          <p:nvPr>
            <p:ph type="ftr" sz="quarter" idx="11"/>
          </p:nvPr>
        </p:nvSpPr>
        <p:spPr/>
        <p:txBody>
          <a:bodyPr rtlCol="0"/>
          <a:lstStyle/>
          <a:p>
            <a:pPr rtl="0"/>
          </a:p>
        </p:txBody>
      </p:sp>
      <p:sp>
        <p:nvSpPr>
          <p:cNvPr id="5" name="Marcador de posición de fecha 4"/>
          <p:cNvSpPr>
            <a:spLocks noGrp="1"/>
          </p:cNvSpPr>
          <p:nvPr>
            <p:ph type="dt" sz="half" idx="10"/>
          </p:nvPr>
        </p:nvSpPr>
        <p:spPr>
          <a:xfrm>
            <a:off x="10125180" y="6413342"/>
            <a:ext cx="1396260" cy="228600"/>
          </a:xfrm>
        </p:spPr>
        <p:txBody>
          <a:bodyPr rtlCol="0"/>
          <a:lstStyle/>
          <a:p>
            <a:pPr rtl="0"/>
            <a:r>
              <a:rPr lang="en-US"/>
              <a:t>8/5/20XX</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Contenido dos 02">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10" name="Rectángulo 9"/>
          <p:cNvSpPr/>
          <p:nvPr userDrawn="1"/>
        </p:nvSpPr>
        <p:spPr>
          <a:xfrm rot="5400000">
            <a:off x="4907280" y="-4905754"/>
            <a:ext cx="2377440" cy="12188952"/>
          </a:xfrm>
          <a:prstGeom prst="rect">
            <a:avLst/>
          </a:prstGeom>
          <a:solidFill>
            <a:schemeClr val="accent2">
              <a:lumMod val="40000"/>
              <a:lumOff val="6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Elipse 10"/>
          <p:cNvSpPr/>
          <p:nvPr userDrawn="1"/>
        </p:nvSpPr>
        <p:spPr>
          <a:xfrm>
            <a:off x="11064240" y="548640"/>
            <a:ext cx="578411" cy="57841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title"/>
          </p:nvPr>
        </p:nvSpPr>
        <p:spPr>
          <a:xfrm>
            <a:off x="685800" y="640080"/>
            <a:ext cx="10058402" cy="1463040"/>
          </a:xfrm>
        </p:spPr>
        <p:txBody>
          <a:bodyPr rtlCol="0">
            <a:normAutofit/>
          </a:bodyPr>
          <a:lstStyle>
            <a:lvl1pPr>
              <a:defRPr sz="3200"/>
            </a:lvl1pPr>
          </a:lstStyle>
          <a:p>
            <a:pPr rtl="0"/>
            <a:r>
              <a:rPr lang="es-ES"/>
              <a:t>Haga clic para modificar el estilo de título del patrón</a:t>
            </a:r>
            <a:endParaRPr dirty="0"/>
          </a:p>
        </p:txBody>
      </p:sp>
      <p:sp>
        <p:nvSpPr>
          <p:cNvPr id="3" name="Marcador de contenido 2"/>
          <p:cNvSpPr>
            <a:spLocks noGrp="1"/>
          </p:cNvSpPr>
          <p:nvPr>
            <p:ph sz="half" idx="1" hasCustomPrompt="1"/>
          </p:nvPr>
        </p:nvSpPr>
        <p:spPr>
          <a:xfrm>
            <a:off x="685800" y="3017520"/>
            <a:ext cx="5212080" cy="3200400"/>
          </a:xfrm>
        </p:spPr>
        <p:txBody>
          <a:bodyPr rtlCol="0">
            <a:normAutofit/>
          </a:bodyPr>
          <a:lstStyle>
            <a:lvl1pPr marL="511810" indent="-511810">
              <a:buFont typeface="+mj-lt"/>
              <a:buAutoNum type="arabicPeriod"/>
              <a:defRPr sz="1800"/>
            </a:lvl1pPr>
            <a:lvl2pPr marL="914400" indent="511810">
              <a:spcBef>
                <a:spcPts val="1800"/>
              </a:spcBef>
              <a:buClrTx/>
              <a:buSzPct val="100000"/>
              <a:buFont typeface="+mj-lt"/>
              <a:buAutoNum type="alphaLcPeriod"/>
              <a:defRPr sz="1800"/>
            </a:lvl2pPr>
            <a:lvl3pPr marL="1371600" indent="511810">
              <a:buClrTx/>
              <a:buSzPct val="100000"/>
              <a:buFont typeface="+mj-lt"/>
              <a:buAutoNum type="romanLcPeriod"/>
              <a:defRPr sz="1600"/>
            </a:lvl3pPr>
            <a:lvl4pPr marL="1828800" indent="511810">
              <a:buClrTx/>
              <a:buSzPct val="100000"/>
              <a:buFont typeface="+mj-lt"/>
              <a:buAutoNum type="arabicParenR"/>
              <a:defRPr sz="1400"/>
            </a:lvl4pPr>
            <a:lvl5pPr marL="2171700" indent="511810">
              <a:buClrTx/>
              <a:buSzPct val="100000"/>
              <a:buFont typeface="+mj-lt"/>
              <a:buAutoNum type="alphaLcParenR"/>
              <a:defRPr sz="1400"/>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4" name="Marcador de contenido 3"/>
          <p:cNvSpPr>
            <a:spLocks noGrp="1"/>
          </p:cNvSpPr>
          <p:nvPr>
            <p:ph sz="half" idx="2" hasCustomPrompt="1"/>
          </p:nvPr>
        </p:nvSpPr>
        <p:spPr>
          <a:xfrm>
            <a:off x="6309360" y="3017520"/>
            <a:ext cx="5212080" cy="3200400"/>
          </a:xfrm>
        </p:spPr>
        <p:txBody>
          <a:bodyPr rtlCol="0">
            <a:normAutofit/>
          </a:bodyPr>
          <a:lstStyle>
            <a:lvl1pPr marL="0" indent="0">
              <a:buNone/>
              <a:defRPr sz="1800"/>
            </a:lvl1pPr>
            <a:lvl2pPr marL="347345" indent="-347345">
              <a:spcBef>
                <a:spcPts val="1800"/>
              </a:spcBef>
              <a:buClr>
                <a:schemeClr val="accent1"/>
              </a:buClr>
              <a:buSzPct val="150000"/>
              <a:defRPr sz="1800"/>
            </a:lvl2pPr>
            <a:lvl3pPr marL="685800">
              <a:buClr>
                <a:schemeClr val="accent1"/>
              </a:buClr>
              <a:buSzPct val="150000"/>
              <a:defRPr sz="1600"/>
            </a:lvl3pPr>
            <a:lvl4pPr marL="1143000">
              <a:buClr>
                <a:schemeClr val="accent1"/>
              </a:buClr>
              <a:buSzPct val="150000"/>
              <a:defRPr sz="1400"/>
            </a:lvl4pPr>
            <a:lvl5pPr marL="1600200">
              <a:buClr>
                <a:schemeClr val="accent1"/>
              </a:buClr>
              <a:buSzPct val="150000"/>
              <a:defRPr sz="1400"/>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7" name="Marcador de número de diapositiva 6"/>
          <p:cNvSpPr>
            <a:spLocks noGrp="1"/>
          </p:cNvSpPr>
          <p:nvPr>
            <p:ph type="sldNum" sz="quarter" idx="12"/>
          </p:nvPr>
        </p:nvSpPr>
        <p:spPr>
          <a:xfrm>
            <a:off x="685800" y="6413342"/>
            <a:ext cx="762000" cy="228600"/>
          </a:xfrm>
        </p:spPr>
        <p:txBody>
          <a:bodyPr rtlCol="0"/>
          <a:lstStyle/>
          <a:p>
            <a:pPr rtl="0"/>
            <a:fld id="{022B156B-59AE-415F-B24B-8756D48BB977}" type="slidenum">
              <a:rPr/>
            </a:fld>
            <a:endParaRPr/>
          </a:p>
        </p:txBody>
      </p:sp>
      <p:sp>
        <p:nvSpPr>
          <p:cNvPr id="6" name="Marcador de posición de pie de página 5"/>
          <p:cNvSpPr>
            <a:spLocks noGrp="1"/>
          </p:cNvSpPr>
          <p:nvPr>
            <p:ph type="ftr" sz="quarter" idx="11"/>
          </p:nvPr>
        </p:nvSpPr>
        <p:spPr/>
        <p:txBody>
          <a:bodyPr rtlCol="0"/>
          <a:lstStyle/>
          <a:p>
            <a:pPr rtl="0"/>
          </a:p>
        </p:txBody>
      </p:sp>
      <p:sp>
        <p:nvSpPr>
          <p:cNvPr id="5" name="Marcador de posición de fecha 4"/>
          <p:cNvSpPr>
            <a:spLocks noGrp="1"/>
          </p:cNvSpPr>
          <p:nvPr>
            <p:ph type="dt" sz="half" idx="10"/>
          </p:nvPr>
        </p:nvSpPr>
        <p:spPr>
          <a:xfrm>
            <a:off x="10125180" y="6413342"/>
            <a:ext cx="1396260" cy="228600"/>
          </a:xfrm>
        </p:spPr>
        <p:txBody>
          <a:bodyPr rtlCol="0"/>
          <a:lstStyle/>
          <a:p>
            <a:pPr rtl="0"/>
            <a:r>
              <a:rPr lang="en-US"/>
              <a:t>8/5/20XX</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contenido e imagen izquierda">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9" name="Rectángulo 8"/>
          <p:cNvSpPr/>
          <p:nvPr userDrawn="1"/>
        </p:nvSpPr>
        <p:spPr>
          <a:xfrm rot="16200000">
            <a:off x="-2240281" y="2240280"/>
            <a:ext cx="6858003" cy="2377440"/>
          </a:xfrm>
          <a:prstGeom prst="rect">
            <a:avLst/>
          </a:prstGeom>
          <a:solidFill>
            <a:schemeClr val="accent3">
              <a:lumMod val="40000"/>
              <a:lumOff val="60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Forma libre 5"/>
          <p:cNvSpPr>
            <a:spLocks noChangeAspect="1"/>
          </p:cNvSpPr>
          <p:nvPr userDrawn="1"/>
        </p:nvSpPr>
        <p:spPr>
          <a:xfrm rot="6533428" flipV="1">
            <a:off x="2908262" y="2798321"/>
            <a:ext cx="3037508" cy="1448330"/>
          </a:xfrm>
          <a:custGeom>
            <a:avLst/>
            <a:gdLst>
              <a:gd name="connsiteX0" fmla="*/ 188904 w 3037508"/>
              <a:gd name="connsiteY0" fmla="*/ 468884 h 1448330"/>
              <a:gd name="connsiteX1" fmla="*/ 822984 w 3037508"/>
              <a:gd name="connsiteY1" fmla="*/ 360523 h 1448330"/>
              <a:gd name="connsiteX2" fmla="*/ 976911 w 3037508"/>
              <a:gd name="connsiteY2" fmla="*/ 296434 h 1448330"/>
              <a:gd name="connsiteX3" fmla="*/ 105569 w 3037508"/>
              <a:gd name="connsiteY3" fmla="*/ 0 h 1448330"/>
              <a:gd name="connsiteX4" fmla="*/ 53812 w 3037508"/>
              <a:gd name="connsiteY4" fmla="*/ 41804 h 1448330"/>
              <a:gd name="connsiteX5" fmla="*/ 76538 w 3037508"/>
              <a:gd name="connsiteY5" fmla="*/ 387241 h 1448330"/>
              <a:gd name="connsiteX6" fmla="*/ 188904 w 3037508"/>
              <a:gd name="connsiteY6" fmla="*/ 468884 h 1448330"/>
              <a:gd name="connsiteX7" fmla="*/ 2319328 w 3037508"/>
              <a:gd name="connsiteY7" fmla="*/ 1375028 h 1448330"/>
              <a:gd name="connsiteX8" fmla="*/ 2902300 w 3037508"/>
              <a:gd name="connsiteY8" fmla="*/ 1257044 h 1448330"/>
              <a:gd name="connsiteX9" fmla="*/ 3032964 w 3037508"/>
              <a:gd name="connsiteY9" fmla="*/ 1049160 h 1448330"/>
              <a:gd name="connsiteX10" fmla="*/ 3037508 w 3037508"/>
              <a:gd name="connsiteY10" fmla="*/ 997456 h 1448330"/>
              <a:gd name="connsiteX11" fmla="*/ 1860269 w 3037508"/>
              <a:gd name="connsiteY11" fmla="*/ 596955 h 1448330"/>
              <a:gd name="connsiteX12" fmla="*/ 1887543 w 3037508"/>
              <a:gd name="connsiteY12" fmla="*/ 673480 h 1448330"/>
              <a:gd name="connsiteX13" fmla="*/ 2030828 w 3037508"/>
              <a:gd name="connsiteY13" fmla="*/ 997645 h 1448330"/>
              <a:gd name="connsiteX14" fmla="*/ 2319328 w 3037508"/>
              <a:gd name="connsiteY14" fmla="*/ 1375028 h 1448330"/>
              <a:gd name="connsiteX15" fmla="*/ 1509306 w 3037508"/>
              <a:gd name="connsiteY15" fmla="*/ 1444725 h 1448330"/>
              <a:gd name="connsiteX16" fmla="*/ 1764356 w 3037508"/>
              <a:gd name="connsiteY16" fmla="*/ 601834 h 1448330"/>
              <a:gd name="connsiteX17" fmla="*/ 1746300 w 3037508"/>
              <a:gd name="connsiteY17" fmla="*/ 558182 h 1448330"/>
              <a:gd name="connsiteX18" fmla="*/ 1405603 w 3037508"/>
              <a:gd name="connsiteY18" fmla="*/ 442276 h 1448330"/>
              <a:gd name="connsiteX19" fmla="*/ 1399024 w 3037508"/>
              <a:gd name="connsiteY19" fmla="*/ 464084 h 1448330"/>
              <a:gd name="connsiteX20" fmla="*/ 1306221 w 3037508"/>
              <a:gd name="connsiteY20" fmla="*/ 969973 h 1448330"/>
              <a:gd name="connsiteX21" fmla="*/ 1509306 w 3037508"/>
              <a:gd name="connsiteY21" fmla="*/ 1444725 h 1448330"/>
              <a:gd name="connsiteX22" fmla="*/ 632427 w 3037508"/>
              <a:gd name="connsiteY22" fmla="*/ 1371398 h 1448330"/>
              <a:gd name="connsiteX23" fmla="*/ 1318627 w 3037508"/>
              <a:gd name="connsiteY23" fmla="*/ 490046 h 1448330"/>
              <a:gd name="connsiteX24" fmla="*/ 1342318 w 3037508"/>
              <a:gd name="connsiteY24" fmla="*/ 420746 h 1448330"/>
              <a:gd name="connsiteX25" fmla="*/ 1060890 w 3037508"/>
              <a:gd name="connsiteY25" fmla="*/ 325004 h 1448330"/>
              <a:gd name="connsiteX26" fmla="*/ 934527 w 3037508"/>
              <a:gd name="connsiteY26" fmla="*/ 398991 h 1448330"/>
              <a:gd name="connsiteX27" fmla="*/ 409769 w 3037508"/>
              <a:gd name="connsiteY27" fmla="*/ 789771 h 1448330"/>
              <a:gd name="connsiteX28" fmla="*/ 452474 w 3037508"/>
              <a:gd name="connsiteY28" fmla="*/ 1187426 h 1448330"/>
              <a:gd name="connsiteX29" fmla="*/ 632427 w 3037508"/>
              <a:gd name="connsiteY29" fmla="*/ 1371398 h 144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037508" h="1448330">
                <a:moveTo>
                  <a:pt x="188904" y="468884"/>
                </a:moveTo>
                <a:cubicBezTo>
                  <a:pt x="376325" y="537885"/>
                  <a:pt x="656659" y="414912"/>
                  <a:pt x="822984" y="360523"/>
                </a:cubicBezTo>
                <a:lnTo>
                  <a:pt x="976911" y="296434"/>
                </a:lnTo>
                <a:lnTo>
                  <a:pt x="105569" y="0"/>
                </a:lnTo>
                <a:lnTo>
                  <a:pt x="53812" y="41804"/>
                </a:lnTo>
                <a:cubicBezTo>
                  <a:pt x="-25298" y="127164"/>
                  <a:pt x="-16735" y="247767"/>
                  <a:pt x="76538" y="387241"/>
                </a:cubicBezTo>
                <a:cubicBezTo>
                  <a:pt x="107350" y="426813"/>
                  <a:pt x="145653" y="452960"/>
                  <a:pt x="188904" y="468884"/>
                </a:cubicBezTo>
                <a:close/>
                <a:moveTo>
                  <a:pt x="2319328" y="1375028"/>
                </a:moveTo>
                <a:cubicBezTo>
                  <a:pt x="2457764" y="1428216"/>
                  <a:pt x="2788392" y="1362665"/>
                  <a:pt x="2902300" y="1257044"/>
                </a:cubicBezTo>
                <a:cubicBezTo>
                  <a:pt x="2963807" y="1200019"/>
                  <a:pt x="3016440" y="1127018"/>
                  <a:pt x="3032964" y="1049160"/>
                </a:cubicBezTo>
                <a:lnTo>
                  <a:pt x="3037508" y="997456"/>
                </a:lnTo>
                <a:lnTo>
                  <a:pt x="1860269" y="596955"/>
                </a:lnTo>
                <a:lnTo>
                  <a:pt x="1887543" y="673480"/>
                </a:lnTo>
                <a:cubicBezTo>
                  <a:pt x="1927849" y="782886"/>
                  <a:pt x="1972648" y="892563"/>
                  <a:pt x="2030828" y="997645"/>
                </a:cubicBezTo>
                <a:cubicBezTo>
                  <a:pt x="2139414" y="1225010"/>
                  <a:pt x="2145285" y="1308154"/>
                  <a:pt x="2319328" y="1375028"/>
                </a:cubicBezTo>
                <a:close/>
                <a:moveTo>
                  <a:pt x="1509306" y="1444725"/>
                </a:moveTo>
                <a:cubicBezTo>
                  <a:pt x="1730054" y="1485799"/>
                  <a:pt x="2012322" y="1174154"/>
                  <a:pt x="1764356" y="601834"/>
                </a:cubicBezTo>
                <a:lnTo>
                  <a:pt x="1746300" y="558182"/>
                </a:lnTo>
                <a:lnTo>
                  <a:pt x="1405603" y="442276"/>
                </a:lnTo>
                <a:lnTo>
                  <a:pt x="1399024" y="464084"/>
                </a:lnTo>
                <a:cubicBezTo>
                  <a:pt x="1353031" y="638231"/>
                  <a:pt x="1328764" y="800326"/>
                  <a:pt x="1306221" y="969973"/>
                </a:cubicBezTo>
                <a:cubicBezTo>
                  <a:pt x="1266556" y="1268457"/>
                  <a:pt x="1376857" y="1420080"/>
                  <a:pt x="1509306" y="1444725"/>
                </a:cubicBezTo>
                <a:close/>
                <a:moveTo>
                  <a:pt x="632427" y="1371398"/>
                </a:moveTo>
                <a:cubicBezTo>
                  <a:pt x="910283" y="1480167"/>
                  <a:pt x="1186653" y="862145"/>
                  <a:pt x="1318627" y="490046"/>
                </a:cubicBezTo>
                <a:lnTo>
                  <a:pt x="1342318" y="420746"/>
                </a:lnTo>
                <a:lnTo>
                  <a:pt x="1060890" y="325004"/>
                </a:lnTo>
                <a:lnTo>
                  <a:pt x="934527" y="398991"/>
                </a:lnTo>
                <a:cubicBezTo>
                  <a:pt x="742533" y="507950"/>
                  <a:pt x="534790" y="626181"/>
                  <a:pt x="409769" y="789771"/>
                </a:cubicBezTo>
                <a:cubicBezTo>
                  <a:pt x="335019" y="929402"/>
                  <a:pt x="374931" y="1038730"/>
                  <a:pt x="452474" y="1187426"/>
                </a:cubicBezTo>
                <a:cubicBezTo>
                  <a:pt x="511550" y="1289760"/>
                  <a:pt x="572024" y="1347752"/>
                  <a:pt x="632427" y="1371398"/>
                </a:cubicBezTo>
                <a:close/>
              </a:path>
            </a:pathLst>
          </a:custGeom>
          <a:solidFill>
            <a:schemeClr val="accent5"/>
          </a:solidFill>
          <a:ln w="0" cap="flat">
            <a:noFill/>
            <a:prstDash val="solid"/>
            <a:miter/>
          </a:ln>
        </p:spPr>
        <p:txBody>
          <a:bodyPr wrap="square" rtlCol="0" anchor="ctr">
            <a:noAutofit/>
          </a:bodyPr>
          <a:lstStyle/>
          <a:p>
            <a:pPr rtl="0"/>
            <a:endParaRPr lang="en-US"/>
          </a:p>
        </p:txBody>
      </p:sp>
      <p:sp>
        <p:nvSpPr>
          <p:cNvPr id="12" name="Elipse 11"/>
          <p:cNvSpPr/>
          <p:nvPr userDrawn="1"/>
        </p:nvSpPr>
        <p:spPr>
          <a:xfrm>
            <a:off x="11064240" y="548640"/>
            <a:ext cx="578411" cy="57841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ctrTitle"/>
          </p:nvPr>
        </p:nvSpPr>
        <p:spPr>
          <a:xfrm>
            <a:off x="5852160" y="1188720"/>
            <a:ext cx="5577840" cy="2286000"/>
          </a:xfrm>
        </p:spPr>
        <p:txBody>
          <a:bodyPr rtlCol="0" anchor="b">
            <a:normAutofit/>
          </a:bodyPr>
          <a:lstStyle>
            <a:lvl1pPr algn="l">
              <a:defRPr sz="3200"/>
            </a:lvl1pPr>
          </a:lstStyle>
          <a:p>
            <a:pPr rtl="0"/>
            <a:r>
              <a:rPr lang="es-ES"/>
              <a:t>Haga clic para modificar el estilo de título del patrón</a:t>
            </a:r>
            <a:endParaRPr dirty="0"/>
          </a:p>
        </p:txBody>
      </p:sp>
      <p:sp>
        <p:nvSpPr>
          <p:cNvPr id="10" name="Marcador de posición de imagen 9"/>
          <p:cNvSpPr>
            <a:spLocks noGrp="1"/>
          </p:cNvSpPr>
          <p:nvPr>
            <p:ph type="pic" sz="quarter" idx="10"/>
          </p:nvPr>
        </p:nvSpPr>
        <p:spPr>
          <a:xfrm>
            <a:off x="548640" y="457200"/>
            <a:ext cx="3653268" cy="5623560"/>
          </a:xfrm>
          <a:custGeom>
            <a:avLst/>
            <a:gdLst>
              <a:gd name="connsiteX0" fmla="*/ 1823887 w 3653268"/>
              <a:gd name="connsiteY0" fmla="*/ 0 h 5623560"/>
              <a:gd name="connsiteX1" fmla="*/ 1829381 w 3653268"/>
              <a:gd name="connsiteY1" fmla="*/ 0 h 5623560"/>
              <a:gd name="connsiteX2" fmla="*/ 2011505 w 3653268"/>
              <a:gd name="connsiteY2" fmla="*/ 8739 h 5623560"/>
              <a:gd name="connsiteX3" fmla="*/ 3653268 w 3653268"/>
              <a:gd name="connsiteY3" fmla="*/ 1725481 h 5623560"/>
              <a:gd name="connsiteX4" fmla="*/ 3653268 w 3653268"/>
              <a:gd name="connsiteY4" fmla="*/ 5623560 h 5623560"/>
              <a:gd name="connsiteX5" fmla="*/ 0 w 3653268"/>
              <a:gd name="connsiteY5" fmla="*/ 5623560 h 5623560"/>
              <a:gd name="connsiteX6" fmla="*/ 0 w 3653268"/>
              <a:gd name="connsiteY6" fmla="*/ 1725481 h 5623560"/>
              <a:gd name="connsiteX7" fmla="*/ 1641763 w 3653268"/>
              <a:gd name="connsiteY7" fmla="*/ 8739 h 562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3268" h="5623560">
                <a:moveTo>
                  <a:pt x="1823887" y="0"/>
                </a:moveTo>
                <a:lnTo>
                  <a:pt x="1829381" y="0"/>
                </a:lnTo>
                <a:lnTo>
                  <a:pt x="2011505" y="8739"/>
                </a:lnTo>
                <a:cubicBezTo>
                  <a:pt x="2923328" y="96739"/>
                  <a:pt x="3636144" y="828758"/>
                  <a:pt x="3653268" y="1725481"/>
                </a:cubicBezTo>
                <a:lnTo>
                  <a:pt x="3653268" y="5623560"/>
                </a:lnTo>
                <a:lnTo>
                  <a:pt x="0" y="5623560"/>
                </a:lnTo>
                <a:lnTo>
                  <a:pt x="0" y="1725481"/>
                </a:lnTo>
                <a:cubicBezTo>
                  <a:pt x="17125" y="828758"/>
                  <a:pt x="729940" y="96739"/>
                  <a:pt x="1641763" y="8739"/>
                </a:cubicBezTo>
                <a:close/>
              </a:path>
            </a:pathLst>
          </a:custGeom>
        </p:spPr>
        <p:txBody>
          <a:bodyPr wrap="square" rtlCol="0">
            <a:noAutofit/>
          </a:bodyPr>
          <a:lstStyle>
            <a:lvl1pPr marL="0" indent="0" algn="ctr">
              <a:buNone/>
              <a:defRPr sz="1600"/>
            </a:lvl1pPr>
          </a:lstStyle>
          <a:p>
            <a:pPr rtl="0"/>
            <a:r>
              <a:rPr lang="es-ES"/>
              <a:t>Haga clic en el icono para agregar una imagen</a:t>
            </a:r>
            <a:endParaRPr lang="en-US"/>
          </a:p>
        </p:txBody>
      </p:sp>
      <p:sp>
        <p:nvSpPr>
          <p:cNvPr id="13" name="Marcador de posición de contenido 3"/>
          <p:cNvSpPr>
            <a:spLocks noGrp="1"/>
          </p:cNvSpPr>
          <p:nvPr>
            <p:ph sz="half" idx="2" hasCustomPrompt="1"/>
          </p:nvPr>
        </p:nvSpPr>
        <p:spPr>
          <a:xfrm>
            <a:off x="5852160" y="3840480"/>
            <a:ext cx="5577840" cy="2286000"/>
          </a:xfrm>
        </p:spPr>
        <p:txBody>
          <a:bodyPr rtlCol="0">
            <a:normAutofit/>
          </a:bodyPr>
          <a:lstStyle>
            <a:lvl1pPr marL="0" indent="0">
              <a:buNone/>
              <a:defRPr sz="1800"/>
            </a:lvl1pPr>
            <a:lvl2pPr marL="347345" indent="-347345">
              <a:spcBef>
                <a:spcPts val="1800"/>
              </a:spcBef>
              <a:buClr>
                <a:schemeClr val="accent5"/>
              </a:buClr>
              <a:buSzPct val="150000"/>
              <a:defRPr sz="1800"/>
            </a:lvl2pPr>
            <a:lvl3pPr marL="685800">
              <a:buClr>
                <a:schemeClr val="accent5"/>
              </a:buClr>
              <a:buSzPct val="150000"/>
              <a:defRPr sz="1600"/>
            </a:lvl3pPr>
            <a:lvl4pPr marL="1143000">
              <a:buClr>
                <a:schemeClr val="accent5"/>
              </a:buClr>
              <a:buSzPct val="150000"/>
              <a:defRPr sz="1400"/>
            </a:lvl4pPr>
            <a:lvl5pPr marL="1600200">
              <a:buClr>
                <a:schemeClr val="accent5"/>
              </a:buClr>
              <a:buSzPct val="150000"/>
              <a:defRPr sz="1400"/>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Dos contenidos 03">
    <p:bg>
      <p:bgPr>
        <a:solidFill>
          <a:schemeClr val="accent4"/>
        </a:solidFill>
        <a:effectLst/>
      </p:bgPr>
    </p:bg>
    <p:spTree>
      <p:nvGrpSpPr>
        <p:cNvPr id="1" name=""/>
        <p:cNvGrpSpPr/>
        <p:nvPr/>
      </p:nvGrpSpPr>
      <p:grpSpPr>
        <a:xfrm>
          <a:off x="0" y="0"/>
          <a:ext cx="0" cy="0"/>
          <a:chOff x="0" y="0"/>
          <a:chExt cx="0" cy="0"/>
        </a:xfrm>
      </p:grpSpPr>
      <p:sp>
        <p:nvSpPr>
          <p:cNvPr id="10" name="Rectángulo 9"/>
          <p:cNvSpPr/>
          <p:nvPr userDrawn="1"/>
        </p:nvSpPr>
        <p:spPr>
          <a:xfrm>
            <a:off x="0" y="0"/>
            <a:ext cx="12192000" cy="237744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Elipse 10"/>
          <p:cNvSpPr/>
          <p:nvPr userDrawn="1"/>
        </p:nvSpPr>
        <p:spPr>
          <a:xfrm>
            <a:off x="11064240" y="548640"/>
            <a:ext cx="578411" cy="578411"/>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title"/>
          </p:nvPr>
        </p:nvSpPr>
        <p:spPr>
          <a:xfrm>
            <a:off x="685800" y="640080"/>
            <a:ext cx="10058402" cy="1463040"/>
          </a:xfrm>
        </p:spPr>
        <p:txBody>
          <a:bodyPr rtlCol="0">
            <a:normAutofit/>
          </a:bodyPr>
          <a:lstStyle>
            <a:lvl1pPr>
              <a:defRPr sz="3200"/>
            </a:lvl1pPr>
          </a:lstStyle>
          <a:p>
            <a:pPr rtl="0"/>
            <a:r>
              <a:rPr lang="es-ES"/>
              <a:t>Haga clic para modificar el estilo de título del patrón</a:t>
            </a:r>
            <a:endParaRPr dirty="0"/>
          </a:p>
        </p:txBody>
      </p:sp>
      <p:sp>
        <p:nvSpPr>
          <p:cNvPr id="3" name="Marcador de contenido 2"/>
          <p:cNvSpPr>
            <a:spLocks noGrp="1"/>
          </p:cNvSpPr>
          <p:nvPr>
            <p:ph sz="half" idx="1" hasCustomPrompt="1"/>
          </p:nvPr>
        </p:nvSpPr>
        <p:spPr>
          <a:xfrm>
            <a:off x="685800" y="3017520"/>
            <a:ext cx="3108960" cy="3200400"/>
          </a:xfrm>
        </p:spPr>
        <p:txBody>
          <a:bodyPr rtlCol="0">
            <a:normAutofit/>
          </a:bodyPr>
          <a:lstStyle>
            <a:lvl1pPr marL="0" indent="0">
              <a:buNone/>
              <a:defRPr sz="1800"/>
            </a:lvl1pPr>
            <a:lvl2pPr marL="347345" indent="-347345">
              <a:spcBef>
                <a:spcPts val="1800"/>
              </a:spcBef>
              <a:buClr>
                <a:schemeClr val="accent6">
                  <a:lumMod val="60000"/>
                  <a:lumOff val="40000"/>
                </a:schemeClr>
              </a:buClr>
              <a:buSzPct val="150000"/>
              <a:defRPr sz="1800"/>
            </a:lvl2pPr>
            <a:lvl3pPr marL="685800">
              <a:buClr>
                <a:schemeClr val="accent6">
                  <a:lumMod val="60000"/>
                  <a:lumOff val="40000"/>
                </a:schemeClr>
              </a:buClr>
              <a:buSzPct val="150000"/>
              <a:defRPr sz="1600"/>
            </a:lvl3pPr>
            <a:lvl4pPr marL="1143000">
              <a:buClr>
                <a:schemeClr val="accent6">
                  <a:lumMod val="60000"/>
                  <a:lumOff val="40000"/>
                </a:schemeClr>
              </a:buClr>
              <a:buSzPct val="150000"/>
              <a:defRPr sz="1400"/>
            </a:lvl4pPr>
            <a:lvl5pPr marL="1600200">
              <a:buClr>
                <a:schemeClr val="accent6">
                  <a:lumMod val="60000"/>
                  <a:lumOff val="40000"/>
                </a:schemeClr>
              </a:buClr>
              <a:buSzPct val="150000"/>
              <a:defRPr sz="1400"/>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4" name="Marcador de contenido 3"/>
          <p:cNvSpPr>
            <a:spLocks noGrp="1"/>
          </p:cNvSpPr>
          <p:nvPr>
            <p:ph sz="half" idx="2" hasCustomPrompt="1"/>
          </p:nvPr>
        </p:nvSpPr>
        <p:spPr>
          <a:xfrm>
            <a:off x="4224528" y="3017520"/>
            <a:ext cx="7232904" cy="3182112"/>
          </a:xfrm>
        </p:spPr>
        <p:txBody>
          <a:bodyPr rtlCol="0">
            <a:normAutofit/>
          </a:bodyPr>
          <a:lstStyle>
            <a:lvl1pPr marL="0" indent="0">
              <a:buNone/>
              <a:defRPr sz="1800"/>
            </a:lvl1pPr>
            <a:lvl2pPr marL="347345" indent="-347345">
              <a:spcBef>
                <a:spcPts val="1800"/>
              </a:spcBef>
              <a:buClr>
                <a:schemeClr val="accent6">
                  <a:lumMod val="60000"/>
                  <a:lumOff val="40000"/>
                </a:schemeClr>
              </a:buClr>
              <a:buSzPct val="150000"/>
              <a:defRPr sz="1800"/>
            </a:lvl2pPr>
            <a:lvl3pPr marL="685800">
              <a:buClr>
                <a:schemeClr val="accent6">
                  <a:lumMod val="60000"/>
                  <a:lumOff val="40000"/>
                </a:schemeClr>
              </a:buClr>
              <a:buSzPct val="150000"/>
              <a:defRPr sz="1600"/>
            </a:lvl3pPr>
            <a:lvl4pPr marL="1143000">
              <a:buClr>
                <a:schemeClr val="accent6">
                  <a:lumMod val="60000"/>
                  <a:lumOff val="40000"/>
                </a:schemeClr>
              </a:buClr>
              <a:buSzPct val="150000"/>
              <a:defRPr sz="1400"/>
            </a:lvl4pPr>
            <a:lvl5pPr marL="1600200">
              <a:buClr>
                <a:schemeClr val="accent6">
                  <a:lumMod val="60000"/>
                  <a:lumOff val="40000"/>
                </a:schemeClr>
              </a:buClr>
              <a:buSzPct val="150000"/>
              <a:defRPr sz="1400"/>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7" name="Marcador de número de diapositiva 6"/>
          <p:cNvSpPr>
            <a:spLocks noGrp="1"/>
          </p:cNvSpPr>
          <p:nvPr>
            <p:ph type="sldNum" sz="quarter" idx="12"/>
          </p:nvPr>
        </p:nvSpPr>
        <p:spPr>
          <a:xfrm>
            <a:off x="685800" y="6413342"/>
            <a:ext cx="762000" cy="228600"/>
          </a:xfrm>
        </p:spPr>
        <p:txBody>
          <a:bodyPr rtlCol="0"/>
          <a:lstStyle/>
          <a:p>
            <a:pPr rtl="0"/>
            <a:fld id="{022B156B-59AE-415F-B24B-8756D48BB977}" type="slidenum">
              <a:rPr/>
            </a:fld>
            <a:endParaRPr/>
          </a:p>
        </p:txBody>
      </p:sp>
      <p:sp>
        <p:nvSpPr>
          <p:cNvPr id="6" name="Marcador de posición de pie de página 5"/>
          <p:cNvSpPr>
            <a:spLocks noGrp="1"/>
          </p:cNvSpPr>
          <p:nvPr>
            <p:ph type="ftr" sz="quarter" idx="11"/>
          </p:nvPr>
        </p:nvSpPr>
        <p:spPr/>
        <p:txBody>
          <a:bodyPr rtlCol="0"/>
          <a:lstStyle/>
          <a:p>
            <a:pPr rtl="0"/>
          </a:p>
        </p:txBody>
      </p:sp>
      <p:sp>
        <p:nvSpPr>
          <p:cNvPr id="5" name="Marcador de posición de fecha 4"/>
          <p:cNvSpPr>
            <a:spLocks noGrp="1"/>
          </p:cNvSpPr>
          <p:nvPr>
            <p:ph type="dt" sz="half" idx="10"/>
          </p:nvPr>
        </p:nvSpPr>
        <p:spPr>
          <a:xfrm>
            <a:off x="10061172" y="6413342"/>
            <a:ext cx="1396260" cy="228600"/>
          </a:xfrm>
        </p:spPr>
        <p:txBody>
          <a:bodyPr rtlCol="0"/>
          <a:lstStyle/>
          <a:p>
            <a:pPr rtl="0"/>
            <a:r>
              <a:rPr lang="en-US"/>
              <a:t>8/5/20XX</a:t>
            </a: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ido dos 04">
    <p:bg>
      <p:bgPr>
        <a:solidFill>
          <a:schemeClr val="accent5"/>
        </a:solidFill>
        <a:effectLst/>
      </p:bgPr>
    </p:bg>
    <p:spTree>
      <p:nvGrpSpPr>
        <p:cNvPr id="1" name=""/>
        <p:cNvGrpSpPr/>
        <p:nvPr/>
      </p:nvGrpSpPr>
      <p:grpSpPr>
        <a:xfrm>
          <a:off x="0" y="0"/>
          <a:ext cx="0" cy="0"/>
          <a:chOff x="0" y="0"/>
          <a:chExt cx="0" cy="0"/>
        </a:xfrm>
      </p:grpSpPr>
      <p:sp>
        <p:nvSpPr>
          <p:cNvPr id="8" name="Rectángulo 7"/>
          <p:cNvSpPr/>
          <p:nvPr userDrawn="1"/>
        </p:nvSpPr>
        <p:spPr>
          <a:xfrm rot="5400000">
            <a:off x="-381000" y="381003"/>
            <a:ext cx="6858001" cy="6096000"/>
          </a:xfrm>
          <a:prstGeom prst="rect">
            <a:avLst/>
          </a:prstGeom>
          <a:solidFill>
            <a:schemeClr val="accent5">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Elipse 11"/>
          <p:cNvSpPr/>
          <p:nvPr userDrawn="1"/>
        </p:nvSpPr>
        <p:spPr>
          <a:xfrm>
            <a:off x="11064240" y="548640"/>
            <a:ext cx="578411" cy="578411"/>
          </a:xfrm>
          <a:prstGeom prst="ellipse">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title"/>
          </p:nvPr>
        </p:nvSpPr>
        <p:spPr>
          <a:xfrm>
            <a:off x="685800" y="1188720"/>
            <a:ext cx="5212080" cy="2286000"/>
          </a:xfrm>
        </p:spPr>
        <p:txBody>
          <a:bodyPr rtlCol="0" anchor="b"/>
          <a:lstStyle>
            <a:lvl1pPr>
              <a:defRPr sz="3200"/>
            </a:lvl1pPr>
          </a:lstStyle>
          <a:p>
            <a:pPr rtl="0"/>
            <a:r>
              <a:rPr lang="es-ES"/>
              <a:t>Haga clic para modificar el estilo de título del patrón</a:t>
            </a:r>
            <a:endParaRPr dirty="0"/>
          </a:p>
        </p:txBody>
      </p:sp>
      <p:sp>
        <p:nvSpPr>
          <p:cNvPr id="15" name="Marcador de contenido 2"/>
          <p:cNvSpPr>
            <a:spLocks noGrp="1"/>
          </p:cNvSpPr>
          <p:nvPr>
            <p:ph sz="half" idx="13" hasCustomPrompt="1"/>
          </p:nvPr>
        </p:nvSpPr>
        <p:spPr>
          <a:xfrm>
            <a:off x="685800" y="3840480"/>
            <a:ext cx="3840480" cy="2286000"/>
          </a:xfrm>
        </p:spPr>
        <p:txBody>
          <a:bodyPr rtlCol="0">
            <a:normAutofit/>
          </a:bodyPr>
          <a:lstStyle>
            <a:lvl1pPr marL="0" indent="0">
              <a:spcBef>
                <a:spcPts val="800"/>
              </a:spcBef>
              <a:buNone/>
              <a:defRPr sz="1800">
                <a:solidFill>
                  <a:schemeClr val="tx2">
                    <a:lumMod val="85000"/>
                    <a:lumOff val="15000"/>
                  </a:schemeClr>
                </a:solidFill>
              </a:defRPr>
            </a:lvl1pPr>
            <a:lvl2pPr marL="347345" indent="-347345">
              <a:spcBef>
                <a:spcPts val="800"/>
              </a:spcBef>
              <a:buClr>
                <a:schemeClr val="accent3">
                  <a:lumMod val="60000"/>
                  <a:lumOff val="40000"/>
                </a:schemeClr>
              </a:buClr>
              <a:buSzPct val="150000"/>
              <a:defRPr sz="1800">
                <a:solidFill>
                  <a:schemeClr val="tx2">
                    <a:lumMod val="85000"/>
                    <a:lumOff val="15000"/>
                  </a:schemeClr>
                </a:solidFill>
              </a:defRPr>
            </a:lvl2pPr>
            <a:lvl3pPr marL="685800">
              <a:buClr>
                <a:schemeClr val="accent3">
                  <a:lumMod val="60000"/>
                  <a:lumOff val="40000"/>
                </a:schemeClr>
              </a:buClr>
              <a:buSzPct val="150000"/>
              <a:defRPr sz="1600">
                <a:solidFill>
                  <a:schemeClr val="tx2">
                    <a:lumMod val="85000"/>
                    <a:lumOff val="15000"/>
                  </a:schemeClr>
                </a:solidFill>
              </a:defRPr>
            </a:lvl3pPr>
            <a:lvl4pPr marL="1143000">
              <a:buClr>
                <a:schemeClr val="accent3">
                  <a:lumMod val="60000"/>
                  <a:lumOff val="40000"/>
                </a:schemeClr>
              </a:buClr>
              <a:buSzPct val="150000"/>
              <a:defRPr sz="1400">
                <a:solidFill>
                  <a:schemeClr val="tx2">
                    <a:lumMod val="85000"/>
                    <a:lumOff val="15000"/>
                  </a:schemeClr>
                </a:solidFill>
              </a:defRPr>
            </a:lvl4pPr>
            <a:lvl5pPr marL="1600200">
              <a:buClr>
                <a:schemeClr val="accent3">
                  <a:lumMod val="60000"/>
                  <a:lumOff val="40000"/>
                </a:schemeClr>
              </a:buClr>
              <a:buSzPct val="150000"/>
              <a:defRPr sz="1400">
                <a:solidFill>
                  <a:schemeClr val="tx2">
                    <a:lumMod val="85000"/>
                    <a:lumOff val="15000"/>
                  </a:schemeClr>
                </a:solidFill>
              </a:defRPr>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3" name="Marcador de contenido 2"/>
          <p:cNvSpPr>
            <a:spLocks noGrp="1"/>
          </p:cNvSpPr>
          <p:nvPr>
            <p:ph idx="1" hasCustomPrompt="1"/>
          </p:nvPr>
        </p:nvSpPr>
        <p:spPr>
          <a:xfrm>
            <a:off x="6583680" y="1188720"/>
            <a:ext cx="5029200" cy="4937760"/>
          </a:xfrm>
        </p:spPr>
        <p:txBody>
          <a:bodyPr lIns="91440" tIns="45720" rIns="91440" bIns="45720" rtlCol="0" anchor="ctr">
            <a:normAutofit/>
          </a:bodyPr>
          <a:lstStyle>
            <a:lvl1pPr marL="347345" indent="-347345">
              <a:spcBef>
                <a:spcPts val="800"/>
              </a:spcBef>
              <a:buClr>
                <a:schemeClr val="accent3">
                  <a:lumMod val="60000"/>
                  <a:lumOff val="40000"/>
                </a:schemeClr>
              </a:buClr>
              <a:buSzPct val="150000"/>
              <a:defRPr sz="1800">
                <a:solidFill>
                  <a:schemeClr val="tx2">
                    <a:lumMod val="85000"/>
                    <a:lumOff val="15000"/>
                  </a:schemeClr>
                </a:solidFill>
              </a:defRPr>
            </a:lvl1pPr>
            <a:lvl2pPr marL="740410" indent="-283210">
              <a:spcBef>
                <a:spcPts val="800"/>
              </a:spcBef>
              <a:buClr>
                <a:schemeClr val="accent3">
                  <a:lumMod val="60000"/>
                  <a:lumOff val="40000"/>
                </a:schemeClr>
              </a:buClr>
              <a:buSzPct val="150000"/>
              <a:buFont typeface="Nimbus Sans D OT Condensed" panose="02000000000000000000" pitchFamily="50" charset="0"/>
              <a:buChar char="–"/>
              <a:defRPr sz="1800">
                <a:solidFill>
                  <a:schemeClr val="tx2">
                    <a:lumMod val="85000"/>
                    <a:lumOff val="15000"/>
                  </a:schemeClr>
                </a:solidFill>
              </a:defRPr>
            </a:lvl2pPr>
            <a:lvl3pPr indent="457200">
              <a:buClr>
                <a:schemeClr val="accent3">
                  <a:lumMod val="60000"/>
                  <a:lumOff val="40000"/>
                </a:schemeClr>
              </a:buClr>
              <a:buSzPct val="150000"/>
              <a:defRPr sz="1600">
                <a:solidFill>
                  <a:schemeClr val="tx2">
                    <a:lumMod val="85000"/>
                    <a:lumOff val="15000"/>
                  </a:schemeClr>
                </a:solidFill>
              </a:defRPr>
            </a:lvl3pPr>
            <a:lvl4pPr indent="457200">
              <a:buClr>
                <a:schemeClr val="accent3">
                  <a:lumMod val="60000"/>
                  <a:lumOff val="40000"/>
                </a:schemeClr>
              </a:buClr>
              <a:buSzPct val="150000"/>
              <a:defRPr sz="1400">
                <a:solidFill>
                  <a:schemeClr val="tx2">
                    <a:lumMod val="85000"/>
                    <a:lumOff val="15000"/>
                  </a:schemeClr>
                </a:solidFill>
              </a:defRPr>
            </a:lvl4pPr>
            <a:lvl5pPr indent="457200">
              <a:buClr>
                <a:schemeClr val="accent3">
                  <a:lumMod val="60000"/>
                  <a:lumOff val="40000"/>
                </a:schemeClr>
              </a:buClr>
              <a:buSzPct val="150000"/>
              <a:defRPr sz="1400">
                <a:solidFill>
                  <a:schemeClr val="tx2">
                    <a:lumMod val="85000"/>
                    <a:lumOff val="15000"/>
                  </a:schemeClr>
                </a:solidFill>
              </a:defRPr>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6" name="Marcador de número de diapositiva 5"/>
          <p:cNvSpPr>
            <a:spLocks noGrp="1"/>
          </p:cNvSpPr>
          <p:nvPr>
            <p:ph type="sldNum" sz="quarter" idx="12"/>
          </p:nvPr>
        </p:nvSpPr>
        <p:spPr>
          <a:xfrm>
            <a:off x="685800" y="6413342"/>
            <a:ext cx="762000" cy="228600"/>
          </a:xfrm>
        </p:spPr>
        <p:txBody>
          <a:bodyPr rtlCol="0"/>
          <a:lstStyle/>
          <a:p>
            <a:pPr rtl="0"/>
            <a:fld id="{022B156B-59AE-415F-B24B-8756D48BB977}" type="slidenum">
              <a:rPr/>
            </a:fld>
            <a:endParaRPr dirty="0"/>
          </a:p>
        </p:txBody>
      </p:sp>
      <p:sp>
        <p:nvSpPr>
          <p:cNvPr id="5" name="Marcador de posición de pie de página 4"/>
          <p:cNvSpPr>
            <a:spLocks noGrp="1"/>
          </p:cNvSpPr>
          <p:nvPr>
            <p:ph type="ftr" sz="quarter" idx="11"/>
          </p:nvPr>
        </p:nvSpPr>
        <p:spPr/>
        <p:txBody>
          <a:bodyPr rtlCol="0"/>
          <a:lstStyle/>
          <a:p>
            <a:pPr rtl="0"/>
          </a:p>
        </p:txBody>
      </p:sp>
      <p:sp>
        <p:nvSpPr>
          <p:cNvPr id="4" name="Marcador de posición de fecha 3"/>
          <p:cNvSpPr>
            <a:spLocks noGrp="1"/>
          </p:cNvSpPr>
          <p:nvPr>
            <p:ph type="dt" sz="half" idx="10"/>
          </p:nvPr>
        </p:nvSpPr>
        <p:spPr>
          <a:xfrm>
            <a:off x="10216620" y="6413342"/>
            <a:ext cx="1396260" cy="228600"/>
          </a:xfrm>
        </p:spPr>
        <p:txBody>
          <a:bodyPr rtlCol="0"/>
          <a:lstStyle/>
          <a:p>
            <a:pPr rtl="0"/>
            <a:r>
              <a:rPr lang="en-US"/>
              <a:t>8/5/20XX</a:t>
            </a:r>
            <a:endParaRPr lang="en-US"/>
          </a:p>
        </p:txBody>
      </p:sp>
      <p:sp>
        <p:nvSpPr>
          <p:cNvPr id="14" name="Forma libre: Forma 13"/>
          <p:cNvSpPr/>
          <p:nvPr userDrawn="1"/>
        </p:nvSpPr>
        <p:spPr>
          <a:xfrm>
            <a:off x="1254153" y="0"/>
            <a:ext cx="3164763" cy="1116410"/>
          </a:xfrm>
          <a:custGeom>
            <a:avLst/>
            <a:gdLst>
              <a:gd name="connsiteX0" fmla="*/ 1916839 w 3164763"/>
              <a:gd name="connsiteY0" fmla="*/ 0 h 1116410"/>
              <a:gd name="connsiteX1" fmla="*/ 3153535 w 3164763"/>
              <a:gd name="connsiteY1" fmla="*/ 0 h 1116410"/>
              <a:gd name="connsiteX2" fmla="*/ 3162842 w 3164763"/>
              <a:gd name="connsiteY2" fmla="*/ 37990 h 1116410"/>
              <a:gd name="connsiteX3" fmla="*/ 3106095 w 3164763"/>
              <a:gd name="connsiteY3" fmla="*/ 276880 h 1116410"/>
              <a:gd name="connsiteX4" fmla="*/ 2592187 w 3164763"/>
              <a:gd name="connsiteY4" fmla="*/ 576338 h 1116410"/>
              <a:gd name="connsiteX5" fmla="*/ 2197514 w 3164763"/>
              <a:gd name="connsiteY5" fmla="*/ 311983 h 1116410"/>
              <a:gd name="connsiteX6" fmla="*/ 1957458 w 3164763"/>
              <a:gd name="connsiteY6" fmla="*/ 51240 h 1116410"/>
              <a:gd name="connsiteX7" fmla="*/ 1427168 w 3164763"/>
              <a:gd name="connsiteY7" fmla="*/ 0 h 1116410"/>
              <a:gd name="connsiteX8" fmla="*/ 1797506 w 3164763"/>
              <a:gd name="connsiteY8" fmla="*/ 0 h 1116410"/>
              <a:gd name="connsiteX9" fmla="*/ 1817760 w 3164763"/>
              <a:gd name="connsiteY9" fmla="*/ 23087 h 1116410"/>
              <a:gd name="connsiteX10" fmla="*/ 1847775 w 3164763"/>
              <a:gd name="connsiteY10" fmla="*/ 903209 h 1116410"/>
              <a:gd name="connsiteX11" fmla="*/ 1502606 w 3164763"/>
              <a:gd name="connsiteY11" fmla="*/ 519164 h 1116410"/>
              <a:gd name="connsiteX12" fmla="*/ 1427529 w 3164763"/>
              <a:gd name="connsiteY12" fmla="*/ 10342 h 1116410"/>
              <a:gd name="connsiteX13" fmla="*/ 1051873 w 3164763"/>
              <a:gd name="connsiteY13" fmla="*/ 0 h 1116410"/>
              <a:gd name="connsiteX14" fmla="*/ 1359869 w 3164763"/>
              <a:gd name="connsiteY14" fmla="*/ 0 h 1116410"/>
              <a:gd name="connsiteX15" fmla="*/ 1359778 w 3164763"/>
              <a:gd name="connsiteY15" fmla="*/ 60814 h 1116410"/>
              <a:gd name="connsiteX16" fmla="*/ 994005 w 3164763"/>
              <a:gd name="connsiteY16" fmla="*/ 1116211 h 1116410"/>
              <a:gd name="connsiteX17" fmla="*/ 764388 w 3164763"/>
              <a:gd name="connsiteY17" fmla="*/ 1000000 h 1116410"/>
              <a:gd name="connsiteX18" fmla="*/ 595883 w 3164763"/>
              <a:gd name="connsiteY18" fmla="*/ 637289 h 1116410"/>
              <a:gd name="connsiteX19" fmla="*/ 966819 w 3164763"/>
              <a:gd name="connsiteY19" fmla="*/ 98320 h 1116410"/>
              <a:gd name="connsiteX20" fmla="*/ 45679 w 3164763"/>
              <a:gd name="connsiteY20" fmla="*/ 0 h 1116410"/>
              <a:gd name="connsiteX21" fmla="*/ 959819 w 3164763"/>
              <a:gd name="connsiteY21" fmla="*/ 0 h 1116410"/>
              <a:gd name="connsiteX22" fmla="*/ 848830 w 3164763"/>
              <a:gd name="connsiteY22" fmla="*/ 97827 h 1116410"/>
              <a:gd name="connsiteX23" fmla="*/ 283438 w 3164763"/>
              <a:gd name="connsiteY23" fmla="*/ 404636 h 1116410"/>
              <a:gd name="connsiteX24" fmla="*/ 150764 w 3164763"/>
              <a:gd name="connsiteY24" fmla="*/ 363534 h 1116410"/>
              <a:gd name="connsiteX25" fmla="*/ 17992 w 3164763"/>
              <a:gd name="connsiteY25" fmla="*/ 43823 h 1116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164763" h="1116410">
                <a:moveTo>
                  <a:pt x="1916839" y="0"/>
                </a:moveTo>
                <a:lnTo>
                  <a:pt x="3153535" y="0"/>
                </a:lnTo>
                <a:lnTo>
                  <a:pt x="3162842" y="37990"/>
                </a:lnTo>
                <a:cubicBezTo>
                  <a:pt x="3172275" y="117021"/>
                  <a:pt x="3145958" y="203084"/>
                  <a:pt x="3106095" y="276880"/>
                </a:cubicBezTo>
                <a:cubicBezTo>
                  <a:pt x="3032274" y="413560"/>
                  <a:pt x="2740377" y="582105"/>
                  <a:pt x="2592187" y="576338"/>
                </a:cubicBezTo>
                <a:cubicBezTo>
                  <a:pt x="2405879" y="569082"/>
                  <a:pt x="2373543" y="492260"/>
                  <a:pt x="2197514" y="311983"/>
                </a:cubicBezTo>
                <a:cubicBezTo>
                  <a:pt x="2108590" y="231239"/>
                  <a:pt x="2030854" y="141835"/>
                  <a:pt x="1957458" y="51240"/>
                </a:cubicBezTo>
                <a:close/>
                <a:moveTo>
                  <a:pt x="1427168" y="0"/>
                </a:moveTo>
                <a:lnTo>
                  <a:pt x="1797506" y="0"/>
                </a:lnTo>
                <a:lnTo>
                  <a:pt x="1817760" y="23087"/>
                </a:lnTo>
                <a:cubicBezTo>
                  <a:pt x="2236843" y="485047"/>
                  <a:pt x="2069989" y="870997"/>
                  <a:pt x="1847775" y="903209"/>
                </a:cubicBezTo>
                <a:cubicBezTo>
                  <a:pt x="1714446" y="922536"/>
                  <a:pt x="1561189" y="814518"/>
                  <a:pt x="1502606" y="519164"/>
                </a:cubicBezTo>
                <a:cubicBezTo>
                  <a:pt x="1469309" y="351296"/>
                  <a:pt x="1440076" y="190022"/>
                  <a:pt x="1427529" y="10342"/>
                </a:cubicBezTo>
                <a:close/>
                <a:moveTo>
                  <a:pt x="1051873" y="0"/>
                </a:moveTo>
                <a:lnTo>
                  <a:pt x="1359869" y="0"/>
                </a:lnTo>
                <a:lnTo>
                  <a:pt x="1359778" y="60814"/>
                </a:lnTo>
                <a:cubicBezTo>
                  <a:pt x="1354680" y="455591"/>
                  <a:pt x="1292087" y="1129693"/>
                  <a:pt x="994005" y="1116211"/>
                </a:cubicBezTo>
                <a:cubicBezTo>
                  <a:pt x="929205" y="1113279"/>
                  <a:pt x="853275" y="1077854"/>
                  <a:pt x="764388" y="1000000"/>
                </a:cubicBezTo>
                <a:cubicBezTo>
                  <a:pt x="643086" y="884202"/>
                  <a:pt x="570088" y="793555"/>
                  <a:pt x="595883" y="637289"/>
                </a:cubicBezTo>
                <a:cubicBezTo>
                  <a:pt x="661554" y="442150"/>
                  <a:pt x="820148" y="263310"/>
                  <a:pt x="966819" y="98320"/>
                </a:cubicBezTo>
                <a:close/>
                <a:moveTo>
                  <a:pt x="45679" y="0"/>
                </a:moveTo>
                <a:lnTo>
                  <a:pt x="959819" y="0"/>
                </a:lnTo>
                <a:lnTo>
                  <a:pt x="848830" y="97827"/>
                </a:lnTo>
                <a:cubicBezTo>
                  <a:pt x="708885" y="202887"/>
                  <a:pt x="483095" y="409596"/>
                  <a:pt x="283438" y="404636"/>
                </a:cubicBezTo>
                <a:cubicBezTo>
                  <a:pt x="237363" y="403491"/>
                  <a:pt x="192679" y="391073"/>
                  <a:pt x="150764" y="363534"/>
                </a:cubicBezTo>
                <a:cubicBezTo>
                  <a:pt x="17540" y="261533"/>
                  <a:pt x="-29410" y="150114"/>
                  <a:pt x="17992" y="43823"/>
                </a:cubicBezTo>
                <a:close/>
              </a:path>
            </a:pathLst>
          </a:custGeom>
          <a:solidFill>
            <a:schemeClr val="accent3">
              <a:lumMod val="60000"/>
              <a:lumOff val="40000"/>
            </a:schemeClr>
          </a:solidFill>
          <a:ln w="0" cap="flat">
            <a:noFill/>
            <a:prstDash val="solid"/>
            <a:miter/>
          </a:ln>
        </p:spPr>
        <p:txBody>
          <a:bodyPr wrap="square" rtlCol="0" anchor="ctr">
            <a:noAutofit/>
          </a:bodyPr>
          <a:lstStyle/>
          <a:p>
            <a:pPr lvl="0" rtl="0"/>
            <a:endParaRPr 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ítulo y contenido 02">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8" name="Rectángulo 7"/>
          <p:cNvSpPr/>
          <p:nvPr userDrawn="1"/>
        </p:nvSpPr>
        <p:spPr>
          <a:xfrm>
            <a:off x="0" y="0"/>
            <a:ext cx="12192000" cy="2377440"/>
          </a:xfrm>
          <a:prstGeom prst="rect">
            <a:avLst/>
          </a:prstGeom>
          <a:solidFill>
            <a:schemeClr val="accent6">
              <a:lumMod val="40000"/>
              <a:lumOff val="60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Elipse 8"/>
          <p:cNvSpPr/>
          <p:nvPr userDrawn="1"/>
        </p:nvSpPr>
        <p:spPr>
          <a:xfrm>
            <a:off x="11064240" y="548640"/>
            <a:ext cx="578411" cy="57841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p:cNvSpPr>
            <a:spLocks noGrp="1"/>
          </p:cNvSpPr>
          <p:nvPr>
            <p:ph type="title"/>
          </p:nvPr>
        </p:nvSpPr>
        <p:spPr>
          <a:xfrm>
            <a:off x="685800" y="640080"/>
            <a:ext cx="10058402" cy="1463040"/>
          </a:xfrm>
        </p:spPr>
        <p:txBody>
          <a:bodyPr rtlCol="0">
            <a:normAutofit/>
          </a:bodyPr>
          <a:lstStyle>
            <a:lvl1pPr>
              <a:defRPr sz="3200"/>
            </a:lvl1pPr>
          </a:lstStyle>
          <a:p>
            <a:pPr rtl="0"/>
            <a:r>
              <a:rPr lang="es-ES"/>
              <a:t>Haga clic para modificar el estilo de título del patrón</a:t>
            </a:r>
            <a:endParaRPr dirty="0"/>
          </a:p>
        </p:txBody>
      </p:sp>
      <p:sp>
        <p:nvSpPr>
          <p:cNvPr id="4" name="Marcador de contenido 3"/>
          <p:cNvSpPr>
            <a:spLocks noGrp="1"/>
          </p:cNvSpPr>
          <p:nvPr>
            <p:ph sz="half" idx="2" hasCustomPrompt="1"/>
          </p:nvPr>
        </p:nvSpPr>
        <p:spPr>
          <a:xfrm>
            <a:off x="676656" y="3017520"/>
            <a:ext cx="10835640" cy="3090672"/>
          </a:xfrm>
        </p:spPr>
        <p:txBody>
          <a:bodyPr rtlCol="0">
            <a:normAutofit/>
          </a:bodyPr>
          <a:lstStyle>
            <a:lvl1pPr marL="0" indent="0">
              <a:buNone/>
              <a:defRPr sz="1800">
                <a:solidFill>
                  <a:schemeClr val="tx2">
                    <a:lumMod val="85000"/>
                    <a:lumOff val="15000"/>
                  </a:schemeClr>
                </a:solidFill>
              </a:defRPr>
            </a:lvl1pPr>
            <a:lvl2pPr marL="347345" indent="-347345">
              <a:spcBef>
                <a:spcPts val="1800"/>
              </a:spcBef>
              <a:buClr>
                <a:schemeClr val="accent1"/>
              </a:buClr>
              <a:buSzPct val="150000"/>
              <a:defRPr sz="1800">
                <a:solidFill>
                  <a:schemeClr val="tx2">
                    <a:lumMod val="85000"/>
                    <a:lumOff val="15000"/>
                  </a:schemeClr>
                </a:solidFill>
              </a:defRPr>
            </a:lvl2pPr>
            <a:lvl3pPr marL="685800">
              <a:buClr>
                <a:schemeClr val="accent1"/>
              </a:buClr>
              <a:buSzPct val="150000"/>
              <a:defRPr sz="1600">
                <a:solidFill>
                  <a:schemeClr val="tx2">
                    <a:lumMod val="85000"/>
                    <a:lumOff val="15000"/>
                  </a:schemeClr>
                </a:solidFill>
              </a:defRPr>
            </a:lvl3pPr>
            <a:lvl4pPr marL="1143000">
              <a:buClr>
                <a:schemeClr val="accent1"/>
              </a:buClr>
              <a:buSzPct val="150000"/>
              <a:defRPr sz="1400">
                <a:solidFill>
                  <a:schemeClr val="tx2">
                    <a:lumMod val="85000"/>
                    <a:lumOff val="15000"/>
                  </a:schemeClr>
                </a:solidFill>
              </a:defRPr>
            </a:lvl4pPr>
            <a:lvl5pPr marL="1600200">
              <a:buClr>
                <a:schemeClr val="accent1"/>
              </a:buClr>
              <a:buSzPct val="150000"/>
              <a:defRPr sz="1400">
                <a:solidFill>
                  <a:schemeClr val="tx2">
                    <a:lumMod val="85000"/>
                    <a:lumOff val="15000"/>
                  </a:schemeClr>
                </a:solidFill>
              </a:defRPr>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
        <p:nvSpPr>
          <p:cNvPr id="7" name="Marcador de número de diapositiva 6"/>
          <p:cNvSpPr>
            <a:spLocks noGrp="1"/>
          </p:cNvSpPr>
          <p:nvPr>
            <p:ph type="sldNum" sz="quarter" idx="12"/>
          </p:nvPr>
        </p:nvSpPr>
        <p:spPr>
          <a:xfrm>
            <a:off x="676656" y="6413342"/>
            <a:ext cx="762000" cy="228600"/>
          </a:xfrm>
        </p:spPr>
        <p:txBody>
          <a:bodyPr rtlCol="0"/>
          <a:lstStyle/>
          <a:p>
            <a:pPr rtl="0"/>
            <a:fld id="{022B156B-59AE-415F-B24B-8756D48BB977}" type="slidenum">
              <a:rPr/>
            </a:fld>
            <a:endParaRPr dirty="0"/>
          </a:p>
        </p:txBody>
      </p:sp>
      <p:sp>
        <p:nvSpPr>
          <p:cNvPr id="6" name="Marcador de posición de pie de página 5"/>
          <p:cNvSpPr>
            <a:spLocks noGrp="1"/>
          </p:cNvSpPr>
          <p:nvPr>
            <p:ph type="ftr" sz="quarter" idx="11"/>
          </p:nvPr>
        </p:nvSpPr>
        <p:spPr/>
        <p:txBody>
          <a:bodyPr rtlCol="0"/>
          <a:lstStyle/>
          <a:p>
            <a:pPr rtl="0"/>
          </a:p>
        </p:txBody>
      </p:sp>
      <p:sp>
        <p:nvSpPr>
          <p:cNvPr id="5" name="Marcador de posición de fecha 4"/>
          <p:cNvSpPr>
            <a:spLocks noGrp="1"/>
          </p:cNvSpPr>
          <p:nvPr>
            <p:ph type="dt" sz="half" idx="10"/>
          </p:nvPr>
        </p:nvSpPr>
        <p:spPr>
          <a:xfrm>
            <a:off x="10116036" y="6413342"/>
            <a:ext cx="1396260" cy="228600"/>
          </a:xfrm>
        </p:spPr>
        <p:txBody>
          <a:bodyPr rtlCol="0"/>
          <a:lstStyle/>
          <a:p>
            <a:pPr rtl="0"/>
            <a:r>
              <a:rPr lang="en-US"/>
              <a:t>8/5/20XX</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y contenido 03">
    <p:bg>
      <p:bgPr>
        <a:solidFill>
          <a:schemeClr val="accent1">
            <a:alpha val="85000"/>
          </a:schemeClr>
        </a:solidFill>
        <a:effectLst/>
      </p:bgPr>
    </p:bg>
    <p:spTree>
      <p:nvGrpSpPr>
        <p:cNvPr id="1" name=""/>
        <p:cNvGrpSpPr/>
        <p:nvPr/>
      </p:nvGrpSpPr>
      <p:grpSpPr>
        <a:xfrm>
          <a:off x="0" y="0"/>
          <a:ext cx="0" cy="0"/>
          <a:chOff x="0" y="0"/>
          <a:chExt cx="0" cy="0"/>
        </a:xfrm>
      </p:grpSpPr>
      <p:sp>
        <p:nvSpPr>
          <p:cNvPr id="10" name="Rectángulo 9"/>
          <p:cNvSpPr/>
          <p:nvPr userDrawn="1"/>
        </p:nvSpPr>
        <p:spPr>
          <a:xfrm>
            <a:off x="0" y="0"/>
            <a:ext cx="12192000" cy="2377440"/>
          </a:xfrm>
          <a:prstGeom prst="rect">
            <a:avLst/>
          </a:prstGeom>
          <a:solidFill>
            <a:schemeClr val="accent1">
              <a:lumMod val="60000"/>
              <a:lumOff val="4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Elipse 10"/>
          <p:cNvSpPr/>
          <p:nvPr userDrawn="1"/>
        </p:nvSpPr>
        <p:spPr>
          <a:xfrm>
            <a:off x="11064240" y="548640"/>
            <a:ext cx="578411" cy="57841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Forma libre 24"/>
          <p:cNvSpPr/>
          <p:nvPr userDrawn="1"/>
        </p:nvSpPr>
        <p:spPr>
          <a:xfrm>
            <a:off x="0" y="0"/>
            <a:ext cx="3551610" cy="3385396"/>
          </a:xfrm>
          <a:custGeom>
            <a:avLst/>
            <a:gdLst>
              <a:gd name="connsiteX0" fmla="*/ 850172 w 3551610"/>
              <a:gd name="connsiteY0" fmla="*/ 0 h 3385396"/>
              <a:gd name="connsiteX1" fmla="*/ 3551610 w 3551610"/>
              <a:gd name="connsiteY1" fmla="*/ 0 h 3385396"/>
              <a:gd name="connsiteX2" fmla="*/ 3545502 w 3551610"/>
              <a:gd name="connsiteY2" fmla="*/ 48057 h 3385396"/>
              <a:gd name="connsiteX3" fmla="*/ 3153843 w 3551610"/>
              <a:gd name="connsiteY3" fmla="*/ 813124 h 3385396"/>
              <a:gd name="connsiteX4" fmla="*/ 2400452 w 3551610"/>
              <a:gd name="connsiteY4" fmla="*/ 1015946 h 3385396"/>
              <a:gd name="connsiteX5" fmla="*/ 1888439 w 3551610"/>
              <a:gd name="connsiteY5" fmla="*/ 795833 h 3385396"/>
              <a:gd name="connsiteX6" fmla="*/ 1076560 w 3551610"/>
              <a:gd name="connsiteY6" fmla="*/ 192507 h 3385396"/>
              <a:gd name="connsiteX7" fmla="*/ 0 w 3551610"/>
              <a:gd name="connsiteY7" fmla="*/ 0 h 3385396"/>
              <a:gd name="connsiteX8" fmla="*/ 170254 w 3551610"/>
              <a:gd name="connsiteY8" fmla="*/ 0 h 3385396"/>
              <a:gd name="connsiteX9" fmla="*/ 213176 w 3551610"/>
              <a:gd name="connsiteY9" fmla="*/ 49586 h 3385396"/>
              <a:gd name="connsiteX10" fmla="*/ 1186202 w 3551610"/>
              <a:gd name="connsiteY10" fmla="*/ 1137646 h 3385396"/>
              <a:gd name="connsiteX11" fmla="*/ 1908108 w 3551610"/>
              <a:gd name="connsiteY11" fmla="*/ 2448784 h 3385396"/>
              <a:gd name="connsiteX12" fmla="*/ 1522567 w 3551610"/>
              <a:gd name="connsiteY12" fmla="*/ 3316589 h 3385396"/>
              <a:gd name="connsiteX13" fmla="*/ 247782 w 3551610"/>
              <a:gd name="connsiteY13" fmla="*/ 3125606 h 3385396"/>
              <a:gd name="connsiteX14" fmla="*/ 0 w 3551610"/>
              <a:gd name="connsiteY14" fmla="*/ 2999163 h 3385396"/>
              <a:gd name="connsiteX15" fmla="*/ 0 w 3551610"/>
              <a:gd name="connsiteY15" fmla="*/ 1904097 h 3385396"/>
              <a:gd name="connsiteX16" fmla="*/ 25089 w 3551610"/>
              <a:gd name="connsiteY16" fmla="*/ 1922512 h 3385396"/>
              <a:gd name="connsiteX17" fmla="*/ 482438 w 3551610"/>
              <a:gd name="connsiteY17" fmla="*/ 2240764 h 3385396"/>
              <a:gd name="connsiteX18" fmla="*/ 886596 w 3551610"/>
              <a:gd name="connsiteY18" fmla="*/ 1954362 h 3385396"/>
              <a:gd name="connsiteX19" fmla="*/ 147864 w 3551610"/>
              <a:gd name="connsiteY19" fmla="*/ 1256180 h 3385396"/>
              <a:gd name="connsiteX20" fmla="*/ 0 w 3551610"/>
              <a:gd name="connsiteY20" fmla="*/ 1123921 h 338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51610" h="3385396">
                <a:moveTo>
                  <a:pt x="850172" y="0"/>
                </a:moveTo>
                <a:lnTo>
                  <a:pt x="3551610" y="0"/>
                </a:lnTo>
                <a:lnTo>
                  <a:pt x="3545502" y="48057"/>
                </a:lnTo>
                <a:cubicBezTo>
                  <a:pt x="3494359" y="339007"/>
                  <a:pt x="3354023" y="630274"/>
                  <a:pt x="3153843" y="813124"/>
                </a:cubicBezTo>
                <a:cubicBezTo>
                  <a:pt x="2922486" y="1028562"/>
                  <a:pt x="2636802" y="1071145"/>
                  <a:pt x="2400452" y="1015946"/>
                </a:cubicBezTo>
                <a:cubicBezTo>
                  <a:pt x="2216301" y="975333"/>
                  <a:pt x="2046036" y="889407"/>
                  <a:pt x="1888439" y="795833"/>
                </a:cubicBezTo>
                <a:cubicBezTo>
                  <a:pt x="1605677" y="623551"/>
                  <a:pt x="1335114" y="409459"/>
                  <a:pt x="1076560" y="192507"/>
                </a:cubicBezTo>
                <a:close/>
                <a:moveTo>
                  <a:pt x="0" y="0"/>
                </a:moveTo>
                <a:lnTo>
                  <a:pt x="170254" y="0"/>
                </a:lnTo>
                <a:lnTo>
                  <a:pt x="213176" y="49586"/>
                </a:lnTo>
                <a:cubicBezTo>
                  <a:pt x="609385" y="505698"/>
                  <a:pt x="990817" y="936279"/>
                  <a:pt x="1186202" y="1137646"/>
                </a:cubicBezTo>
                <a:cubicBezTo>
                  <a:pt x="1490625" y="1463668"/>
                  <a:pt x="1866607" y="1888397"/>
                  <a:pt x="1908108" y="2448784"/>
                </a:cubicBezTo>
                <a:cubicBezTo>
                  <a:pt x="1925366" y="2681836"/>
                  <a:pt x="1911001" y="3141057"/>
                  <a:pt x="1522567" y="3316589"/>
                </a:cubicBezTo>
                <a:cubicBezTo>
                  <a:pt x="1182978" y="3470038"/>
                  <a:pt x="721635" y="3349535"/>
                  <a:pt x="247782" y="3125606"/>
                </a:cubicBezTo>
                <a:lnTo>
                  <a:pt x="0" y="2999163"/>
                </a:lnTo>
                <a:lnTo>
                  <a:pt x="0" y="1904097"/>
                </a:lnTo>
                <a:lnTo>
                  <a:pt x="25089" y="1922512"/>
                </a:lnTo>
                <a:cubicBezTo>
                  <a:pt x="216092" y="2062500"/>
                  <a:pt x="375808" y="2177722"/>
                  <a:pt x="482438" y="2240764"/>
                </a:cubicBezTo>
                <a:cubicBezTo>
                  <a:pt x="1030823" y="2564966"/>
                  <a:pt x="1089281" y="2190304"/>
                  <a:pt x="886596" y="1954362"/>
                </a:cubicBezTo>
                <a:cubicBezTo>
                  <a:pt x="782727" y="1833436"/>
                  <a:pt x="495086" y="1567846"/>
                  <a:pt x="147864" y="1256180"/>
                </a:cubicBezTo>
                <a:lnTo>
                  <a:pt x="0" y="1123921"/>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ítulo 1"/>
          <p:cNvSpPr>
            <a:spLocks noGrp="1"/>
          </p:cNvSpPr>
          <p:nvPr>
            <p:ph type="title"/>
          </p:nvPr>
        </p:nvSpPr>
        <p:spPr>
          <a:xfrm>
            <a:off x="685800" y="2194560"/>
            <a:ext cx="6126480" cy="4023360"/>
          </a:xfrm>
        </p:spPr>
        <p:txBody>
          <a:bodyPr rtlCol="0">
            <a:normAutofit/>
          </a:bodyPr>
          <a:lstStyle>
            <a:lvl1pPr>
              <a:defRPr sz="4400"/>
            </a:lvl1pPr>
          </a:lstStyle>
          <a:p>
            <a:pPr rtl="0"/>
            <a:r>
              <a:rPr lang="es-ES"/>
              <a:t>Haga clic para modificar el estilo de título del patrón</a:t>
            </a:r>
            <a:endParaRPr dirty="0"/>
          </a:p>
        </p:txBody>
      </p:sp>
      <p:sp>
        <p:nvSpPr>
          <p:cNvPr id="4" name="Marcador de contenido 3"/>
          <p:cNvSpPr>
            <a:spLocks noGrp="1"/>
          </p:cNvSpPr>
          <p:nvPr>
            <p:ph sz="half" idx="2" hasCustomPrompt="1"/>
          </p:nvPr>
        </p:nvSpPr>
        <p:spPr>
          <a:xfrm>
            <a:off x="7315199" y="2194560"/>
            <a:ext cx="4721087" cy="4023360"/>
          </a:xfrm>
        </p:spPr>
        <p:txBody>
          <a:bodyPr rtlCol="0" anchor="b">
            <a:normAutofit/>
          </a:bodyPr>
          <a:lstStyle>
            <a:lvl1pPr marL="457200" indent="-457200">
              <a:buClr>
                <a:schemeClr val="accent2">
                  <a:lumMod val="60000"/>
                  <a:lumOff val="40000"/>
                </a:schemeClr>
              </a:buClr>
              <a:buSzPct val="150000"/>
              <a:buFont typeface="Arial" panose="020B0604020202020204" pitchFamily="34" charset="0"/>
              <a:buChar char="•"/>
              <a:defRPr sz="2000">
                <a:solidFill>
                  <a:schemeClr val="tx2">
                    <a:lumMod val="85000"/>
                    <a:lumOff val="15000"/>
                  </a:schemeClr>
                </a:solidFill>
              </a:defRPr>
            </a:lvl1pPr>
            <a:lvl2pPr marL="914400" indent="-457200">
              <a:spcBef>
                <a:spcPts val="1800"/>
              </a:spcBef>
              <a:buClr>
                <a:schemeClr val="accent2">
                  <a:lumMod val="60000"/>
                  <a:lumOff val="40000"/>
                </a:schemeClr>
              </a:buClr>
              <a:buSzPct val="150000"/>
              <a:defRPr sz="2000">
                <a:solidFill>
                  <a:schemeClr val="tx2">
                    <a:lumMod val="85000"/>
                    <a:lumOff val="15000"/>
                  </a:schemeClr>
                </a:solidFill>
              </a:defRPr>
            </a:lvl2pPr>
            <a:lvl3pPr marL="1371600" indent="-457200">
              <a:buClr>
                <a:schemeClr val="accent2">
                  <a:lumMod val="60000"/>
                  <a:lumOff val="40000"/>
                </a:schemeClr>
              </a:buClr>
              <a:buSzPct val="150000"/>
              <a:defRPr sz="1800">
                <a:solidFill>
                  <a:schemeClr val="tx2">
                    <a:lumMod val="85000"/>
                    <a:lumOff val="15000"/>
                  </a:schemeClr>
                </a:solidFill>
              </a:defRPr>
            </a:lvl3pPr>
            <a:lvl4pPr marL="1828800" indent="-457200">
              <a:buClr>
                <a:schemeClr val="accent2">
                  <a:lumMod val="60000"/>
                  <a:lumOff val="40000"/>
                </a:schemeClr>
              </a:buClr>
              <a:buSzPct val="150000"/>
              <a:defRPr sz="1600">
                <a:solidFill>
                  <a:schemeClr val="tx2">
                    <a:lumMod val="85000"/>
                    <a:lumOff val="15000"/>
                  </a:schemeClr>
                </a:solidFill>
              </a:defRPr>
            </a:lvl4pPr>
            <a:lvl5pPr marL="2286000" indent="-457200">
              <a:buClr>
                <a:schemeClr val="accent2">
                  <a:lumMod val="60000"/>
                  <a:lumOff val="40000"/>
                </a:schemeClr>
              </a:buClr>
              <a:buSzPct val="150000"/>
              <a:defRPr sz="1600">
                <a:solidFill>
                  <a:schemeClr val="tx2">
                    <a:lumMod val="85000"/>
                    <a:lumOff val="15000"/>
                  </a:schemeClr>
                </a:solidFill>
              </a:defRPr>
            </a:lvl5pPr>
          </a:lstStyle>
          <a:p>
            <a:pPr lvl="0" rtl="0"/>
            <a:r>
              <a:rPr lang="es-ES"/>
              <a:t>Haga clic para modificar los estilos de texto del patrón</a:t>
            </a:r>
            <a:endParaRPr lang="es-ES"/>
          </a:p>
          <a:p>
            <a:pPr lvl="1" rtl="0"/>
            <a:r>
              <a:rPr lang="es-ES"/>
              <a:t>Segundo nivel</a:t>
            </a:r>
            <a:endParaRPr lang="es-ES"/>
          </a:p>
          <a:p>
            <a:pPr lvl="2" rtl="0"/>
            <a:r>
              <a:rPr lang="es-ES"/>
              <a:t>Tercer nivel</a:t>
            </a:r>
            <a:endParaRPr lang="es-ES"/>
          </a:p>
          <a:p>
            <a:pPr lvl="3" rtl="0"/>
            <a:r>
              <a:rPr lang="es-ES"/>
              <a:t>Cuarto nivel</a:t>
            </a:r>
            <a:endParaRPr lang="es-ES"/>
          </a:p>
          <a:p>
            <a:pPr lvl="4" rtl="0"/>
            <a:r>
              <a:rPr lang="es-ES"/>
              <a:t>Quinto nivel</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1065212" y="304800"/>
            <a:ext cx="10058402" cy="1219200"/>
          </a:xfrm>
          <a:prstGeom prst="rect">
            <a:avLst/>
          </a:prstGeom>
        </p:spPr>
        <p:txBody>
          <a:bodyPr vert="horz" lIns="91440" tIns="45720" rIns="91440" bIns="45720" rtlCol="0" anchor="b">
            <a:normAutofit/>
          </a:bodyPr>
          <a:lstStyle/>
          <a:p>
            <a:pPr rtl="0"/>
            <a:r>
              <a:rPr lang="en-US"/>
              <a:t>Haga clic para modificar el estilo de título del patrón</a:t>
            </a:r>
            <a:endParaRPr lang="en-US"/>
          </a:p>
        </p:txBody>
      </p:sp>
      <p:sp>
        <p:nvSpPr>
          <p:cNvPr id="3" name="Marcador de texto 2"/>
          <p:cNvSpPr>
            <a:spLocks noGrp="1"/>
          </p:cNvSpPr>
          <p:nvPr>
            <p:ph type="body" idx="1"/>
          </p:nvPr>
        </p:nvSpPr>
        <p:spPr>
          <a:xfrm>
            <a:off x="1065214" y="1752600"/>
            <a:ext cx="10058400" cy="4229100"/>
          </a:xfrm>
          <a:prstGeom prst="rect">
            <a:avLst/>
          </a:prstGeom>
        </p:spPr>
        <p:txBody>
          <a:bodyPr vert="horz" lIns="91440" tIns="45720" rIns="91440" bIns="45720" rtlCol="0">
            <a:normAutofit/>
          </a:bodyPr>
          <a:lstStyle/>
          <a:p>
            <a:pPr lvl="0" rtl="0"/>
            <a:r>
              <a:rPr lang="en-US"/>
              <a:t>Haga clic para modificar los estilos de texto del patrón</a:t>
            </a:r>
            <a:endParaRPr lang="en-US"/>
          </a:p>
          <a:p>
            <a:pPr lvl="1" rtl="0"/>
            <a:r>
              <a:rPr lang="en-US"/>
              <a:t>Segundo nivel</a:t>
            </a:r>
            <a:endParaRPr lang="en-US"/>
          </a:p>
          <a:p>
            <a:pPr lvl="2" rtl="0"/>
            <a:r>
              <a:rPr lang="en-US"/>
              <a:t>Tercer nivel</a:t>
            </a:r>
            <a:endParaRPr lang="en-US"/>
          </a:p>
          <a:p>
            <a:pPr lvl="3" rtl="0"/>
            <a:r>
              <a:rPr lang="en-US"/>
              <a:t>Cuarto nivel</a:t>
            </a:r>
            <a:endParaRPr lang="en-US"/>
          </a:p>
          <a:p>
            <a:pPr lvl="4" rtl="0"/>
            <a:r>
              <a:rPr lang="en-US"/>
              <a:t>Quinto nivel</a:t>
            </a:r>
            <a:endParaRPr dirty="0"/>
          </a:p>
        </p:txBody>
      </p:sp>
      <p:sp>
        <p:nvSpPr>
          <p:cNvPr id="6" name="Marcador de número de diapositiva 5"/>
          <p:cNvSpPr>
            <a:spLocks noGrp="1"/>
          </p:cNvSpPr>
          <p:nvPr>
            <p:ph type="sldNum" sz="quarter" idx="4"/>
          </p:nvPr>
        </p:nvSpPr>
        <p:spPr>
          <a:xfrm>
            <a:off x="1065213" y="6413342"/>
            <a:ext cx="762000" cy="228600"/>
          </a:xfrm>
          <a:prstGeom prst="rect">
            <a:avLst/>
          </a:prstGeom>
        </p:spPr>
        <p:txBody>
          <a:bodyPr vert="horz" lIns="91440" tIns="45720" rIns="91440" bIns="45720" rtlCol="0" anchor="ctr"/>
          <a:lstStyle>
            <a:lvl1pPr algn="l">
              <a:defRPr sz="1100" cap="all" baseline="0">
                <a:solidFill>
                  <a:schemeClr val="tx2">
                    <a:lumMod val="85000"/>
                    <a:lumOff val="15000"/>
                  </a:schemeClr>
                </a:solidFill>
                <a:latin typeface="+mn-lt"/>
              </a:defRPr>
            </a:lvl1pPr>
          </a:lstStyle>
          <a:p>
            <a:pPr rtl="0"/>
            <a:fld id="{022B156B-59AE-415F-B24B-8756D48BB977}" type="slidenum">
              <a:rPr lang="en-US" smtClean="0"/>
            </a:fld>
            <a:endParaRPr lang="en-US"/>
          </a:p>
        </p:txBody>
      </p:sp>
      <p:sp>
        <p:nvSpPr>
          <p:cNvPr id="5" name="Marcador de pie de página 4"/>
          <p:cNvSpPr>
            <a:spLocks noGrp="1"/>
          </p:cNvSpPr>
          <p:nvPr>
            <p:ph type="ftr" sz="quarter" idx="3"/>
          </p:nvPr>
        </p:nvSpPr>
        <p:spPr>
          <a:xfrm>
            <a:off x="3124200" y="6413342"/>
            <a:ext cx="5943600" cy="228600"/>
          </a:xfrm>
          <a:prstGeom prst="rect">
            <a:avLst/>
          </a:prstGeom>
        </p:spPr>
        <p:txBody>
          <a:bodyPr vert="horz" lIns="91440" tIns="45720" rIns="91440" bIns="45720" rtlCol="0" anchor="ctr"/>
          <a:lstStyle>
            <a:lvl1pPr algn="ctr">
              <a:defRPr sz="1100" cap="all" baseline="0">
                <a:solidFill>
                  <a:schemeClr val="tx2">
                    <a:lumMod val="85000"/>
                    <a:lumOff val="15000"/>
                  </a:schemeClr>
                </a:solidFill>
                <a:latin typeface="+mn-lt"/>
              </a:defRPr>
            </a:lvl1pPr>
          </a:lstStyle>
          <a:p>
            <a:pPr rtl="0"/>
            <a:endParaRPr lang="en-US" dirty="0"/>
          </a:p>
        </p:txBody>
      </p:sp>
      <p:sp>
        <p:nvSpPr>
          <p:cNvPr id="4" name="Marcador de posición de fecha 3"/>
          <p:cNvSpPr>
            <a:spLocks noGrp="1"/>
          </p:cNvSpPr>
          <p:nvPr>
            <p:ph type="dt" sz="half" idx="2"/>
          </p:nvPr>
        </p:nvSpPr>
        <p:spPr>
          <a:xfrm>
            <a:off x="9727354" y="6413342"/>
            <a:ext cx="1396260" cy="228600"/>
          </a:xfrm>
          <a:prstGeom prst="rect">
            <a:avLst/>
          </a:prstGeom>
        </p:spPr>
        <p:txBody>
          <a:bodyPr vert="horz" lIns="91440" tIns="45720" rIns="91440" bIns="45720" rtlCol="0" anchor="ctr"/>
          <a:lstStyle>
            <a:lvl1pPr algn="r">
              <a:defRPr sz="1100" cap="all" baseline="0">
                <a:solidFill>
                  <a:schemeClr val="tx2">
                    <a:lumMod val="85000"/>
                    <a:lumOff val="15000"/>
                  </a:schemeClr>
                </a:solidFill>
                <a:latin typeface="+mn-lt"/>
              </a:defRPr>
            </a:lvl1pPr>
          </a:lstStyle>
          <a:p>
            <a:pPr rtl="0"/>
            <a:r>
              <a:rPr lang="en-US"/>
              <a:t>8/5/20XX</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3600" b="1" kern="1200" cap="all" spc="200" baseline="0">
          <a:solidFill>
            <a:schemeClr val="tx2">
              <a:lumMod val="85000"/>
              <a:lumOff val="15000"/>
            </a:schemeClr>
          </a:solidFill>
          <a:latin typeface="+mj-lt"/>
          <a:ea typeface="+mj-ea"/>
          <a:cs typeface="+mj-cs"/>
        </a:defRPr>
      </a:lvl1pPr>
    </p:titleStyle>
    <p:bodyStyle>
      <a:lvl1pPr marL="347345" indent="-347345" algn="l" defTabSz="914400" rtl="0" eaLnBrk="1" latinLnBrk="0" hangingPunct="1">
        <a:lnSpc>
          <a:spcPct val="100000"/>
        </a:lnSpc>
        <a:spcBef>
          <a:spcPts val="1800"/>
        </a:spcBef>
        <a:buFont typeface="Arial" panose="020B0604020202020204" pitchFamily="34" charset="0"/>
        <a:buChar char="•"/>
        <a:defRPr sz="2400" b="0" kern="1200">
          <a:solidFill>
            <a:schemeClr val="tx2">
              <a:lumMod val="85000"/>
              <a:lumOff val="15000"/>
            </a:schemeClr>
          </a:solidFill>
          <a:latin typeface="+mn-lt"/>
          <a:ea typeface="+mn-ea"/>
          <a:cs typeface="+mn-cs"/>
        </a:defRPr>
      </a:lvl1pPr>
      <a:lvl2pPr marL="740410" indent="-283210" algn="l" defTabSz="914400" rtl="0" eaLnBrk="1" latinLnBrk="0" hangingPunct="1">
        <a:lnSpc>
          <a:spcPct val="100000"/>
        </a:lnSpc>
        <a:spcBef>
          <a:spcPts val="1200"/>
        </a:spcBef>
        <a:buFont typeface="Arial" panose="020B0604020202020204" pitchFamily="34" charset="0"/>
        <a:buChar char="•"/>
        <a:defRPr sz="2000" b="0" kern="1200">
          <a:solidFill>
            <a:schemeClr val="tx2">
              <a:lumMod val="85000"/>
              <a:lumOff val="15000"/>
            </a:schemeClr>
          </a:solidFill>
          <a:latin typeface="+mn-lt"/>
          <a:ea typeface="+mn-ea"/>
          <a:cs typeface="+mn-cs"/>
        </a:defRPr>
      </a:lvl2pPr>
      <a:lvl3pPr marL="1143000" indent="-228600" algn="l" defTabSz="914400" rtl="0" eaLnBrk="1" latinLnBrk="0" hangingPunct="1">
        <a:lnSpc>
          <a:spcPct val="100000"/>
        </a:lnSpc>
        <a:spcBef>
          <a:spcPts val="800"/>
        </a:spcBef>
        <a:buFont typeface="Arial" panose="020B0604020202020204" pitchFamily="34" charset="0"/>
        <a:buChar char="•"/>
        <a:defRPr sz="1800" b="0" kern="1200">
          <a:solidFill>
            <a:schemeClr val="tx2">
              <a:lumMod val="85000"/>
              <a:lumOff val="15000"/>
            </a:schemeClr>
          </a:solidFill>
          <a:latin typeface="+mn-lt"/>
          <a:ea typeface="+mn-ea"/>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600" b="0" kern="1200">
          <a:solidFill>
            <a:schemeClr val="tx2">
              <a:lumMod val="85000"/>
              <a:lumOff val="15000"/>
            </a:schemeClr>
          </a:solidFill>
          <a:latin typeface="+mn-lt"/>
          <a:ea typeface="+mn-ea"/>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600" b="0" kern="1200">
          <a:solidFill>
            <a:schemeClr val="tx2">
              <a:lumMod val="85000"/>
              <a:lumOff val="15000"/>
            </a:schemeClr>
          </a:solidFill>
          <a:latin typeface="+mn-lt"/>
          <a:ea typeface="+mn-ea"/>
          <a:cs typeface="+mn-cs"/>
        </a:defRPr>
      </a:lvl5pPr>
      <a:lvl6pPr marL="25146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600"/>
        </a:spcBef>
        <a:buFont typeface="Arial" panose="020B0604020202020204" pitchFamily="34" charset="0"/>
        <a:buChar char="•"/>
        <a:defRPr sz="1600" kern="1200" baseline="0">
          <a:solidFill>
            <a:schemeClr val="tx1"/>
          </a:solidFill>
          <a:latin typeface="+mn-lt"/>
          <a:ea typeface="+mn-ea"/>
          <a:cs typeface="+mn-cs"/>
        </a:defRPr>
      </a:lvl8pPr>
      <a:lvl9pPr marL="3886200" indent="-228600" algn="l" defTabSz="914400" rtl="0" eaLnBrk="1" latinLnBrk="0" hangingPunct="1">
        <a:lnSpc>
          <a:spcPct val="90000"/>
        </a:lnSpc>
        <a:spcBef>
          <a:spcPts val="600"/>
        </a:spcBef>
        <a:buFont typeface="Arial" panose="020B0604020202020204"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685800" y="5394960"/>
            <a:ext cx="6492240" cy="914400"/>
          </a:xfrm>
        </p:spPr>
        <p:txBody>
          <a:bodyPr rtlCol="0">
            <a:normAutofit fontScale="30000"/>
          </a:bodyPr>
          <a:lstStyle/>
          <a:p>
            <a:pPr rtl="0"/>
            <a:r>
              <a:rPr lang="en-US" dirty="0"/>
              <a:t> </a:t>
            </a:r>
            <a:endParaRPr lang="en-US" dirty="0"/>
          </a:p>
          <a:p>
            <a:pPr rtl="0"/>
            <a:r>
              <a:rPr lang="en-US" sz="3500" b="1" dirty="0">
                <a:latin typeface="Verdana" panose="020B0604030504040204" charset="0"/>
                <a:cs typeface="Verdana" panose="020B0604030504040204" charset="0"/>
              </a:rPr>
              <a:t>Profesora</a:t>
            </a:r>
            <a:r>
              <a:rPr lang="es-ES" altLang="en-US" sz="3500" b="1" dirty="0">
                <a:latin typeface="Verdana" panose="020B0604030504040204" charset="0"/>
                <a:cs typeface="Verdana" panose="020B0604030504040204" charset="0"/>
              </a:rPr>
              <a:t>: Dra Leila Torres</a:t>
            </a:r>
            <a:endParaRPr lang="en-US" sz="3500" b="1" dirty="0">
              <a:latin typeface="Verdana" panose="020B0604030504040204" charset="0"/>
              <a:cs typeface="Verdana" panose="020B0604030504040204" charset="0"/>
            </a:endParaRPr>
          </a:p>
          <a:p>
            <a:pPr rtl="0"/>
            <a:r>
              <a:rPr lang="es-ES" altLang="en-US" sz="3500" b="1" dirty="0">
                <a:latin typeface="Verdana" panose="020B0604030504040204" charset="0"/>
                <a:cs typeface="Verdana" panose="020B0604030504040204" charset="0"/>
              </a:rPr>
              <a:t>guión de clase. El power no reemplaza ni excluye el material bibliográfico ni las explicaciones desarrolladas en clases</a:t>
            </a:r>
            <a:endParaRPr lang="en-US" dirty="0"/>
          </a:p>
          <a:p>
            <a:pPr rtl="0"/>
            <a:endParaRPr lang="en-US" dirty="0"/>
          </a:p>
        </p:txBody>
      </p:sp>
      <p:sp>
        <p:nvSpPr>
          <p:cNvPr id="4" name="Text Box 3"/>
          <p:cNvSpPr txBox="1"/>
          <p:nvPr/>
        </p:nvSpPr>
        <p:spPr>
          <a:xfrm>
            <a:off x="886460" y="673735"/>
            <a:ext cx="10862945" cy="3046095"/>
          </a:xfrm>
          <a:prstGeom prst="rect">
            <a:avLst/>
          </a:prstGeom>
          <a:noFill/>
        </p:spPr>
        <p:txBody>
          <a:bodyPr wrap="square" rtlCol="0">
            <a:spAutoFit/>
          </a:bodyPr>
          <a:p>
            <a:pPr algn="ctr"/>
            <a:r>
              <a:rPr lang="es-ES" altLang="en-US" sz="4800" b="1">
                <a:latin typeface="Verdana" panose="020B0604030504040204" charset="0"/>
                <a:cs typeface="Verdana" panose="020B0604030504040204" charset="0"/>
              </a:rPr>
              <a:t>Universidad Nacional de La Rioja </a:t>
            </a:r>
            <a:endParaRPr lang="es-ES" altLang="en-US" sz="4800" b="1">
              <a:latin typeface="Verdana" panose="020B0604030504040204" charset="0"/>
              <a:cs typeface="Verdana" panose="020B0604030504040204" charset="0"/>
            </a:endParaRPr>
          </a:p>
          <a:p>
            <a:pPr algn="ctr"/>
            <a:endParaRPr lang="es-ES" altLang="en-US" sz="4800" b="1">
              <a:latin typeface="Verdana" panose="020B0604030504040204" charset="0"/>
              <a:cs typeface="Verdana" panose="020B0604030504040204" charset="0"/>
            </a:endParaRPr>
          </a:p>
          <a:p>
            <a:pPr algn="ctr"/>
            <a:r>
              <a:rPr lang="es-ES" altLang="en-US" sz="4800" b="1">
                <a:latin typeface="Verdana" panose="020B0604030504040204" charset="0"/>
                <a:cs typeface="Verdana" panose="020B0604030504040204" charset="0"/>
              </a:rPr>
              <a:t>Analisis y producción de textos </a:t>
            </a:r>
            <a:endParaRPr lang="es-ES" altLang="en-US" sz="4800" b="1">
              <a:latin typeface="Verdana" panose="020B0604030504040204" charset="0"/>
              <a:cs typeface="Verdana" panose="020B06040305040402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88950" y="1371600"/>
            <a:ext cx="5174615" cy="4754880"/>
          </a:xfrm>
        </p:spPr>
        <p:txBody>
          <a:bodyPr/>
          <a:p>
            <a:r>
              <a:rPr lang="es-ES" altLang="en-US" sz="4000">
                <a:latin typeface="Verdana" panose="020B0604030504040204" charset="0"/>
                <a:cs typeface="Verdana" panose="020B0604030504040204" charset="0"/>
              </a:rPr>
              <a:t>¿cómo nos constituímos en sujetos?</a:t>
            </a:r>
            <a:endParaRPr lang="es-ES" altLang="en-US" sz="4000">
              <a:latin typeface="Verdana" panose="020B0604030504040204" charset="0"/>
              <a:cs typeface="Verdana" panose="020B0604030504040204" charset="0"/>
            </a:endParaRPr>
          </a:p>
        </p:txBody>
      </p:sp>
      <p:sp>
        <p:nvSpPr>
          <p:cNvPr id="4" name="Slide Number Placeholder 3"/>
          <p:cNvSpPr>
            <a:spLocks noGrp="1"/>
          </p:cNvSpPr>
          <p:nvPr>
            <p:ph type="sldNum" sz="quarter" idx="12"/>
          </p:nvPr>
        </p:nvSpPr>
        <p:spPr/>
        <p:txBody>
          <a:bodyPr/>
          <a:p>
            <a:pPr rtl="0"/>
            <a:fld id="{022B156B-59AE-415F-B24B-8756D48BB977}" type="slidenum">
              <a:rPr/>
            </a:fld>
            <a:endParaRPr dirty="0"/>
          </a:p>
        </p:txBody>
      </p:sp>
      <p:pic>
        <p:nvPicPr>
          <p:cNvPr id="7" name="Content Placeholder 6" descr="Bebe disfrutando el sueño"/>
          <p:cNvPicPr>
            <a:picLocks noChangeAspect="1"/>
          </p:cNvPicPr>
          <p:nvPr>
            <p:ph idx="1"/>
          </p:nvPr>
        </p:nvPicPr>
        <p:blipFill>
          <a:blip r:embed="rId1"/>
          <a:stretch>
            <a:fillRect/>
          </a:stretch>
        </p:blipFill>
        <p:spPr>
          <a:xfrm>
            <a:off x="6116320" y="1371600"/>
            <a:ext cx="5835015" cy="3888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95655" y="1371600"/>
            <a:ext cx="11072495" cy="4754880"/>
          </a:xfrm>
          <a:solidFill>
            <a:schemeClr val="accent6">
              <a:lumMod val="60000"/>
              <a:lumOff val="40000"/>
            </a:schemeClr>
          </a:solidFill>
          <a:ln>
            <a:solidFill>
              <a:srgbClr val="196E2A"/>
            </a:solidFill>
          </a:ln>
        </p:spPr>
        <p:txBody>
          <a:bodyPr/>
          <a:p>
            <a:r>
              <a:rPr lang="es-ES" altLang="en-US">
                <a:latin typeface="Verdana" panose="020B0604030504040204" charset="0"/>
                <a:cs typeface="Verdana" panose="020B0604030504040204" charset="0"/>
              </a:rPr>
              <a:t>Las palabras son claves, son llaves</a:t>
            </a:r>
            <a:br>
              <a:rPr lang="es-ES" altLang="en-US">
                <a:latin typeface="Verdana" panose="020B0604030504040204" charset="0"/>
                <a:cs typeface="Verdana" panose="020B0604030504040204" charset="0"/>
              </a:rPr>
            </a:br>
            <a:r>
              <a:rPr lang="es-ES" altLang="en-US">
                <a:latin typeface="Verdana" panose="020B0604030504040204" charset="0"/>
                <a:cs typeface="Verdana" panose="020B0604030504040204" charset="0"/>
              </a:rPr>
              <a:t>Aleandra Pizarnik</a:t>
            </a:r>
            <a:endParaRPr lang="es-ES" altLang="en-US">
              <a:latin typeface="Verdana" panose="020B0604030504040204" charset="0"/>
              <a:cs typeface="Verdana" panose="020B0604030504040204" charset="0"/>
            </a:endParaRPr>
          </a:p>
        </p:txBody>
      </p:sp>
      <p:sp>
        <p:nvSpPr>
          <p:cNvPr id="4" name="Slide Number Placeholder 3"/>
          <p:cNvSpPr>
            <a:spLocks noGrp="1"/>
          </p:cNvSpPr>
          <p:nvPr>
            <p:ph type="sldNum" sz="quarter" idx="12"/>
          </p:nvPr>
        </p:nvSpPr>
        <p:spPr/>
        <p:txBody>
          <a:bodyPr/>
          <a:p>
            <a:pPr rtl="0"/>
            <a:fld id="{022B156B-59AE-415F-B24B-8756D48BB977}" type="slidenum">
              <a:rPr/>
            </a:fld>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95655" y="1371600"/>
            <a:ext cx="11072495" cy="4754880"/>
          </a:xfrm>
          <a:solidFill>
            <a:schemeClr val="accent6">
              <a:lumMod val="75000"/>
            </a:schemeClr>
          </a:solidFill>
        </p:spPr>
        <p:txBody>
          <a:bodyPr/>
          <a:p>
            <a:r>
              <a:rPr lang="es-ES" altLang="en-US">
                <a:latin typeface="Verdana" panose="020B0604030504040204" charset="0"/>
                <a:cs typeface="Verdana" panose="020B0604030504040204" charset="0"/>
              </a:rPr>
              <a:t>Comunicacion no verbal</a:t>
            </a:r>
            <a:br>
              <a:rPr lang="es-ES" altLang="en-US">
                <a:latin typeface="Verdana" panose="020B0604030504040204" charset="0"/>
                <a:cs typeface="Verdana" panose="020B0604030504040204" charset="0"/>
              </a:rPr>
            </a:br>
            <a:r>
              <a:rPr lang="es-ES" altLang="en-US">
                <a:latin typeface="Verdana" panose="020B0604030504040204" charset="0"/>
                <a:cs typeface="Verdana" panose="020B0604030504040204" charset="0"/>
              </a:rPr>
              <a:t>Comunicación oral</a:t>
            </a:r>
            <a:br>
              <a:rPr lang="es-ES" altLang="en-US">
                <a:latin typeface="Verdana" panose="020B0604030504040204" charset="0"/>
                <a:cs typeface="Verdana" panose="020B0604030504040204" charset="0"/>
              </a:rPr>
            </a:br>
            <a:r>
              <a:rPr lang="es-ES" altLang="en-US">
                <a:latin typeface="Verdana" panose="020B0604030504040204" charset="0"/>
                <a:cs typeface="Verdana" panose="020B0604030504040204" charset="0"/>
              </a:rPr>
              <a:t>escrita </a:t>
            </a:r>
            <a:br>
              <a:rPr lang="es-ES" altLang="en-US">
                <a:latin typeface="Verdana" panose="020B0604030504040204" charset="0"/>
                <a:cs typeface="Verdana" panose="020B0604030504040204" charset="0"/>
              </a:rPr>
            </a:br>
            <a:r>
              <a:rPr lang="es-ES" altLang="en-US">
                <a:latin typeface="Verdana" panose="020B0604030504040204" charset="0"/>
                <a:cs typeface="Verdana" panose="020B0604030504040204" charset="0"/>
              </a:rPr>
              <a:t>mediatica</a:t>
            </a:r>
            <a:br>
              <a:rPr lang="es-ES" altLang="en-US">
                <a:latin typeface="Verdana" panose="020B0604030504040204" charset="0"/>
                <a:cs typeface="Verdana" panose="020B0604030504040204" charset="0"/>
              </a:rPr>
            </a:br>
            <a:r>
              <a:rPr lang="es-ES" altLang="en-US">
                <a:latin typeface="Verdana" panose="020B0604030504040204" charset="0"/>
                <a:cs typeface="Verdana" panose="020B0604030504040204" charset="0"/>
              </a:rPr>
              <a:t>institucional--&gt; Unlar/Boca Juniors </a:t>
            </a:r>
            <a:br>
              <a:rPr lang="es-ES" altLang="en-US">
                <a:latin typeface="Verdana" panose="020B0604030504040204" charset="0"/>
                <a:cs typeface="Verdana" panose="020B0604030504040204" charset="0"/>
              </a:rPr>
            </a:br>
            <a:r>
              <a:rPr lang="es-ES" altLang="en-US">
                <a:latin typeface="Verdana" panose="020B0604030504040204" charset="0"/>
                <a:cs typeface="Verdana" panose="020B0604030504040204" charset="0"/>
              </a:rPr>
              <a:t>interpersonal </a:t>
            </a:r>
            <a:br>
              <a:rPr lang="es-ES" altLang="en-US">
                <a:latin typeface="Verdana" panose="020B0604030504040204" charset="0"/>
                <a:cs typeface="Verdana" panose="020B0604030504040204" charset="0"/>
              </a:rPr>
            </a:br>
            <a:r>
              <a:rPr lang="es-ES" altLang="en-US">
                <a:latin typeface="Verdana" panose="020B0604030504040204" charset="0"/>
                <a:cs typeface="Verdana" panose="020B0604030504040204" charset="0"/>
              </a:rPr>
              <a:t>Digital--&gt;ecosistema</a:t>
            </a:r>
            <a:endParaRPr lang="es-ES" altLang="en-US">
              <a:latin typeface="Verdana" panose="020B0604030504040204" charset="0"/>
              <a:cs typeface="Verdana" panose="020B0604030504040204" charset="0"/>
            </a:endParaRPr>
          </a:p>
        </p:txBody>
      </p:sp>
      <p:sp>
        <p:nvSpPr>
          <p:cNvPr id="4" name="Slide Number Placeholder 3"/>
          <p:cNvSpPr>
            <a:spLocks noGrp="1"/>
          </p:cNvSpPr>
          <p:nvPr>
            <p:ph type="sldNum" sz="quarter" idx="12"/>
          </p:nvPr>
        </p:nvSpPr>
        <p:spPr/>
        <p:txBody>
          <a:bodyPr/>
          <a:p>
            <a:pPr rtl="0"/>
            <a:fld id="{022B156B-59AE-415F-B24B-8756D48BB977}" type="slidenum">
              <a:rPr/>
            </a:fld>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ctrTitle"/>
          </p:nvPr>
        </p:nvSpPr>
        <p:spPr>
          <a:xfrm>
            <a:off x="570865" y="794385"/>
            <a:ext cx="9582150" cy="4711065"/>
          </a:xfrm>
        </p:spPr>
        <p:txBody>
          <a:bodyPr>
            <a:noAutofit/>
          </a:bodyPr>
          <a:p>
            <a:r>
              <a:rPr lang="en-US" altLang="en-US" sz="3200">
                <a:latin typeface="Verdana" panose="020B0604030504040204" charset="0"/>
                <a:cs typeface="Verdana" panose="020B0604030504040204" charset="0"/>
              </a:rPr>
              <a:t>El lenguaje es un sistema complejo de</a:t>
            </a:r>
            <a:r>
              <a:rPr lang="es-ES" altLang="en-US" sz="3200">
                <a:latin typeface="Verdana" panose="020B0604030504040204" charset="0"/>
                <a:cs typeface="Verdana" panose="020B0604030504040204" charset="0"/>
              </a:rPr>
              <a:t> </a:t>
            </a:r>
            <a:r>
              <a:rPr lang="en-US" altLang="en-US" sz="3200">
                <a:latin typeface="Verdana" panose="020B0604030504040204" charset="0"/>
                <a:cs typeface="Verdana" panose="020B0604030504040204" charset="0"/>
              </a:rPr>
              <a:t>signos que permite la comunicación humana, caracterizado por su arbitrariedad, creatividad, dualidad y capacidad de evolució</a:t>
            </a:r>
            <a:r>
              <a:rPr lang="es-ES" altLang="en-US" sz="3200">
                <a:latin typeface="Verdana" panose="020B0604030504040204" charset="0"/>
                <a:cs typeface="Verdana" panose="020B0604030504040204" charset="0"/>
              </a:rPr>
              <a:t>n</a:t>
            </a:r>
            <a:endParaRPr lang="es-ES" altLang="en-US" sz="3200">
              <a:latin typeface="Verdana" panose="020B0604030504040204" charset="0"/>
              <a:cs typeface="Verdana" panose="020B0604030504040204" charset="0"/>
            </a:endParaRPr>
          </a:p>
        </p:txBody>
      </p:sp>
      <p:sp>
        <p:nvSpPr>
          <p:cNvPr id="4" name="Slide Number Placeholder 3"/>
          <p:cNvSpPr>
            <a:spLocks noGrp="1"/>
          </p:cNvSpPr>
          <p:nvPr>
            <p:ph type="sldNum" sz="quarter" idx="4294967295"/>
          </p:nvPr>
        </p:nvSpPr>
        <p:spPr>
          <a:xfrm>
            <a:off x="0" y="6413500"/>
            <a:ext cx="762000" cy="228600"/>
          </a:xfrm>
        </p:spPr>
        <p:txBody>
          <a:bodyPr/>
          <a:p>
            <a:pPr rtl="0"/>
            <a:fld id="{022B156B-59AE-415F-B24B-8756D48BB977}" type="slidenum">
              <a:rPr/>
            </a:fld>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ctrTitle"/>
          </p:nvPr>
        </p:nvSpPr>
        <p:spPr>
          <a:xfrm>
            <a:off x="570865" y="1375410"/>
            <a:ext cx="10212705" cy="4711065"/>
          </a:xfrm>
        </p:spPr>
        <p:txBody>
          <a:bodyPr>
            <a:noAutofit/>
          </a:bodyPr>
          <a:p>
            <a:r>
              <a:rPr lang="es-ES" altLang="en-US" sz="2400">
                <a:latin typeface="Verdana" panose="020B0604030504040204" charset="0"/>
                <a:cs typeface="Verdana" panose="020B0604030504040204" charset="0"/>
              </a:rPr>
              <a:t>“Vemos y oimos a través de las palabras, entre palabras. Palabras superpobladas de prejuicios y relaciones políticas. palabras que son archivos políticos de normas y resistencias, que albergan cuerpos y deseos, identidades y prácticas, o mas aun, que lo expulsan y destierran. LAS PALABRAS OPERAN COMO CATALOGO DE POSIBILIDADES DE EXISTENCIA. hARAWAY (2004) NOS RECUERDA QUE LOS DISCURSOS NO SON SOLO PALABRAS SINO QUE SON PRÁCTICAS SEMIOTICO MATERIALES POR QUE SE INSCRIBEN EN LA MATERIALIDAD DE LOS CUERPOS”. Vals Flores</a:t>
            </a:r>
            <a:endParaRPr lang="es-ES" altLang="en-US" sz="2400">
              <a:latin typeface="Verdana" panose="020B0604030504040204" charset="0"/>
              <a:cs typeface="Verdana" panose="020B0604030504040204" charset="0"/>
            </a:endParaRPr>
          </a:p>
        </p:txBody>
      </p:sp>
      <p:sp>
        <p:nvSpPr>
          <p:cNvPr id="4" name="Slide Number Placeholder 3"/>
          <p:cNvSpPr>
            <a:spLocks noGrp="1"/>
          </p:cNvSpPr>
          <p:nvPr>
            <p:ph type="sldNum" sz="quarter" idx="4294967295"/>
          </p:nvPr>
        </p:nvSpPr>
        <p:spPr>
          <a:xfrm>
            <a:off x="0" y="6413500"/>
            <a:ext cx="762000" cy="228600"/>
          </a:xfrm>
        </p:spPr>
        <p:txBody>
          <a:bodyPr/>
          <a:p>
            <a:pPr rtl="0"/>
            <a:fld id="{022B156B-59AE-415F-B24B-8756D48BB977}" type="slidenum">
              <a:rPr/>
            </a:fld>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p:cNvSpPr>
            <a:spLocks noGrp="1"/>
          </p:cNvSpPr>
          <p:nvPr>
            <p:ph type="sldNum" sz="quarter" idx="12"/>
          </p:nvPr>
        </p:nvSpPr>
        <p:spPr>
          <a:xfrm>
            <a:off x="795528" y="6413342"/>
            <a:ext cx="762000" cy="228600"/>
          </a:xfrm>
        </p:spPr>
        <p:txBody>
          <a:bodyPr rtlCol="0"/>
          <a:lstStyle/>
          <a:p>
            <a:pPr rtl="0"/>
            <a:fld id="{022B156B-59AE-415F-B24B-8756D48BB977}" type="slidenum">
              <a:rPr lang="en-US" smtClean="0"/>
            </a:fld>
            <a:endParaRPr lang="en-US" dirty="0"/>
          </a:p>
        </p:txBody>
      </p:sp>
      <p:pic>
        <p:nvPicPr>
          <p:cNvPr id="2" name="Picture 1"/>
          <p:cNvPicPr>
            <a:picLocks noChangeAspect="1"/>
          </p:cNvPicPr>
          <p:nvPr/>
        </p:nvPicPr>
        <p:blipFill>
          <a:blip r:embed="rId1"/>
          <a:stretch>
            <a:fillRect/>
          </a:stretch>
        </p:blipFill>
        <p:spPr>
          <a:xfrm>
            <a:off x="0" y="1905"/>
            <a:ext cx="12192000" cy="68541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42265" y="1371600"/>
            <a:ext cx="3051175" cy="4754880"/>
          </a:xfrm>
        </p:spPr>
        <p:txBody>
          <a:bodyPr rtlCol="0"/>
          <a:lstStyle/>
          <a:p>
            <a:pPr rtl="0"/>
            <a:r>
              <a:rPr lang="es-ES" altLang="en-US" dirty="0">
                <a:latin typeface="Verdana" panose="020B0604030504040204" charset="0"/>
                <a:cs typeface="Verdana" panose="020B0604030504040204" charset="0"/>
              </a:rPr>
              <a:t>6 </a:t>
            </a:r>
            <a:r>
              <a:rPr lang="en-US" dirty="0">
                <a:latin typeface="Verdana" panose="020B0604030504040204" charset="0"/>
                <a:cs typeface="Verdana" panose="020B0604030504040204" charset="0"/>
              </a:rPr>
              <a:t>T</a:t>
            </a:r>
            <a:r>
              <a:rPr lang="es-ES" altLang="en-US" dirty="0">
                <a:latin typeface="Verdana" panose="020B0604030504040204" charset="0"/>
                <a:cs typeface="Verdana" panose="020B0604030504040204" charset="0"/>
              </a:rPr>
              <a:t>Ramas Textuales</a:t>
            </a:r>
            <a:endParaRPr lang="es-ES" altLang="en-US" dirty="0">
              <a:latin typeface="Verdana" panose="020B0604030504040204" charset="0"/>
              <a:cs typeface="Verdana" panose="020B0604030504040204" charset="0"/>
            </a:endParaRPr>
          </a:p>
        </p:txBody>
      </p:sp>
      <p:sp>
        <p:nvSpPr>
          <p:cNvPr id="5" name="Marcador de número de diapositiva 4"/>
          <p:cNvSpPr>
            <a:spLocks noGrp="1"/>
          </p:cNvSpPr>
          <p:nvPr>
            <p:ph type="sldNum" sz="quarter" idx="12"/>
          </p:nvPr>
        </p:nvSpPr>
        <p:spPr>
          <a:xfrm>
            <a:off x="795528" y="6413342"/>
            <a:ext cx="762000" cy="228600"/>
          </a:xfrm>
        </p:spPr>
        <p:txBody>
          <a:bodyPr rtlCol="0"/>
          <a:lstStyle/>
          <a:p>
            <a:pPr rtl="0"/>
            <a:fld id="{022B156B-59AE-415F-B24B-8756D48BB977}" type="slidenum">
              <a:rPr lang="en-US" smtClean="0"/>
            </a:fld>
            <a:endParaRPr lang="en-US" dirty="0"/>
          </a:p>
        </p:txBody>
      </p:sp>
      <p:sp>
        <p:nvSpPr>
          <p:cNvPr id="6" name="Text Box 5"/>
          <p:cNvSpPr txBox="1"/>
          <p:nvPr/>
        </p:nvSpPr>
        <p:spPr>
          <a:xfrm>
            <a:off x="3393440" y="635"/>
            <a:ext cx="8077835" cy="12918440"/>
          </a:xfrm>
          <a:prstGeom prst="rect">
            <a:avLst/>
          </a:prstGeom>
          <a:noFill/>
        </p:spPr>
        <p:txBody>
          <a:bodyPr wrap="square" rtlCol="0">
            <a:noAutofit/>
          </a:bodyPr>
          <a:p>
            <a:endParaRPr lang="en-US" altLang="en-US"/>
          </a:p>
          <a:p>
            <a:r>
              <a:rPr lang="en-US" altLang="en-US" sz="2400" b="1">
                <a:latin typeface="Verdana" panose="020B0604030504040204" charset="0"/>
                <a:cs typeface="Verdana" panose="020B0604030504040204" charset="0"/>
              </a:rPr>
              <a:t>Trama narrativa</a:t>
            </a:r>
            <a:endParaRPr lang="en-US" altLang="en-US"/>
          </a:p>
          <a:p>
            <a:r>
              <a:rPr lang="en-US" altLang="en-US" sz="1600">
                <a:latin typeface="Verdana" panose="020B0604030504040204" charset="0"/>
                <a:cs typeface="Verdana" panose="020B0604030504040204" charset="0"/>
              </a:rPr>
              <a:t>La trama narrativa </a:t>
            </a:r>
            <a:r>
              <a:rPr lang="es-ES" altLang="en-US" sz="1600">
                <a:latin typeface="Verdana" panose="020B0604030504040204" charset="0"/>
                <a:cs typeface="Verdana" panose="020B0604030504040204" charset="0"/>
              </a:rPr>
              <a:t>relata</a:t>
            </a:r>
            <a:r>
              <a:rPr lang="en-US" altLang="en-US" sz="1600">
                <a:latin typeface="Verdana" panose="020B0604030504040204" charset="0"/>
                <a:cs typeface="Verdana" panose="020B0604030504040204" charset="0"/>
              </a:rPr>
              <a:t> eventos o acciones que suceden en un tiempo y espacio determinados. Su objetivo es contar una historia, ya sea real o ficticia, presentando una secuencia de sucesos. Es la trama que usamos para contar cuentos, novelas, noticias y anécdotas.</a:t>
            </a:r>
            <a:endParaRPr lang="en-US" altLang="en-US" sz="1600">
              <a:latin typeface="Verdana" panose="020B0604030504040204" charset="0"/>
              <a:cs typeface="Verdana" panose="020B0604030504040204" charset="0"/>
            </a:endParaRPr>
          </a:p>
          <a:p>
            <a:endParaRPr lang="en-US" altLang="en-US" sz="1600">
              <a:latin typeface="Verdana" panose="020B0604030504040204" charset="0"/>
              <a:cs typeface="Verdana" panose="020B0604030504040204" charset="0"/>
            </a:endParaRPr>
          </a:p>
          <a:p>
            <a:r>
              <a:rPr lang="en-US" altLang="en-US" sz="1600" b="1">
                <a:latin typeface="Verdana" panose="020B0604030504040204" charset="0"/>
                <a:cs typeface="Verdana" panose="020B0604030504040204" charset="0"/>
              </a:rPr>
              <a:t>Características</a:t>
            </a:r>
            <a:endParaRPr lang="en-US" altLang="en-US" sz="1600">
              <a:latin typeface="Verdana" panose="020B0604030504040204" charset="0"/>
              <a:cs typeface="Verdana" panose="020B0604030504040204" charset="0"/>
            </a:endParaRPr>
          </a:p>
          <a:p>
            <a:r>
              <a:rPr lang="en-US" altLang="en-US" sz="1600">
                <a:latin typeface="Verdana" panose="020B0604030504040204" charset="0"/>
                <a:cs typeface="Verdana" panose="020B0604030504040204" charset="0"/>
              </a:rPr>
              <a:t>Presenta una secuencia de eventos: Se estructura con un inicio, un desarrollo (nudo) y un final (desenlace).</a:t>
            </a:r>
            <a:endParaRPr lang="en-US" altLang="en-US" sz="1600">
              <a:latin typeface="Verdana" panose="020B0604030504040204" charset="0"/>
              <a:cs typeface="Verdana" panose="020B0604030504040204" charset="0"/>
            </a:endParaRPr>
          </a:p>
          <a:p>
            <a:endParaRPr lang="en-US" altLang="en-US" sz="1600">
              <a:latin typeface="Verdana" panose="020B0604030504040204" charset="0"/>
              <a:cs typeface="Verdana" panose="020B0604030504040204" charset="0"/>
            </a:endParaRPr>
          </a:p>
          <a:p>
            <a:r>
              <a:rPr lang="en-US" altLang="en-US" sz="1600">
                <a:latin typeface="Verdana" panose="020B0604030504040204" charset="0"/>
                <a:cs typeface="Verdana" panose="020B0604030504040204" charset="0"/>
              </a:rPr>
              <a:t>Incluye personajes: Hay individuos que realizan las acciones.</a:t>
            </a:r>
            <a:endParaRPr lang="en-US" altLang="en-US" sz="1600">
              <a:latin typeface="Verdana" panose="020B0604030504040204" charset="0"/>
              <a:cs typeface="Verdana" panose="020B0604030504040204" charset="0"/>
            </a:endParaRPr>
          </a:p>
          <a:p>
            <a:endParaRPr lang="en-US" altLang="en-US" sz="1600">
              <a:latin typeface="Verdana" panose="020B0604030504040204" charset="0"/>
              <a:cs typeface="Verdana" panose="020B0604030504040204" charset="0"/>
            </a:endParaRPr>
          </a:p>
          <a:p>
            <a:r>
              <a:rPr lang="en-US" altLang="en-US" sz="1600">
                <a:latin typeface="Verdana" panose="020B0604030504040204" charset="0"/>
                <a:cs typeface="Verdana" panose="020B0604030504040204" charset="0"/>
              </a:rPr>
              <a:t>Utiliza conectores temporales: Palabras como luego, después, mientras o finalmente ayudan a marcar la progresión del tiempo.</a:t>
            </a:r>
            <a:endParaRPr lang="en-US" altLang="en-US" sz="1600">
              <a:latin typeface="Verdana" panose="020B0604030504040204" charset="0"/>
              <a:cs typeface="Verdana" panose="020B0604030504040204" charset="0"/>
            </a:endParaRPr>
          </a:p>
          <a:p>
            <a:endParaRPr lang="en-US" altLang="en-US" sz="1600">
              <a:latin typeface="Verdana" panose="020B0604030504040204" charset="0"/>
              <a:cs typeface="Verdana" panose="020B0604030504040204" charset="0"/>
            </a:endParaRPr>
          </a:p>
          <a:p>
            <a:r>
              <a:rPr lang="en-US" altLang="en-US" sz="1600">
                <a:latin typeface="Verdana" panose="020B0604030504040204" charset="0"/>
                <a:cs typeface="Verdana" panose="020B0604030504040204" charset="0"/>
              </a:rPr>
              <a:t>Usa verbos de acción: Describe lo que hacen los personajes.</a:t>
            </a:r>
            <a:endParaRPr lang="en-US" altLang="en-US" sz="1600">
              <a:latin typeface="Verdana" panose="020B0604030504040204" charset="0"/>
              <a:cs typeface="Verdana" panose="020B0604030504040204" charset="0"/>
            </a:endParaRPr>
          </a:p>
          <a:p>
            <a:endParaRPr lang="en-US" altLang="en-US" sz="1600">
              <a:latin typeface="Verdana" panose="020B0604030504040204" charset="0"/>
              <a:cs typeface="Verdana" panose="020B0604030504040204" charset="0"/>
            </a:endParaRPr>
          </a:p>
          <a:p>
            <a:r>
              <a:rPr lang="en-US" altLang="en-US" sz="1600" b="1">
                <a:latin typeface="Verdana" panose="020B0604030504040204" charset="0"/>
                <a:cs typeface="Verdana" panose="020B0604030504040204" charset="0"/>
              </a:rPr>
              <a:t>Ejemplos</a:t>
            </a:r>
            <a:endParaRPr lang="en-US" altLang="en-US" sz="1600">
              <a:latin typeface="Verdana" panose="020B0604030504040204" charset="0"/>
              <a:cs typeface="Verdana" panose="020B0604030504040204" charset="0"/>
            </a:endParaRPr>
          </a:p>
          <a:p>
            <a:r>
              <a:rPr lang="en-US" altLang="en-US" sz="1600">
                <a:latin typeface="Verdana" panose="020B0604030504040204" charset="0"/>
                <a:cs typeface="Verdana" panose="020B0604030504040204" charset="0"/>
              </a:rPr>
              <a:t>Cuentos y novelas: </a:t>
            </a:r>
            <a:r>
              <a:rPr lang="en-US" altLang="en-US" sz="1600">
                <a:latin typeface="Verdana" panose="020B0604030504040204" charset="0"/>
                <a:cs typeface="Verdana" panose="020B0604030504040204" charset="0"/>
              </a:rPr>
              <a:t>É</a:t>
            </a:r>
            <a:r>
              <a:rPr lang="en-US" altLang="en-US" sz="1600">
                <a:latin typeface="Verdana" panose="020B0604030504040204" charset="0"/>
                <a:cs typeface="Verdana" panose="020B0604030504040204" charset="0"/>
              </a:rPr>
              <a:t>rase una vez una princesa que vivía en un castillo...</a:t>
            </a:r>
            <a:endParaRPr lang="en-US" altLang="en-US" sz="1600">
              <a:latin typeface="Verdana" panose="020B0604030504040204" charset="0"/>
              <a:cs typeface="Verdana" panose="020B0604030504040204" charset="0"/>
            </a:endParaRPr>
          </a:p>
          <a:p>
            <a:endParaRPr lang="en-US" altLang="en-US" sz="1600">
              <a:latin typeface="Verdana" panose="020B0604030504040204" charset="0"/>
              <a:cs typeface="Verdana" panose="020B0604030504040204" charset="0"/>
            </a:endParaRPr>
          </a:p>
          <a:p>
            <a:r>
              <a:rPr lang="en-US" altLang="en-US" sz="1600">
                <a:latin typeface="Verdana" panose="020B0604030504040204" charset="0"/>
                <a:cs typeface="Verdana" panose="020B0604030504040204" charset="0"/>
              </a:rPr>
              <a:t>Biografías: Miguel de Cervantes nació en Alcalá de Henares en 1547...</a:t>
            </a:r>
            <a:endParaRPr lang="en-US" altLang="en-US" sz="1600">
              <a:latin typeface="Verdana" panose="020B0604030504040204" charset="0"/>
              <a:cs typeface="Verdana" panose="020B0604030504040204" charset="0"/>
            </a:endParaRPr>
          </a:p>
          <a:p>
            <a:endParaRPr lang="en-US" altLang="en-US" sz="1600">
              <a:latin typeface="Verdana" panose="020B0604030504040204" charset="0"/>
              <a:cs typeface="Verdana" panose="020B0604030504040204" charset="0"/>
            </a:endParaRPr>
          </a:p>
          <a:p>
            <a:r>
              <a:rPr lang="en-US" altLang="en-US" sz="1600">
                <a:latin typeface="Verdana" panose="020B0604030504040204" charset="0"/>
                <a:cs typeface="Verdana" panose="020B0604030504040204" charset="0"/>
              </a:rPr>
              <a:t>Noticias periodísticas</a:t>
            </a:r>
            <a:r>
              <a:rPr lang="es-ES" altLang="en-US" sz="1600">
                <a:latin typeface="Verdana" panose="020B0604030504040204" charset="0"/>
                <a:cs typeface="Verdana" panose="020B0604030504040204" charset="0"/>
              </a:rPr>
              <a:t>/Crónicas</a:t>
            </a:r>
            <a:r>
              <a:rPr lang="en-US" altLang="en-US" sz="1600">
                <a:latin typeface="Verdana" panose="020B0604030504040204" charset="0"/>
                <a:cs typeface="Verdana" panose="020B0604030504040204" charset="0"/>
              </a:rPr>
              <a:t>: Un accidente automovilístico </a:t>
            </a:r>
            <a:r>
              <a:rPr lang="en-US" altLang="en-US" sz="1400">
                <a:latin typeface="Verdana" panose="020B0604030504040204" charset="0"/>
                <a:cs typeface="Verdana" panose="020B0604030504040204" charset="0"/>
              </a:rPr>
              <a:t>ocurrió ayer </a:t>
            </a:r>
            <a:r>
              <a:rPr lang="en-US" altLang="en-US" sz="1600">
                <a:latin typeface="Verdana" panose="020B0604030504040204" charset="0"/>
                <a:cs typeface="Verdana" panose="020B0604030504040204" charset="0"/>
              </a:rPr>
              <a:t>por la noche en la carretera 5...</a:t>
            </a:r>
            <a:endParaRPr lang="en-US" altLang="en-US"/>
          </a:p>
          <a:p>
            <a:endParaRPr lang="en-US" altLang="en-US"/>
          </a:p>
          <a:p>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p:cNvSpPr txBox="1"/>
          <p:nvPr/>
        </p:nvSpPr>
        <p:spPr>
          <a:xfrm>
            <a:off x="1333500" y="635"/>
            <a:ext cx="10356850" cy="14900275"/>
          </a:xfrm>
          <a:prstGeom prst="rect">
            <a:avLst/>
          </a:prstGeom>
          <a:noFill/>
        </p:spPr>
        <p:txBody>
          <a:bodyPr wrap="square">
            <a:noAutofit/>
          </a:bodyPr>
          <a:lstStyle/>
          <a:p>
            <a:r>
              <a:rPr lang="en-US" altLang="en-US" sz="2000" b="1" dirty="0">
                <a:effectLst/>
                <a:latin typeface="Verdana" panose="020B0604030504040204" charset="0"/>
                <a:cs typeface="Verdana" panose="020B0604030504040204" charset="0"/>
              </a:rPr>
              <a:t>Trama descriptiva</a:t>
            </a:r>
            <a:endParaRPr lang="en-US" altLang="en-US" dirty="0">
              <a:effectLst/>
              <a:latin typeface=".AppleSystemUIFont"/>
            </a:endParaRPr>
          </a:p>
          <a:p>
            <a:endParaRPr lang="en-US" altLang="en-US" dirty="0">
              <a:effectLst/>
              <a:latin typeface=".AppleSystemUIFont"/>
            </a:endParaRPr>
          </a:p>
          <a:p>
            <a:r>
              <a:rPr lang="en-US" altLang="en-US" dirty="0">
                <a:effectLst/>
                <a:latin typeface="Verdana" panose="020B0604030504040204" charset="0"/>
                <a:cs typeface="Verdana" panose="020B0604030504040204" charset="0"/>
              </a:rPr>
              <a:t>La trama descriptiva se usa para detallar cómo es algo o alguien, ya sea un objeto, un lugar, una persona, una situación o un sentimiento. Su propósito es crear una imagen mental clara en la mente del lector.</a:t>
            </a:r>
            <a:endParaRPr lang="en-US" altLang="en-US" dirty="0">
              <a:effectLst/>
              <a:latin typeface="Verdana" panose="020B0604030504040204" charset="0"/>
              <a:cs typeface="Verdana" panose="020B0604030504040204" charset="0"/>
            </a:endParaRPr>
          </a:p>
          <a:p>
            <a:endParaRPr lang="en-US" altLang="en-US" dirty="0">
              <a:effectLst/>
              <a:latin typeface="Verdana" panose="020B0604030504040204" charset="0"/>
              <a:cs typeface="Verdana" panose="020B0604030504040204" charset="0"/>
            </a:endParaRPr>
          </a:p>
          <a:p>
            <a:r>
              <a:rPr lang="en-US" altLang="en-US" b="1" dirty="0">
                <a:effectLst/>
                <a:latin typeface="Verdana" panose="020B0604030504040204" charset="0"/>
                <a:cs typeface="Verdana" panose="020B0604030504040204" charset="0"/>
              </a:rPr>
              <a:t>Características</a:t>
            </a:r>
            <a:endParaRPr lang="en-US" altLang="en-US" dirty="0">
              <a:effectLst/>
              <a:latin typeface="Verdana" panose="020B0604030504040204" charset="0"/>
              <a:cs typeface="Verdana" panose="020B0604030504040204" charset="0"/>
            </a:endParaRPr>
          </a:p>
          <a:p>
            <a:r>
              <a:rPr lang="en-US" altLang="en-US" dirty="0">
                <a:effectLst/>
                <a:latin typeface="Verdana" panose="020B0604030504040204" charset="0"/>
                <a:cs typeface="Verdana" panose="020B0604030504040204" charset="0"/>
              </a:rPr>
              <a:t>Usa adjetivos: Se emplean para calificar y especificar las cualidades.</a:t>
            </a:r>
            <a:endParaRPr lang="en-US" altLang="en-US" dirty="0">
              <a:effectLst/>
              <a:latin typeface="Verdana" panose="020B0604030504040204" charset="0"/>
              <a:cs typeface="Verdana" panose="020B0604030504040204" charset="0"/>
            </a:endParaRPr>
          </a:p>
          <a:p>
            <a:endParaRPr lang="en-US" altLang="en-US" dirty="0">
              <a:effectLst/>
              <a:latin typeface="Verdana" panose="020B0604030504040204" charset="0"/>
              <a:cs typeface="Verdana" panose="020B0604030504040204" charset="0"/>
            </a:endParaRPr>
          </a:p>
          <a:p>
            <a:r>
              <a:rPr lang="en-US" altLang="en-US" dirty="0">
                <a:effectLst/>
                <a:latin typeface="Verdana" panose="020B0604030504040204" charset="0"/>
                <a:cs typeface="Verdana" panose="020B0604030504040204" charset="0"/>
              </a:rPr>
              <a:t>Predomina el uso de verbos de estado: Verbos como es, parece, está o se encuentra son comunes.</a:t>
            </a:r>
            <a:endParaRPr lang="en-US" altLang="en-US" dirty="0">
              <a:effectLst/>
              <a:latin typeface="Verdana" panose="020B0604030504040204" charset="0"/>
              <a:cs typeface="Verdana" panose="020B0604030504040204" charset="0"/>
            </a:endParaRPr>
          </a:p>
          <a:p>
            <a:endParaRPr lang="en-US" altLang="en-US" dirty="0">
              <a:effectLst/>
              <a:latin typeface="Verdana" panose="020B0604030504040204" charset="0"/>
              <a:cs typeface="Verdana" panose="020B0604030504040204" charset="0"/>
            </a:endParaRPr>
          </a:p>
          <a:p>
            <a:r>
              <a:rPr lang="en-US" altLang="en-US" dirty="0">
                <a:effectLst/>
                <a:latin typeface="Verdana" panose="020B0604030504040204" charset="0"/>
                <a:cs typeface="Verdana" panose="020B0604030504040204" charset="0"/>
              </a:rPr>
              <a:t>Organización espacial o temporal: La descripción puede ir de lo general a lo particular, de arriba abajo, de derecha a izquierda, etc.</a:t>
            </a:r>
            <a:endParaRPr lang="en-US" altLang="en-US" dirty="0">
              <a:effectLst/>
              <a:latin typeface="Verdana" panose="020B0604030504040204" charset="0"/>
              <a:cs typeface="Verdana" panose="020B0604030504040204" charset="0"/>
            </a:endParaRPr>
          </a:p>
          <a:p>
            <a:endParaRPr lang="en-US" altLang="en-US" dirty="0">
              <a:effectLst/>
              <a:latin typeface="Verdana" panose="020B0604030504040204" charset="0"/>
              <a:cs typeface="Verdana" panose="020B0604030504040204" charset="0"/>
            </a:endParaRPr>
          </a:p>
          <a:p>
            <a:r>
              <a:rPr lang="en-US" altLang="en-US" dirty="0">
                <a:effectLst/>
                <a:latin typeface="Verdana" panose="020B0604030504040204" charset="0"/>
                <a:cs typeface="Verdana" panose="020B0604030504040204" charset="0"/>
              </a:rPr>
              <a:t>Emplea comparaciones y metáforas: Recursos que enriquecen la descripción.</a:t>
            </a:r>
            <a:endParaRPr lang="en-US" altLang="en-US" dirty="0">
              <a:effectLst/>
              <a:latin typeface="Verdana" panose="020B0604030504040204" charset="0"/>
              <a:cs typeface="Verdana" panose="020B0604030504040204" charset="0"/>
            </a:endParaRPr>
          </a:p>
          <a:p>
            <a:endParaRPr lang="en-US" altLang="en-US" dirty="0">
              <a:effectLst/>
              <a:latin typeface="Verdana" panose="020B0604030504040204" charset="0"/>
              <a:cs typeface="Verdana" panose="020B0604030504040204" charset="0"/>
            </a:endParaRPr>
          </a:p>
          <a:p>
            <a:r>
              <a:rPr lang="en-US" altLang="en-US" dirty="0">
                <a:effectLst/>
                <a:latin typeface="Verdana" panose="020B0604030504040204" charset="0"/>
                <a:cs typeface="Verdana" panose="020B0604030504040204" charset="0"/>
              </a:rPr>
              <a:t>Ejemplos</a:t>
            </a:r>
            <a:endParaRPr lang="en-US" altLang="en-US" dirty="0">
              <a:effectLst/>
              <a:latin typeface="Verdana" panose="020B0604030504040204" charset="0"/>
              <a:cs typeface="Verdana" panose="020B0604030504040204" charset="0"/>
            </a:endParaRPr>
          </a:p>
          <a:p>
            <a:r>
              <a:rPr lang="en-US" altLang="en-US" dirty="0">
                <a:effectLst/>
                <a:latin typeface="Verdana" panose="020B0604030504040204" charset="0"/>
                <a:cs typeface="Verdana" panose="020B0604030504040204" charset="0"/>
              </a:rPr>
              <a:t>Descripción de un lugar: El viejo pueblo tenía calles empedradas y casas de paredes blancas con tejados de terracota. Un río serpenteaba lentamente por el valle, reflejando el azul del cielo.</a:t>
            </a:r>
            <a:endParaRPr lang="en-US" altLang="en-US" dirty="0">
              <a:effectLst/>
              <a:latin typeface="Verdana" panose="020B0604030504040204" charset="0"/>
              <a:cs typeface="Verdana" panose="020B0604030504040204" charset="0"/>
            </a:endParaRPr>
          </a:p>
          <a:p>
            <a:endParaRPr lang="en-US" altLang="en-US" dirty="0">
              <a:effectLst/>
              <a:latin typeface="Verdana" panose="020B0604030504040204" charset="0"/>
              <a:cs typeface="Verdana" panose="020B0604030504040204" charset="0"/>
            </a:endParaRPr>
          </a:p>
          <a:p>
            <a:r>
              <a:rPr lang="en-US" altLang="en-US" dirty="0">
                <a:effectLst/>
                <a:latin typeface="Verdana" panose="020B0604030504040204" charset="0"/>
                <a:cs typeface="Verdana" panose="020B0604030504040204" charset="0"/>
              </a:rPr>
              <a:t>Retrato de una persona: Ella era una mujer </a:t>
            </a:r>
            <a:r>
              <a:rPr lang="es-ES" altLang="en-US" dirty="0">
                <a:effectLst/>
                <a:latin typeface="Verdana" panose="020B0604030504040204" charset="0"/>
                <a:cs typeface="Verdana" panose="020B0604030504040204" charset="0"/>
              </a:rPr>
              <a:t>inteligente, </a:t>
            </a:r>
            <a:r>
              <a:rPr lang="en-US" altLang="en-US" dirty="0">
                <a:effectLst/>
                <a:latin typeface="Verdana" panose="020B0604030504040204" charset="0"/>
                <a:cs typeface="Verdana" panose="020B0604030504040204" charset="0"/>
              </a:rPr>
              <a:t>esbelta,</a:t>
            </a:r>
            <a:r>
              <a:rPr lang="es-ES" altLang="en-US" dirty="0">
                <a:effectLst/>
                <a:latin typeface="Verdana" panose="020B0604030504040204" charset="0"/>
                <a:cs typeface="Verdana" panose="020B0604030504040204" charset="0"/>
              </a:rPr>
              <a:t> llena de humor y con gran fortaleza. D</a:t>
            </a:r>
            <a:r>
              <a:rPr lang="en-US" altLang="en-US" dirty="0">
                <a:effectLst/>
                <a:latin typeface="Verdana" panose="020B0604030504040204" charset="0"/>
                <a:cs typeface="Verdana" panose="020B0604030504040204" charset="0"/>
              </a:rPr>
              <a:t>e cabello negro como la noche y ojos grandes y expresivos.</a:t>
            </a:r>
            <a:endParaRPr lang="en-US" altLang="en-US" dirty="0">
              <a:effectLst/>
              <a:latin typeface="Verdana" panose="020B0604030504040204" charset="0"/>
              <a:cs typeface="Verdana" panose="020B0604030504040204" charset="0"/>
            </a:endParaRPr>
          </a:p>
          <a:p>
            <a:endParaRPr lang="en-US" altLang="en-US" dirty="0">
              <a:effectLst/>
              <a:latin typeface=".AppleSystemUIFont"/>
            </a:endParaRPr>
          </a:p>
          <a:p>
            <a:endParaRPr lang="es-AR" dirty="0">
              <a:effectLst/>
              <a:latin typeface=".AppleSystemUIFon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ítulo 3"/>
          <p:cNvSpPr>
            <a:spLocks noGrp="1"/>
          </p:cNvSpPr>
          <p:nvPr>
            <p:ph type="subTitle" idx="1"/>
          </p:nvPr>
        </p:nvSpPr>
        <p:spPr>
          <a:xfrm flipH="1">
            <a:off x="335915" y="584835"/>
            <a:ext cx="11474450" cy="5901690"/>
          </a:xfrm>
        </p:spPr>
        <p:txBody>
          <a:bodyPr rtlCol="0">
            <a:noAutofit/>
          </a:bodyPr>
          <a:lstStyle/>
          <a:p>
            <a:endParaRPr lang="es-AR" sz="1400" dirty="0">
              <a:effectLst/>
              <a:latin typeface="Verdana" panose="020B0604030504040204" charset="0"/>
              <a:cs typeface="Verdana" panose="020B0604030504040204" charset="0"/>
            </a:endParaRPr>
          </a:p>
          <a:p>
            <a:r>
              <a:rPr lang="en-US" altLang="en-US" sz="1400" b="1" dirty="0">
                <a:latin typeface="Verdana" panose="020B0604030504040204" charset="0"/>
                <a:cs typeface="Verdana" panose="020B0604030504040204" charset="0"/>
              </a:rPr>
              <a:t>Trama conversacional (o dialógica)</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La trama conversacional reproduce el intercambio verbal entre dos o más personas. Su función principal es mostrar el diálogo de manera directa. Es común en obras de teatro, guiones de cine y novelas que incluyen conversaciones.</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Características</a:t>
            </a:r>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Uso de guiones o comillas: Se usa para indicar la intervención de cada hablante.</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Emplea verbos de habla: Palabras como dijo, preguntó, respondió o exclamó.</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Puede incluir acotaciones: Pequeñas notas que describen la acción o el estado de ánimo de los personajes mientras hablan.</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Ejemplos</a:t>
            </a:r>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Guiones teatrales:</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Pedro: ¿Te gustaría ir al cine esta noche?</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Ana: Lo siento, no puedo. Tengo que estudiar para un examen.</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Novela:</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 ¿Dónde has estado? — preguntó su padre con un tono severo.</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r>
              <a:rPr lang="en-US" altLang="en-US" sz="1400" dirty="0">
                <a:latin typeface="Verdana" panose="020B0604030504040204" charset="0"/>
                <a:cs typeface="Verdana" panose="020B0604030504040204" charset="0"/>
              </a:rPr>
              <a:t>— En casa de un amigo — respondió ella, bajando la mirada.</a:t>
            </a:r>
            <a:endParaRPr lang="en-US" altLang="en-US" sz="1400" dirty="0">
              <a:latin typeface="Verdana" panose="020B0604030504040204" charset="0"/>
              <a:cs typeface="Verdana" panose="020B0604030504040204" charset="0"/>
            </a:endParaRPr>
          </a:p>
          <a:p>
            <a:endParaRPr lang="en-US" altLang="en-US" sz="1400" dirty="0">
              <a:latin typeface="Verdana" panose="020B0604030504040204" charset="0"/>
              <a:cs typeface="Verdana" panose="020B0604030504040204" charset="0"/>
            </a:endParaRPr>
          </a:p>
          <a:p>
            <a:pPr rtl="0"/>
            <a:endParaRPr lang="en-US" altLang="en-US" sz="1400" dirty="0">
              <a:latin typeface="Verdana" panose="020B0604030504040204" charset="0"/>
              <a:cs typeface="Verdana" panose="020B06040305040402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692785" y="344805"/>
            <a:ext cx="10575925" cy="6389370"/>
          </a:xfrm>
        </p:spPr>
        <p:txBody>
          <a:bodyPr rtlCol="0">
            <a:normAutofit fontScale="25000"/>
          </a:bodyPr>
          <a:lstStyle/>
          <a:p>
            <a:pPr marL="0" indent="0">
              <a:buNone/>
            </a:pPr>
            <a:endParaRPr lang="en-US" altLang="en-US" sz="5600" dirty="0">
              <a:latin typeface="Verdana" panose="020B0604030504040204" charset="0"/>
              <a:cs typeface="Verdana" panose="020B0604030504040204" charset="0"/>
            </a:endParaRPr>
          </a:p>
          <a:p>
            <a:pPr marL="0" indent="0">
              <a:buNone/>
            </a:pPr>
            <a:r>
              <a:rPr lang="en-US" altLang="en-US" sz="8000" b="1" dirty="0">
                <a:latin typeface="Verdana" panose="020B0604030504040204" charset="0"/>
                <a:cs typeface="Verdana" panose="020B0604030504040204" charset="0"/>
              </a:rPr>
              <a:t>Trama argumentativa</a:t>
            </a:r>
            <a:endParaRPr lang="en-US" altLang="en-US" sz="56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La trama argumentativa tiene como objetivo convencer al lector de una idea, una opinión o un punto de vista. El autor presenta una tesis (su postura) y la defiende con argumentos y evidencias. Es fundamental en ensayos, artículos de opinión y textos de crítica.</a:t>
            </a:r>
            <a:endParaRPr lang="en-US" altLang="en-US" sz="64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Características</a:t>
            </a:r>
            <a:endParaRPr lang="en-US" altLang="en-US" sz="64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Presencia de una tesis: Una afirmación central que se quiere defender.</a:t>
            </a:r>
            <a:endParaRPr lang="en-US" altLang="en-US" sz="64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Uso de argumentos: Razones, datos, ejemplos o evidencias que apoyan la tesis.</a:t>
            </a:r>
            <a:endParaRPr lang="en-US" altLang="en-US" sz="64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Estructura lógica: Se organiza para llevar al lector de las premisas a la conclusión.</a:t>
            </a:r>
            <a:endParaRPr lang="en-US" altLang="en-US" sz="64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Conectores lógicos: Palabras como por lo tanto, sin embargo, además o en consecuencia articulan las ideas.</a:t>
            </a:r>
            <a:endParaRPr lang="en-US" altLang="en-US" sz="64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Ejemplos</a:t>
            </a:r>
            <a:endParaRPr lang="en-US" altLang="en-US" sz="64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Ensayo: La educación es la base del progreso social, ya que permite a los individuos desarrollar su pensamiento crítico y su capacidad de innovación.</a:t>
            </a:r>
            <a:endParaRPr lang="en-US" altLang="en-US" sz="6400" dirty="0">
              <a:latin typeface="Verdana" panose="020B0604030504040204" charset="0"/>
              <a:cs typeface="Verdana" panose="020B0604030504040204" charset="0"/>
            </a:endParaRPr>
          </a:p>
          <a:p>
            <a:pPr marL="0" indent="0">
              <a:buNone/>
            </a:pPr>
            <a:r>
              <a:rPr lang="en-US" altLang="en-US" sz="6400" dirty="0">
                <a:latin typeface="Verdana" panose="020B0604030504040204" charset="0"/>
                <a:cs typeface="Verdana" panose="020B0604030504040204" charset="0"/>
              </a:rPr>
              <a:t>Artículo de opinión: La prohibición de fumar en lugares públicos es una medida necesaria para proteger la salud de los no fumadores, tal como demuestran numerosos estudios médicos.</a:t>
            </a:r>
            <a:endParaRPr lang="en-US" altLang="en-US" sz="6400" dirty="0">
              <a:latin typeface="Verdana" panose="020B0604030504040204" charset="0"/>
              <a:cs typeface="Verdana" panose="020B0604030504040204" charset="0"/>
            </a:endParaRPr>
          </a:p>
          <a:p>
            <a:pPr marL="0" indent="0">
              <a:buNone/>
            </a:pPr>
            <a:r>
              <a:rPr lang="es-ES" altLang="en-US" sz="6400" dirty="0">
                <a:latin typeface="Verdana" panose="020B0604030504040204" charset="0"/>
                <a:cs typeface="Verdana" panose="020B0604030504040204" charset="0"/>
              </a:rPr>
              <a:t>Editoriales de diarios, radio, posturas brindadas en videos creados para tales fines. </a:t>
            </a:r>
            <a:endParaRPr lang="en-US" altLang="en-US" sz="6400" dirty="0">
              <a:latin typeface="Verdana" panose="020B0604030504040204" charset="0"/>
              <a:cs typeface="Verdana" panose="020B0604030504040204" charset="0"/>
            </a:endParaRPr>
          </a:p>
          <a:p>
            <a:pPr marL="0" indent="0">
              <a:buNone/>
            </a:pPr>
            <a:endParaRPr lang="en-US" altLang="en-US" sz="6400" dirty="0">
              <a:latin typeface="Verdana" panose="020B0604030504040204" charset="0"/>
              <a:cs typeface="Verdana" panose="020B0604030504040204" charset="0"/>
            </a:endParaRPr>
          </a:p>
        </p:txBody>
      </p:sp>
      <p:sp>
        <p:nvSpPr>
          <p:cNvPr id="13" name="Marcador de número de diapositiva 12"/>
          <p:cNvSpPr>
            <a:spLocks noGrp="1"/>
          </p:cNvSpPr>
          <p:nvPr>
            <p:ph type="sldNum" sz="quarter" idx="12"/>
          </p:nvPr>
        </p:nvSpPr>
        <p:spPr>
          <a:xfrm>
            <a:off x="548640" y="6413342"/>
            <a:ext cx="762000" cy="228600"/>
          </a:xfrm>
        </p:spPr>
        <p:txBody>
          <a:bodyPr rtlCol="0"/>
          <a:lstStyle/>
          <a:p>
            <a:pPr rtl="0"/>
            <a:fld id="{022B156B-59AE-415F-B24B-8756D48BB977}"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685800" y="391160"/>
            <a:ext cx="10058402" cy="890433"/>
          </a:xfrm>
        </p:spPr>
        <p:txBody>
          <a:bodyPr rtlCol="0"/>
          <a:lstStyle/>
          <a:p>
            <a:pPr rtl="0"/>
            <a:r>
              <a:rPr lang="es-ES" altLang="en-US" dirty="0">
                <a:latin typeface="Verdana" panose="020B0604030504040204" charset="0"/>
                <a:cs typeface="Verdana" panose="020B0604030504040204" charset="0"/>
              </a:rPr>
              <a:t>Textos expositivos/Explicativos</a:t>
            </a:r>
            <a:r>
              <a:rPr lang="en-US" dirty="0">
                <a:latin typeface="Verdana" panose="020B0604030504040204" charset="0"/>
                <a:cs typeface="Verdana" panose="020B0604030504040204" charset="0"/>
              </a:rPr>
              <a:t> </a:t>
            </a:r>
            <a:endParaRPr lang="en-US" dirty="0">
              <a:latin typeface="Verdana" panose="020B0604030504040204" charset="0"/>
              <a:cs typeface="Verdana" panose="020B0604030504040204" charset="0"/>
            </a:endParaRPr>
          </a:p>
        </p:txBody>
      </p:sp>
      <p:sp>
        <p:nvSpPr>
          <p:cNvPr id="6" name="Marcador de posición de número de diapositiva 5"/>
          <p:cNvSpPr>
            <a:spLocks noGrp="1"/>
          </p:cNvSpPr>
          <p:nvPr>
            <p:ph type="sldNum" sz="quarter" idx="12"/>
          </p:nvPr>
        </p:nvSpPr>
        <p:spPr>
          <a:xfrm>
            <a:off x="685800" y="6413342"/>
            <a:ext cx="762000" cy="228600"/>
          </a:xfrm>
        </p:spPr>
        <p:txBody>
          <a:bodyPr rtlCol="0"/>
          <a:lstStyle/>
          <a:p>
            <a:pPr rtl="0"/>
            <a:fld id="{022B156B-59AE-415F-B24B-8756D48BB977}" type="slidenum">
              <a:rPr lang="en-US" smtClean="0"/>
            </a:fld>
            <a:endParaRPr lang="en-US"/>
          </a:p>
        </p:txBody>
      </p:sp>
      <p:sp>
        <p:nvSpPr>
          <p:cNvPr id="7" name="Marcador de contenido 6"/>
          <p:cNvSpPr>
            <a:spLocks noGrp="1"/>
          </p:cNvSpPr>
          <p:nvPr>
            <p:ph sz="half" idx="2"/>
          </p:nvPr>
        </p:nvSpPr>
        <p:spPr>
          <a:xfrm>
            <a:off x="685800" y="1414145"/>
            <a:ext cx="11087735" cy="2569210"/>
          </a:xfrm>
        </p:spPr>
        <p:txBody>
          <a:bodyPr>
            <a:normAutofit fontScale="25000"/>
          </a:bodyPr>
          <a:lstStyle/>
          <a:p>
            <a:r>
              <a:rPr lang="en-US" altLang="en-US" sz="5600" dirty="0">
                <a:latin typeface="Verdana" panose="020B0604030504040204" charset="0"/>
                <a:cs typeface="Verdana" panose="020B0604030504040204" charset="0"/>
              </a:rPr>
              <a:t>La trama expositiva se utiliza para informar o explicar un tema de manera objetiva y clara, sin incluir la opinión del autor. Su propósito es transmitir conocimiento de forma organizada. Se encuentra en libros de texto, enciclopedias, manuales y noticias objetivas.</a:t>
            </a:r>
            <a:endParaRPr lang="en-US" altLang="en-US" sz="5600" dirty="0">
              <a:latin typeface="Verdana" panose="020B0604030504040204" charset="0"/>
              <a:cs typeface="Verdana" panose="020B0604030504040204" charset="0"/>
            </a:endParaRPr>
          </a:p>
          <a:p>
            <a:r>
              <a:rPr lang="en-US" altLang="en-US" sz="5600" b="1" dirty="0">
                <a:latin typeface="Verdana" panose="020B0604030504040204" charset="0"/>
                <a:cs typeface="Verdana" panose="020B0604030504040204" charset="0"/>
              </a:rPr>
              <a:t>Características</a:t>
            </a:r>
            <a:endParaRPr lang="en-US" altLang="en-US" sz="5600" b="1" dirty="0">
              <a:latin typeface="Verdana" panose="020B0604030504040204" charset="0"/>
              <a:cs typeface="Verdana" panose="020B0604030504040204" charset="0"/>
            </a:endParaRPr>
          </a:p>
          <a:p>
            <a:r>
              <a:rPr lang="en-US" altLang="en-US" sz="5600" dirty="0">
                <a:latin typeface="Verdana" panose="020B0604030504040204" charset="0"/>
                <a:cs typeface="Verdana" panose="020B0604030504040204" charset="0"/>
              </a:rPr>
              <a:t>Lenguaje objetivo: Evita el uso de valoraciones personales.</a:t>
            </a:r>
            <a:endParaRPr lang="en-US" altLang="en-US" sz="5600" dirty="0">
              <a:latin typeface="Verdana" panose="020B0604030504040204" charset="0"/>
              <a:cs typeface="Verdana" panose="020B0604030504040204" charset="0"/>
            </a:endParaRPr>
          </a:p>
          <a:p>
            <a:r>
              <a:rPr lang="en-US" altLang="en-US" sz="5600" dirty="0">
                <a:latin typeface="Verdana" panose="020B0604030504040204" charset="0"/>
                <a:cs typeface="Verdana" panose="020B0604030504040204" charset="0"/>
              </a:rPr>
              <a:t>Organización clara: Utiliza subtítulos, listas o esquemas para estructurar la </a:t>
            </a:r>
            <a:r>
              <a:rPr lang="en-US" altLang="en-US" sz="5600" b="1" dirty="0">
                <a:latin typeface="Verdana" panose="020B0604030504040204" charset="0"/>
                <a:cs typeface="Verdana" panose="020B0604030504040204" charset="0"/>
              </a:rPr>
              <a:t>información</a:t>
            </a:r>
            <a:r>
              <a:rPr lang="en-US" altLang="en-US" sz="5600" dirty="0">
                <a:latin typeface="Verdana" panose="020B0604030504040204" charset="0"/>
                <a:cs typeface="Verdana" panose="020B0604030504040204" charset="0"/>
              </a:rPr>
              <a:t>.</a:t>
            </a:r>
            <a:endParaRPr lang="en-US" altLang="en-US" sz="5600" dirty="0">
              <a:latin typeface="Verdana" panose="020B0604030504040204" charset="0"/>
              <a:cs typeface="Verdana" panose="020B0604030504040204" charset="0"/>
            </a:endParaRPr>
          </a:p>
          <a:p>
            <a:r>
              <a:rPr lang="en-US" altLang="en-US" sz="5600" dirty="0">
                <a:latin typeface="Verdana" panose="020B0604030504040204" charset="0"/>
                <a:cs typeface="Verdana" panose="020B0604030504040204" charset="0"/>
              </a:rPr>
              <a:t>Definiciones y clasificaciones: A menudo, define conceptos o clasifica elementos para facilitar la comprensión.</a:t>
            </a:r>
            <a:endParaRPr lang="en-US" altLang="en-US" sz="5600" dirty="0">
              <a:latin typeface="Verdana" panose="020B0604030504040204" charset="0"/>
              <a:cs typeface="Verdana" panose="020B0604030504040204" charset="0"/>
            </a:endParaRPr>
          </a:p>
          <a:p>
            <a:r>
              <a:rPr lang="en-US" altLang="en-US" sz="5600" dirty="0">
                <a:latin typeface="Verdana" panose="020B0604030504040204" charset="0"/>
                <a:cs typeface="Verdana" panose="020B0604030504040204" charset="0"/>
              </a:rPr>
              <a:t>Uso de conectores explicativos: Palabras como es decir, por ejemplo o en otras palabras.</a:t>
            </a:r>
            <a:endParaRPr lang="en-US" altLang="en-US" sz="5600" dirty="0">
              <a:latin typeface="Verdana" panose="020B0604030504040204" charset="0"/>
              <a:cs typeface="Verdana" panose="020B0604030504040204" charset="0"/>
            </a:endParaRPr>
          </a:p>
          <a:p>
            <a:r>
              <a:rPr lang="en-US" altLang="en-US" sz="5600" dirty="0">
                <a:latin typeface="Verdana" panose="020B0604030504040204" charset="0"/>
                <a:cs typeface="Verdana" panose="020B0604030504040204" charset="0"/>
              </a:rPr>
              <a:t>Ejemplos</a:t>
            </a:r>
            <a:endParaRPr lang="en-US" altLang="en-US" sz="5600" dirty="0">
              <a:latin typeface="Verdana" panose="020B0604030504040204" charset="0"/>
              <a:cs typeface="Verdana" panose="020B0604030504040204" charset="0"/>
            </a:endParaRPr>
          </a:p>
          <a:p>
            <a:r>
              <a:rPr lang="en-US" altLang="en-US" sz="5600" dirty="0">
                <a:latin typeface="Verdana" panose="020B0604030504040204" charset="0"/>
                <a:cs typeface="Verdana" panose="020B0604030504040204" charset="0"/>
              </a:rPr>
              <a:t>Texto científico: La fotosíntesis es el proceso mediante el cual las plantas, las algas y algunas bacterias transforman la energía lumínica en energía química.</a:t>
            </a:r>
            <a:endParaRPr lang="en-US" altLang="en-US" sz="5600" dirty="0">
              <a:latin typeface="Verdana" panose="020B0604030504040204" charset="0"/>
              <a:cs typeface="Verdana" panose="020B0604030504040204" charset="0"/>
            </a:endParaRPr>
          </a:p>
          <a:p>
            <a:r>
              <a:rPr lang="en-US" altLang="en-US" sz="5600" dirty="0">
                <a:latin typeface="Verdana" panose="020B0604030504040204" charset="0"/>
                <a:cs typeface="Verdana" panose="020B0604030504040204" charset="0"/>
              </a:rPr>
              <a:t>Manual de instrucciones: Para encender el dispositivo, presione el botón de encendido y manténgalo presionado durante tres segundos</a:t>
            </a:r>
            <a:r>
              <a:rPr lang="en-US" altLang="en-US" dirty="0">
                <a:latin typeface="Verdana" panose="020B0604030504040204" charset="0"/>
                <a:cs typeface="Verdana" panose="020B0604030504040204" charset="0"/>
              </a:rPr>
              <a:t>.</a:t>
            </a:r>
            <a:endParaRPr lang="en-US" altLang="en-US" dirty="0">
              <a:latin typeface="Verdana" panose="020B0604030504040204" charset="0"/>
              <a:cs typeface="Verdana" panose="020B06040305040402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alpha val="85000"/>
          </a:schemeClr>
        </a:solidFill>
        <a:effectLst/>
      </p:bgPr>
    </p:bg>
    <p:spTree>
      <p:nvGrpSpPr>
        <p:cNvPr id="1" name=""/>
        <p:cNvGrpSpPr/>
        <p:nvPr/>
      </p:nvGrpSpPr>
      <p:grpSpPr>
        <a:xfrm>
          <a:off x="0" y="0"/>
          <a:ext cx="0" cy="0"/>
          <a:chOff x="0" y="0"/>
          <a:chExt cx="0" cy="0"/>
        </a:xfrm>
      </p:grpSpPr>
      <p:sp>
        <p:nvSpPr>
          <p:cNvPr id="3" name="Marcador de contenido 2"/>
          <p:cNvSpPr>
            <a:spLocks noGrp="1"/>
          </p:cNvSpPr>
          <p:nvPr>
            <p:ph sz="half" idx="2"/>
          </p:nvPr>
        </p:nvSpPr>
        <p:spPr>
          <a:xfrm>
            <a:off x="1359535" y="2269490"/>
            <a:ext cx="9791700" cy="4588510"/>
          </a:xfrm>
        </p:spPr>
        <p:txBody>
          <a:bodyPr rtlCol="0">
            <a:noAutofit/>
          </a:bodyPr>
          <a:lstStyle/>
          <a:p>
            <a:pPr algn="just" rtl="0"/>
            <a:endParaRPr lang="en-US" altLang="en-US" sz="1400" dirty="0">
              <a:latin typeface="Verdana" panose="020B0604030504040204" charset="0"/>
              <a:cs typeface="Verdana" panose="020B0604030504040204" charset="0"/>
            </a:endParaRPr>
          </a:p>
          <a:p>
            <a:pPr algn="just" rtl="0"/>
            <a:endParaRPr lang="en-US" altLang="en-US" sz="1400" dirty="0">
              <a:latin typeface="Verdana" panose="020B0604030504040204" charset="0"/>
              <a:cs typeface="Verdana" panose="020B0604030504040204" charset="0"/>
            </a:endParaRPr>
          </a:p>
          <a:p>
            <a:pPr algn="just" rtl="0"/>
            <a:endParaRPr lang="en-US" altLang="en-US" sz="1400" dirty="0">
              <a:latin typeface="Verdana" panose="020B0604030504040204" charset="0"/>
              <a:cs typeface="Verdana" panose="020B0604030504040204" charset="0"/>
            </a:endParaRPr>
          </a:p>
          <a:p>
            <a:pPr algn="just" rtl="0"/>
            <a:endParaRPr lang="en-US" altLang="en-US" sz="1400" dirty="0">
              <a:latin typeface="Verdana" panose="020B0604030504040204" charset="0"/>
              <a:cs typeface="Verdana" panose="020B0604030504040204" charset="0"/>
            </a:endParaRPr>
          </a:p>
          <a:p>
            <a:pPr algn="just" rtl="0"/>
            <a:endParaRPr lang="en-US" altLang="en-US" sz="1400" dirty="0">
              <a:latin typeface="Verdana" panose="020B0604030504040204" charset="0"/>
              <a:cs typeface="Verdana" panose="020B0604030504040204" charset="0"/>
            </a:endParaRPr>
          </a:p>
          <a:p>
            <a:pPr algn="just" rtl="0"/>
            <a:endParaRPr lang="en-US" altLang="en-US" sz="1400" dirty="0">
              <a:latin typeface="Verdana" panose="020B0604030504040204" charset="0"/>
              <a:cs typeface="Verdana" panose="020B0604030504040204" charset="0"/>
            </a:endParaRPr>
          </a:p>
          <a:p>
            <a:pPr algn="just" rtl="0"/>
            <a:r>
              <a:rPr lang="en-US" altLang="en-US" sz="1600" dirty="0">
                <a:latin typeface="Verdana" panose="020B0604030504040204" charset="0"/>
                <a:cs typeface="Verdana" panose="020B0604030504040204" charset="0"/>
              </a:rPr>
              <a:t> </a:t>
            </a:r>
            <a:r>
              <a:rPr lang="en-US" altLang="en-US" sz="1600" b="1" dirty="0">
                <a:latin typeface="Verdana" panose="020B0604030504040204" charset="0"/>
                <a:cs typeface="Verdana" panose="020B0604030504040204" charset="0"/>
              </a:rPr>
              <a:t>Trama instruccional (o prescriptiva)</a:t>
            </a:r>
            <a:endParaRPr lang="en-US" altLang="en-US" sz="1600" b="1" dirty="0">
              <a:latin typeface="Verdana" panose="020B0604030504040204" charset="0"/>
              <a:cs typeface="Verdana" panose="020B0604030504040204" charset="0"/>
            </a:endParaRPr>
          </a:p>
          <a:p>
            <a:pPr algn="just" rtl="0"/>
            <a:r>
              <a:rPr lang="en-US" altLang="en-US" sz="1600" dirty="0">
                <a:latin typeface="Verdana" panose="020B0604030504040204" charset="0"/>
                <a:cs typeface="Verdana" panose="020B0604030504040204" charset="0"/>
              </a:rPr>
              <a:t>La trama instruccional tiene como finalidad guiar al lector para que realice una acción o una serie de acciones. Su propósito es dar órdenes o indicaciones. Es común en recetas de cocina, manuales de uso, leyes y reglamentos.</a:t>
            </a:r>
            <a:endParaRPr lang="en-US" altLang="en-US" sz="1600" dirty="0">
              <a:latin typeface="Verdana" panose="020B0604030504040204" charset="0"/>
              <a:cs typeface="Verdana" panose="020B0604030504040204" charset="0"/>
            </a:endParaRPr>
          </a:p>
          <a:p>
            <a:pPr algn="just" rtl="0"/>
            <a:r>
              <a:rPr lang="en-US" altLang="en-US" sz="1600" b="1" dirty="0">
                <a:latin typeface="Verdana" panose="020B0604030504040204" charset="0"/>
                <a:cs typeface="Verdana" panose="020B0604030504040204" charset="0"/>
              </a:rPr>
              <a:t>Características</a:t>
            </a:r>
            <a:endParaRPr lang="en-US" altLang="en-US" sz="1600" b="1" dirty="0">
              <a:latin typeface="Verdana" panose="020B0604030504040204" charset="0"/>
              <a:cs typeface="Verdana" panose="020B0604030504040204" charset="0"/>
            </a:endParaRPr>
          </a:p>
          <a:p>
            <a:pPr algn="just" rtl="0"/>
            <a:r>
              <a:rPr lang="en-US" altLang="en-US" sz="1600" dirty="0">
                <a:latin typeface="Verdana" panose="020B0604030504040204" charset="0"/>
                <a:cs typeface="Verdana" panose="020B0604030504040204" charset="0"/>
              </a:rPr>
              <a:t>Uso del modo imperativo: Verbos que dan órdenes (mezcle, corte, presione).</a:t>
            </a:r>
            <a:endParaRPr lang="en-US" altLang="en-US" sz="1600" dirty="0">
              <a:latin typeface="Verdana" panose="020B0604030504040204" charset="0"/>
              <a:cs typeface="Verdana" panose="020B0604030504040204" charset="0"/>
            </a:endParaRPr>
          </a:p>
          <a:p>
            <a:pPr algn="just" rtl="0"/>
            <a:r>
              <a:rPr lang="en-US" altLang="en-US" sz="1600" b="1" dirty="0">
                <a:latin typeface="Verdana" panose="020B0604030504040204" charset="0"/>
                <a:cs typeface="Verdana" panose="020B0604030504040204" charset="0"/>
              </a:rPr>
              <a:t>Secuencia lógica de pasos:</a:t>
            </a:r>
            <a:r>
              <a:rPr lang="en-US" altLang="en-US" sz="1600" dirty="0">
                <a:latin typeface="Verdana" panose="020B0604030504040204" charset="0"/>
                <a:cs typeface="Verdana" panose="020B0604030504040204" charset="0"/>
              </a:rPr>
              <a:t> Los pasos se presentan en un orden consecutivo.</a:t>
            </a:r>
            <a:endParaRPr lang="en-US" altLang="en-US" sz="1600" dirty="0">
              <a:latin typeface="Verdana" panose="020B0604030504040204" charset="0"/>
              <a:cs typeface="Verdana" panose="020B0604030504040204" charset="0"/>
            </a:endParaRPr>
          </a:p>
          <a:p>
            <a:pPr algn="just" rtl="0"/>
            <a:r>
              <a:rPr lang="en-US" altLang="en-US" sz="1600" dirty="0">
                <a:latin typeface="Verdana" panose="020B0604030504040204" charset="0"/>
                <a:cs typeface="Verdana" panose="020B0604030504040204" charset="0"/>
              </a:rPr>
              <a:t>Lenguaje directo y conciso: Se evitan detalles innecesarios.</a:t>
            </a:r>
            <a:endParaRPr lang="en-US" altLang="en-US" sz="1600" dirty="0">
              <a:latin typeface="Verdana" panose="020B0604030504040204" charset="0"/>
              <a:cs typeface="Verdana" panose="020B0604030504040204" charset="0"/>
            </a:endParaRPr>
          </a:p>
          <a:p>
            <a:pPr algn="just" rtl="0"/>
            <a:r>
              <a:rPr lang="en-US" altLang="en-US" sz="1600" dirty="0">
                <a:latin typeface="Verdana" panose="020B0604030504040204" charset="0"/>
                <a:cs typeface="Verdana" panose="020B0604030504040204" charset="0"/>
              </a:rPr>
              <a:t>Uso de listas numeradas o con viñetas: Facilita seguir el orden de las instrucciones.</a:t>
            </a:r>
            <a:endParaRPr lang="en-US" altLang="en-US" sz="1600" dirty="0">
              <a:latin typeface="Verdana" panose="020B0604030504040204" charset="0"/>
              <a:cs typeface="Verdana" panose="020B0604030504040204" charset="0"/>
            </a:endParaRPr>
          </a:p>
          <a:p>
            <a:pPr algn="just" rtl="0"/>
            <a:r>
              <a:rPr lang="en-US" altLang="en-US" sz="1600" b="1" dirty="0">
                <a:latin typeface="Verdana" panose="020B0604030504040204" charset="0"/>
                <a:cs typeface="Verdana" panose="020B0604030504040204" charset="0"/>
              </a:rPr>
              <a:t>Ejemplos</a:t>
            </a:r>
            <a:endParaRPr lang="en-US" altLang="en-US" sz="1600" b="1" dirty="0">
              <a:latin typeface="Verdana" panose="020B0604030504040204" charset="0"/>
              <a:cs typeface="Verdana" panose="020B0604030504040204" charset="0"/>
            </a:endParaRPr>
          </a:p>
          <a:p>
            <a:pPr algn="just" rtl="0"/>
            <a:r>
              <a:rPr lang="en-US" altLang="en-US" sz="1600" dirty="0">
                <a:latin typeface="Verdana" panose="020B0604030504040204" charset="0"/>
                <a:cs typeface="Verdana" panose="020B0604030504040204" charset="0"/>
              </a:rPr>
              <a:t>Receta de cocina: 1. Corte las cebollas en juliana. 2. Sofría las cebollas en aceite de oliva hasta que estén doradas. 3. Añada la carne y cocine por 10 minutos.</a:t>
            </a:r>
            <a:endParaRPr lang="en-US" altLang="en-US" sz="1600" dirty="0">
              <a:latin typeface="Verdana" panose="020B0604030504040204" charset="0"/>
              <a:cs typeface="Verdana" panose="020B0604030504040204" charset="0"/>
            </a:endParaRPr>
          </a:p>
          <a:p>
            <a:pPr algn="just" rtl="0"/>
            <a:r>
              <a:rPr lang="en-US" altLang="en-US" sz="1600" dirty="0">
                <a:latin typeface="Verdana" panose="020B0604030504040204" charset="0"/>
                <a:cs typeface="Verdana" panose="020B0604030504040204" charset="0"/>
              </a:rPr>
              <a:t>Reglamento de tránsito: Está prohibido estacionar en zonas con señalización de no estacionar. Respetar siempre los límites de velocidad.</a:t>
            </a:r>
            <a:endParaRPr lang="en-US" altLang="en-US" sz="1600" dirty="0">
              <a:latin typeface="Verdana" panose="020B0604030504040204" charset="0"/>
              <a:cs typeface="Verdana" panose="020B0604030504040204" charset="0"/>
            </a:endParaRPr>
          </a:p>
          <a:p>
            <a:pPr algn="just" rtl="0"/>
            <a:r>
              <a:rPr lang="en-US" sz="1600" dirty="0">
                <a:latin typeface="Verdana" panose="020B0604030504040204" charset="0"/>
                <a:cs typeface="Verdana" panose="020B0604030504040204" charset="0"/>
              </a:rPr>
              <a:t> </a:t>
            </a:r>
            <a:endParaRPr lang="en-US" sz="1600" dirty="0">
              <a:latin typeface="Verdana" panose="020B0604030504040204" charset="0"/>
              <a:cs typeface="Verdana" panose="020B06040305040402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ctrTitle"/>
          </p:nvPr>
        </p:nvSpPr>
        <p:spPr>
          <a:xfrm>
            <a:off x="656590" y="-609600"/>
            <a:ext cx="10389235" cy="7467600"/>
          </a:xfrm>
        </p:spPr>
        <p:txBody>
          <a:bodyPr>
            <a:noAutofit/>
          </a:bodyPr>
          <a:p>
            <a:pPr algn="l"/>
            <a:r>
              <a:rPr lang="en-US" altLang="en-US" sz="1600" b="0">
                <a:latin typeface="Verdana" panose="020B0604030504040204" charset="0"/>
                <a:cs typeface="Verdana" panose="020B0604030504040204" charset="0"/>
              </a:rPr>
              <a:t>Los Reels, flyers y memes son formatos de textos multimodales, lo que significa que combinan diferentes tipos de lenguaje (imagen, texto, sonido, movimiento) para transmitir un mensaje.</a:t>
            </a:r>
            <a:br>
              <a:rPr lang="en-US" altLang="en-US" sz="1600" b="0">
                <a:latin typeface="Verdana" panose="020B0604030504040204" charset="0"/>
                <a:cs typeface="Verdana" panose="020B0604030504040204" charset="0"/>
              </a:rPr>
            </a:br>
            <a:br>
              <a:rPr lang="en-US" altLang="en-US" sz="1600" b="0">
                <a:latin typeface="Verdana" panose="020B0604030504040204" charset="0"/>
                <a:cs typeface="Verdana" panose="020B0604030504040204" charset="0"/>
              </a:rPr>
            </a:br>
            <a:r>
              <a:rPr lang="en-US" altLang="en-US" sz="1600" b="0">
                <a:latin typeface="Verdana" panose="020B0604030504040204" charset="0"/>
                <a:cs typeface="Verdana" panose="020B0604030504040204" charset="0"/>
              </a:rPr>
              <a:t>Debido a su naturaleza multimodal, no </a:t>
            </a:r>
            <a:r>
              <a:rPr lang="es-ES" altLang="en-US" sz="1600" b="0">
                <a:latin typeface="Verdana" panose="020B0604030504040204" charset="0"/>
                <a:cs typeface="Verdana" panose="020B0604030504040204" charset="0"/>
              </a:rPr>
              <a:t>“</a:t>
            </a:r>
            <a:r>
              <a:rPr lang="en-US" altLang="en-US" sz="1600" b="0">
                <a:latin typeface="Verdana" panose="020B0604030504040204" charset="0"/>
                <a:cs typeface="Verdana" panose="020B0604030504040204" charset="0"/>
              </a:rPr>
              <a:t>encajan</a:t>
            </a:r>
            <a:r>
              <a:rPr lang="es-ES" altLang="en-US" sz="1600" b="0">
                <a:latin typeface="Verdana" panose="020B0604030504040204" charset="0"/>
                <a:cs typeface="Verdana" panose="020B0604030504040204" charset="0"/>
              </a:rPr>
              <a:t>”</a:t>
            </a:r>
            <a:r>
              <a:rPr lang="en-US" altLang="en-US" sz="1600" b="0">
                <a:latin typeface="Verdana" panose="020B0604030504040204" charset="0"/>
                <a:cs typeface="Verdana" panose="020B0604030504040204" charset="0"/>
              </a:rPr>
              <a:t> en una sola trama textual, sino que su trama predominante depende de su intención comunicativa.</a:t>
            </a:r>
            <a:br>
              <a:rPr lang="en-US" altLang="en-US" sz="1600" b="0">
                <a:latin typeface="Verdana" panose="020B0604030504040204" charset="0"/>
                <a:cs typeface="Verdana" panose="020B0604030504040204" charset="0"/>
              </a:rPr>
            </a:br>
            <a:br>
              <a:rPr lang="en-US" altLang="en-US" sz="1600" b="0">
                <a:latin typeface="Verdana" panose="020B0604030504040204" charset="0"/>
                <a:cs typeface="Verdana" panose="020B0604030504040204" charset="0"/>
              </a:rPr>
            </a:br>
            <a:r>
              <a:rPr lang="en-US" altLang="en-US" sz="1600" b="0">
                <a:latin typeface="Verdana" panose="020B0604030504040204" charset="0"/>
                <a:cs typeface="Verdana" panose="020B0604030504040204" charset="0"/>
              </a:rPr>
              <a:t>Reels</a:t>
            </a:r>
            <a:br>
              <a:rPr lang="en-US" altLang="en-US" sz="1600" b="0">
                <a:latin typeface="Verdana" panose="020B0604030504040204" charset="0"/>
                <a:cs typeface="Verdana" panose="020B0604030504040204" charset="0"/>
              </a:rPr>
            </a:br>
            <a:r>
              <a:rPr lang="en-US" altLang="en-US" sz="1600" b="0">
                <a:latin typeface="Verdana" panose="020B0604030504040204" charset="0"/>
                <a:cs typeface="Verdana" panose="020B0604030504040204" charset="0"/>
              </a:rPr>
              <a:t>Los Reels, por su formato de video corto, suelen ser una mezcla de varias tramas. La clave está en el objetivo del creador.</a:t>
            </a:r>
            <a:br>
              <a:rPr lang="en-US" altLang="en-US" sz="1600" b="0">
                <a:latin typeface="Verdana" panose="020B0604030504040204" charset="0"/>
                <a:cs typeface="Verdana" panose="020B0604030504040204" charset="0"/>
              </a:rPr>
            </a:br>
            <a:br>
              <a:rPr lang="en-US" altLang="en-US" sz="1600" b="0">
                <a:latin typeface="Verdana" panose="020B0604030504040204" charset="0"/>
                <a:cs typeface="Verdana" panose="020B0604030504040204" charset="0"/>
              </a:rPr>
            </a:br>
            <a:r>
              <a:rPr lang="en-US" altLang="en-US" sz="1600" b="0">
                <a:latin typeface="Verdana" panose="020B0604030504040204" charset="0"/>
                <a:cs typeface="Verdana" panose="020B0604030504040204" charset="0"/>
              </a:rPr>
              <a:t>Trama Narrativa: Muchos Reels cuentan una historia, aunque sea muy breve. Por ejemplo, un Reel que muestra el "antes y después" de una remodelación, un tutorial de maquillaje </a:t>
            </a:r>
            <a:r>
              <a:rPr lang="es-ES" altLang="en-US" sz="1600" b="0">
                <a:latin typeface="Verdana" panose="020B0604030504040204" charset="0"/>
                <a:cs typeface="Verdana" panose="020B0604030504040204" charset="0"/>
              </a:rPr>
              <a:t>artistico, </a:t>
            </a:r>
            <a:r>
              <a:rPr lang="en-US" altLang="en-US" sz="1600" b="0">
                <a:latin typeface="Verdana" panose="020B0604030504040204" charset="0"/>
                <a:cs typeface="Verdana" panose="020B0604030504040204" charset="0"/>
              </a:rPr>
              <a:t>paso a paso o una anécdota contada con texto superpuesto.</a:t>
            </a:r>
            <a:br>
              <a:rPr lang="en-US" altLang="en-US" sz="1600" b="0">
                <a:latin typeface="Verdana" panose="020B0604030504040204" charset="0"/>
                <a:cs typeface="Verdana" panose="020B0604030504040204" charset="0"/>
              </a:rPr>
            </a:br>
            <a:br>
              <a:rPr lang="en-US" altLang="en-US" sz="1600" b="0">
                <a:latin typeface="Verdana" panose="020B0604030504040204" charset="0"/>
                <a:cs typeface="Verdana" panose="020B0604030504040204" charset="0"/>
              </a:rPr>
            </a:br>
            <a:r>
              <a:rPr lang="en-US" altLang="en-US" sz="1600" b="0">
                <a:latin typeface="Verdana" panose="020B0604030504040204" charset="0"/>
                <a:cs typeface="Verdana" panose="020B0604030504040204" charset="0"/>
              </a:rPr>
              <a:t>Trama Expositiva: Se usa para explicar un concepto o dar información de forma rápida y concisa. Los Reels educativos que resumen un tema histórico, una receta de cocina o un dato científico entran en esta categoría.</a:t>
            </a:r>
            <a:br>
              <a:rPr lang="en-US" altLang="en-US" sz="1600" b="0">
                <a:latin typeface="Verdana" panose="020B0604030504040204" charset="0"/>
                <a:cs typeface="Verdana" panose="020B0604030504040204" charset="0"/>
              </a:rPr>
            </a:br>
            <a:br>
              <a:rPr lang="en-US" altLang="en-US" sz="1600" b="0">
                <a:latin typeface="Verdana" panose="020B0604030504040204" charset="0"/>
                <a:cs typeface="Verdana" panose="020B0604030504040204" charset="0"/>
              </a:rPr>
            </a:br>
            <a:r>
              <a:rPr lang="en-US" altLang="en-US" sz="1600" b="0">
                <a:latin typeface="Verdana" panose="020B0604030504040204" charset="0"/>
                <a:cs typeface="Verdana" panose="020B0604030504040204" charset="0"/>
              </a:rPr>
              <a:t>Trama Conversacional: Es muy común en los formatos de "reacción" o "diálogo con uno mismo", donde la persona recrea una conversación o responde a una pregunta de la audiencia.</a:t>
            </a:r>
            <a:br>
              <a:rPr lang="en-US" altLang="en-US" sz="1600" b="0">
                <a:latin typeface="Verdana" panose="020B0604030504040204" charset="0"/>
                <a:cs typeface="Verdana" panose="020B0604030504040204" charset="0"/>
              </a:rPr>
            </a:br>
            <a:br>
              <a:rPr lang="en-US" altLang="en-US" sz="1600" b="0">
                <a:latin typeface="Verdana" panose="020B0604030504040204" charset="0"/>
                <a:cs typeface="Verdana" panose="020B0604030504040204" charset="0"/>
              </a:rPr>
            </a:br>
            <a:endParaRPr lang="en-US" altLang="en-US" sz="1600" b="0">
              <a:latin typeface="Verdana" panose="020B0604030504040204" charset="0"/>
              <a:cs typeface="Verdana" panose="020B060403050404020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p:sp>
        <p:nvSpPr>
          <p:cNvPr id="3" name="Content Placeholder 2"/>
          <p:cNvSpPr>
            <a:spLocks noGrp="1"/>
          </p:cNvSpPr>
          <p:nvPr>
            <p:ph idx="1"/>
          </p:nvPr>
        </p:nvSpPr>
        <p:spPr>
          <a:xfrm>
            <a:off x="993775" y="591185"/>
            <a:ext cx="10706735" cy="6050915"/>
          </a:xfrm>
        </p:spPr>
        <p:txBody>
          <a:bodyPr>
            <a:noAutofit/>
          </a:bodyPr>
          <a:p>
            <a:pPr algn="just"/>
            <a:r>
              <a:rPr lang="es-ES" altLang="en-US" sz="2800">
                <a:latin typeface="Verdana" panose="020B0604030504040204" charset="0"/>
                <a:cs typeface="Verdana" panose="020B0604030504040204" charset="0"/>
              </a:rPr>
              <a:t>F</a:t>
            </a:r>
            <a:r>
              <a:rPr lang="en-US" altLang="en-US" sz="2800">
                <a:latin typeface="Verdana" panose="020B0604030504040204" charset="0"/>
                <a:cs typeface="Verdana" panose="020B0604030504040204" charset="0"/>
              </a:rPr>
              <a:t>lyers</a:t>
            </a:r>
            <a:endParaRPr lang="en-US" altLang="en-US" sz="1600">
              <a:latin typeface="Verdana" panose="020B0604030504040204" charset="0"/>
              <a:cs typeface="Verdana" panose="020B0604030504040204" charset="0"/>
            </a:endParaRPr>
          </a:p>
          <a:p>
            <a:pPr algn="just"/>
            <a:r>
              <a:rPr lang="en-US" altLang="en-US" sz="1800">
                <a:latin typeface="Verdana" panose="020B0604030504040204" charset="0"/>
                <a:cs typeface="Verdana" panose="020B0604030504040204" charset="0"/>
              </a:rPr>
              <a:t>Los flyers, al ser piezas de diseño gráfico, tienen una función clara: informar y persuadir.</a:t>
            </a:r>
            <a:endParaRPr lang="en-US" altLang="en-US" sz="1800">
              <a:latin typeface="Verdana" panose="020B0604030504040204" charset="0"/>
              <a:cs typeface="Verdana" panose="020B0604030504040204" charset="0"/>
            </a:endParaRPr>
          </a:p>
          <a:p>
            <a:pPr algn="just"/>
            <a:r>
              <a:rPr lang="en-US" altLang="en-US" sz="1800">
                <a:latin typeface="Verdana" panose="020B0604030504040204" charset="0"/>
                <a:cs typeface="Verdana" panose="020B0604030504040204" charset="0"/>
              </a:rPr>
              <a:t>Trama Descriptiva: </a:t>
            </a:r>
            <a:r>
              <a:rPr lang="en-US" altLang="en-US" sz="1800">
                <a:latin typeface="Verdana" panose="020B0604030504040204" charset="0"/>
                <a:cs typeface="Verdana" panose="020B0604030504040204" charset="0"/>
              </a:rPr>
              <a:t>Suelen describir un producto, un servicio, un lugar o un evento. Mencionan características como la fecha, la hora, el precio, los beneficios y los detalles del lugar.</a:t>
            </a:r>
            <a:endParaRPr lang="en-US" altLang="en-US" sz="1800">
              <a:latin typeface="Verdana" panose="020B0604030504040204" charset="0"/>
              <a:cs typeface="Verdana" panose="020B0604030504040204" charset="0"/>
            </a:endParaRPr>
          </a:p>
          <a:p>
            <a:pPr algn="just"/>
            <a:r>
              <a:rPr lang="en-US" altLang="en-US" sz="1800">
                <a:latin typeface="Verdana" panose="020B0604030504040204" charset="0"/>
                <a:cs typeface="Verdana" panose="020B0604030504040204" charset="0"/>
              </a:rPr>
              <a:t>Trama Expositiva: También se usan para exponer información de manera objetiva, como los horarios de una conferencia o la lista de artistas en un festival.</a:t>
            </a:r>
            <a:endParaRPr lang="en-US" altLang="en-US" sz="1800">
              <a:latin typeface="Verdana" panose="020B0604030504040204" charset="0"/>
              <a:cs typeface="Verdana" panose="020B0604030504040204" charset="0"/>
            </a:endParaRPr>
          </a:p>
          <a:p>
            <a:pPr algn="just"/>
            <a:r>
              <a:rPr lang="en-US" altLang="en-US" sz="1800">
                <a:latin typeface="Verdana" panose="020B0604030504040204" charset="0"/>
                <a:cs typeface="Verdana" panose="020B0604030504040204" charset="0"/>
              </a:rPr>
              <a:t>Trama Argumentativa: El objetivo principal de un flyer publicitario es convencerte de asistir a un evento o comprar algo. Por lo tanto, utilizan frases persuasivas ("¡No te lo puedes perder!", "La mejor promoción del año") y argumentos para atraer al público.</a:t>
            </a:r>
            <a:endParaRPr lang="en-US" altLang="en-US" sz="1800">
              <a:latin typeface="Verdana" panose="020B0604030504040204" charset="0"/>
              <a:cs typeface="Verdana" panose="020B0604030504040204" charset="0"/>
            </a:endParaRPr>
          </a:p>
        </p:txBody>
      </p:sp>
      <p:sp>
        <p:nvSpPr>
          <p:cNvPr id="4" name="Slide Number Placeholder 3"/>
          <p:cNvSpPr>
            <a:spLocks noGrp="1"/>
          </p:cNvSpPr>
          <p:nvPr>
            <p:ph type="sldNum" sz="quarter" idx="12"/>
          </p:nvPr>
        </p:nvSpPr>
        <p:spPr/>
        <p:txBody>
          <a:bodyPr/>
          <a:p>
            <a:pPr rtl="0"/>
            <a:fld id="{022B156B-59AE-415F-B24B-8756D48BB977}" type="slidenum">
              <a:rPr/>
            </a:fld>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60000"/>
            <a:lumOff val="40000"/>
          </a:schemeClr>
        </a:solidFill>
        <a:effectLst/>
      </p:bgPr>
    </p:bg>
    <p:spTree>
      <p:nvGrpSpPr>
        <p:cNvPr id="1" name=""/>
        <p:cNvGrpSpPr/>
        <p:nvPr/>
      </p:nvGrpSpPr>
      <p:grpSpPr/>
      <p:sp>
        <p:nvSpPr>
          <p:cNvPr id="2" name="Title 1"/>
          <p:cNvSpPr>
            <a:spLocks noGrp="1"/>
          </p:cNvSpPr>
          <p:nvPr>
            <p:ph type="title"/>
          </p:nvPr>
        </p:nvSpPr>
        <p:spPr>
          <a:xfrm>
            <a:off x="795655" y="543560"/>
            <a:ext cx="10479405" cy="5869305"/>
          </a:xfrm>
        </p:spPr>
        <p:txBody>
          <a:bodyPr>
            <a:normAutofit/>
          </a:bodyPr>
          <a:p>
            <a:r>
              <a:rPr lang="en-US" altLang="en-US" sz="4000"/>
              <a:t>Memes</a:t>
            </a:r>
            <a:br>
              <a:rPr lang="en-US" altLang="en-US" sz="4000"/>
            </a:br>
            <a:br>
              <a:rPr lang="en-US" altLang="en-US" sz="1600"/>
            </a:br>
            <a:r>
              <a:rPr lang="en-US" altLang="en-US" sz="1800" b="0">
                <a:latin typeface="Verdana" panose="020B0604030504040204" charset="0"/>
                <a:cs typeface="Verdana" panose="020B0604030504040204" charset="0"/>
              </a:rPr>
              <a:t>Los memes son un caso particular. Su propósito principal es el humor o la crítica social, política, cultural.</a:t>
            </a:r>
            <a:br>
              <a:rPr lang="en-US" altLang="en-US" sz="1800" b="0">
                <a:latin typeface="Verdana" panose="020B0604030504040204" charset="0"/>
                <a:cs typeface="Verdana" panose="020B0604030504040204" charset="0"/>
              </a:rPr>
            </a:br>
            <a:br>
              <a:rPr lang="en-US" altLang="en-US" sz="1800" b="0">
                <a:latin typeface="Verdana" panose="020B0604030504040204" charset="0"/>
                <a:cs typeface="Verdana" panose="020B0604030504040204" charset="0"/>
              </a:rPr>
            </a:br>
            <a:r>
              <a:rPr lang="en-US" altLang="en-US" sz="1800" b="0">
                <a:latin typeface="Verdana" panose="020B0604030504040204" charset="0"/>
                <a:cs typeface="Verdana" panose="020B0604030504040204" charset="0"/>
              </a:rPr>
              <a:t>Trama Descriptiva: La imagen y el texto se combinan para describir una situación o un sentimiento de una manera que la audiencia reconoce de inmediato. La frase "Cuando te das cuenta que es viernes y mañana no trabajas" junto a una imagen de un animal feliz es un claro ejemplo.</a:t>
            </a:r>
            <a:br>
              <a:rPr lang="en-US" altLang="en-US" sz="1800" b="0">
                <a:latin typeface="Verdana" panose="020B0604030504040204" charset="0"/>
                <a:cs typeface="Verdana" panose="020B0604030504040204" charset="0"/>
              </a:rPr>
            </a:br>
            <a:br>
              <a:rPr lang="en-US" altLang="en-US" sz="1800" b="0">
                <a:latin typeface="Verdana" panose="020B0604030504040204" charset="0"/>
                <a:cs typeface="Verdana" panose="020B0604030504040204" charset="0"/>
              </a:rPr>
            </a:br>
            <a:r>
              <a:rPr lang="en-US" altLang="en-US" sz="1800" b="0">
                <a:latin typeface="Verdana" panose="020B0604030504040204" charset="0"/>
                <a:cs typeface="Verdana" panose="020B0604030504040204" charset="0"/>
              </a:rPr>
              <a:t>Trama Argumentativa: A menudo, los memes se usan para opinar o criticar algo de forma irónica. A través de la sátira, defienden una postura sin ser explícitos.</a:t>
            </a:r>
            <a:br>
              <a:rPr lang="en-US" altLang="en-US" sz="1800" b="0">
                <a:latin typeface="Verdana" panose="020B0604030504040204" charset="0"/>
                <a:cs typeface="Verdana" panose="020B0604030504040204" charset="0"/>
              </a:rPr>
            </a:br>
            <a:br>
              <a:rPr lang="en-US" altLang="en-US" sz="1800" b="0">
                <a:latin typeface="Verdana" panose="020B0604030504040204" charset="0"/>
                <a:cs typeface="Verdana" panose="020B0604030504040204" charset="0"/>
              </a:rPr>
            </a:br>
            <a:r>
              <a:rPr lang="en-US" altLang="en-US" sz="1800" b="0">
                <a:latin typeface="Verdana" panose="020B0604030504040204" charset="0"/>
                <a:cs typeface="Verdana" panose="020B0604030504040204" charset="0"/>
              </a:rPr>
              <a:t>Trama Narrativa: En su forma más simple, la imagen y el texto narran una microhistoria. La imagen establece una situación y el texto le da un desenlace inesperado.</a:t>
            </a:r>
            <a:endParaRPr lang="en-US" altLang="en-US" sz="1800" b="0">
              <a:latin typeface="Verdana" panose="020B0604030504040204" charset="0"/>
              <a:cs typeface="Verdana" panose="020B0604030504040204" charset="0"/>
            </a:endParaRPr>
          </a:p>
        </p:txBody>
      </p:sp>
      <p:sp>
        <p:nvSpPr>
          <p:cNvPr id="4" name="Slide Number Placeholder 3"/>
          <p:cNvSpPr>
            <a:spLocks noGrp="1"/>
          </p:cNvSpPr>
          <p:nvPr>
            <p:ph type="sldNum" sz="quarter" idx="12"/>
          </p:nvPr>
        </p:nvSpPr>
        <p:spPr/>
        <p:txBody>
          <a:bodyPr/>
          <a:p>
            <a:pPr rtl="0"/>
            <a:fld id="{022B156B-59AE-415F-B24B-8756D48BB977}" type="slidenum">
              <a:rPr/>
            </a:fld>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Ilustración de naturaleza 16x9">
  <a:themeElements>
    <a:clrScheme name="Rainbow Presentation">
      <a:dk1>
        <a:srgbClr val="5B3B22"/>
      </a:dk1>
      <a:lt1>
        <a:srgbClr val="FFFFFF"/>
      </a:lt1>
      <a:dk2>
        <a:srgbClr val="000000"/>
      </a:dk2>
      <a:lt2>
        <a:srgbClr val="3DB3D4"/>
      </a:lt2>
      <a:accent1>
        <a:srgbClr val="E955BE"/>
      </a:accent1>
      <a:accent2>
        <a:srgbClr val="F58622"/>
      </a:accent2>
      <a:accent3>
        <a:srgbClr val="F3B60C"/>
      </a:accent3>
      <a:accent4>
        <a:srgbClr val="56EA99"/>
      </a:accent4>
      <a:accent5>
        <a:srgbClr val="57C4EA"/>
      </a:accent5>
      <a:accent6>
        <a:srgbClr val="8E56EB"/>
      </a:accent6>
      <a:hlink>
        <a:srgbClr val="DF3D2D"/>
      </a:hlink>
      <a:folHlink>
        <a:srgbClr val="9A5315"/>
      </a:folHlink>
    </a:clrScheme>
    <a:fontScheme name="Custom 31">
      <a:majorFont>
        <a:latin typeface="Grotesque"/>
        <a:ea typeface=""/>
        <a:cs typeface=""/>
      </a:majorFont>
      <a:minorFont>
        <a:latin typeface="Grotesq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8ED3F1-17BE-4163-AC80-3E91C1865E26}">
  <ds:schemaRefs/>
</ds:datastoreItem>
</file>

<file path=customXml/itemProps2.xml><?xml version="1.0" encoding="utf-8"?>
<ds:datastoreItem xmlns:ds="http://schemas.openxmlformats.org/officeDocument/2006/customXml" ds:itemID="{B0D4040C-23C5-49C0-A707-162C13966C04}">
  <ds:schemaRefs/>
</ds:datastoreItem>
</file>

<file path=customXml/itemProps3.xml><?xml version="1.0" encoding="utf-8"?>
<ds:datastoreItem xmlns:ds="http://schemas.openxmlformats.org/officeDocument/2006/customXml" ds:itemID="{A5E56954-B6F3-44BB-83D7-D3BC1AD1C01C}">
  <ds:schemaRefs/>
</ds:datastoreItem>
</file>

<file path=docProps/app.xml><?xml version="1.0" encoding="utf-8"?>
<Properties xmlns="http://schemas.openxmlformats.org/officeDocument/2006/extended-properties" xmlns:vt="http://schemas.openxmlformats.org/officeDocument/2006/docPropsVTypes">
  <TotalTime>0</TotalTime>
  <Words>9241</Words>
  <Application>WPS Presentation</Application>
  <PresentationFormat>Panorámica</PresentationFormat>
  <Paragraphs>162</Paragraphs>
  <Slides>16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Nimbus Sans D OT Condensed</vt:lpstr>
      <vt:lpstr>Wide Latin</vt:lpstr>
      <vt:lpstr>Verdana</vt:lpstr>
      <vt:lpstr>.AppleSystemUIFont</vt:lpstr>
      <vt:lpstr>Segoe Print</vt:lpstr>
      <vt:lpstr>Grotesque</vt:lpstr>
      <vt:lpstr>Microsoft YaHei</vt:lpstr>
      <vt:lpstr>Arial Unicode MS</vt:lpstr>
      <vt:lpstr>Ilustración de naturaleza 16x9</vt:lpstr>
      <vt:lpstr>PowerPoint 演示文稿</vt:lpstr>
      <vt:lpstr>¿cómo nos constituímos en sujetos?</vt:lpstr>
      <vt:lpstr>Las palabras son claves, son llaves Aleandra Pizarnik</vt:lpstr>
      <vt:lpstr>Comunicacion no verbal Comunicación oral escrita  mediatica institucional--&gt; Unlar  interpersonal  Digital--&gt;ecosistema</vt:lpstr>
      <vt:lpstr>El lenguaje es un sistema complejo de signos que permite la comunicación humana, caracterizado por su arbitrariedad, creatividad, dualidad y capacidad de evolución</vt:lpstr>
      <vt:lpstr>“Vemos y oimos a través de las palabras, entre palabras. Palabras superpobladas de prejuicios y relaciones políticas. palabras que son archivos políticos de normas y resistencias, que albergan cuerpos y deseos, identidades y prácticas, o mas aun, que lo expulsan y destierran. LAS PALABRAS OPERAN COMO CATALOGO DE POSIBILIDADES DE EXISTENCIA. hARAWAY (2004) NOS RECUERDA QUE LOS DISCURSOS NO SON SOLO PALABRAS SINO QUE SON PRÁCTICAS SEMIOTICO MATERIALES POR QUE SE INSCRIBEN EN LA MATERIALIDAD DE LOS CUERPOS”. Vals Flores</vt:lpstr>
      <vt:lpstr>PowerPoint 演示文稿</vt:lpstr>
      <vt:lpstr>6 TRamas Textuales</vt:lpstr>
      <vt:lpstr>PowerPoint 演示文稿</vt:lpstr>
      <vt:lpstr>PowerPoint 演示文稿</vt:lpstr>
      <vt:lpstr>PowerPoint 演示文稿</vt:lpstr>
      <vt:lpstr>Textos expositivos/Explicativos </vt:lpstr>
      <vt:lpstr>PowerPoint 演示文稿</vt:lpstr>
      <vt:lpstr>Los Reels, flyers y memes son formatos de textos multimodales, lo que significa que combinan diferentes tipos de lenguaje (imagen, texto, sonido, movimiento) para transmitir un mensaje.  Debido a su naturaleza multimodal, no “encajan” en una sola trama textual, sino que su trama predominante depende de su intención comunicativa.  Reels Los Reels, por su formato de video corto, suelen ser una mezcla de varias tramas. La clave está en el objetivo del creador.  Trama Narrativa: Muchos Reels cuentan una historia, aunque sea muy breve. Por ejemplo, un Reel que muestra el "antes y después" de una remodelación, un tutorial de maquillaje artistico, paso a paso o una anécdota contada con texto superpuesto.  Trama Expositiva: Se usa para explicar un concepto o dar información de forma rápida y concisa. Los Reels educativos que resumen un tema histórico, una receta de cocina o un dato científico entran en esta categoría.  Trama Conversacional: Es muy común en los formatos de "reacción" o "diálogo con uno mismo", donde la persona recrea una conversación o responde a una pregunta de la audiencia.  </vt:lpstr>
      <vt:lpstr>PowerPoint 演示文稿</vt:lpstr>
      <vt:lpstr>Memes  Los memes son un caso particular. Su propósito principal es el humor o la crítica social, política, cultural.  Trama Descriptiva: La imagen y el texto se combinan para describir una situación o un sentimiento de una manera que la audiencia reconoce de inmediato. La frase "Cuando te das cuenta que es viernes y mañana no trabajas" junto a una imagen de un animal feliz es un claro ejemplo.  Trama Argumentativa: A menudo, los memes se usan para opinar o criticar algo de forma irónica. A través de la sátira, defienden una postura sin ser explícitos.  Trama Narrativa: En su forma más simple, la imagen y el texto narran una microhistoria. La imagen establece una situación y el texto le da un desenlace inesperado.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Dinámica poblacional En argentina </dc:title>
  <dc:creator>MARINA MERCADO</dc:creator>
  <cp:lastModifiedBy>Hp</cp:lastModifiedBy>
  <cp:revision>18</cp:revision>
  <dcterms:created xsi:type="dcterms:W3CDTF">2025-08-18T06:20:00Z</dcterms:created>
  <dcterms:modified xsi:type="dcterms:W3CDTF">2026-04-11T21:14:33Z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ICV">
    <vt:lpwstr>5ED791617B1A4F32846AC01B5A30B3E9_13</vt:lpwstr>
  </property>
  <property fmtid="{D5CDD505-2E9C-101B-9397-08002B2CF9AE}" pid="5" name="KSOProductBuildVer">
    <vt:lpwstr>1033-12.1.0.25830</vt:lpwstr>
  </property>
</Properties>
</file>